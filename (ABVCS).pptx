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webextensions/webextension2.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9"/>
  </p:notesMasterIdLst>
  <p:sldIdLst>
    <p:sldId id="259" r:id="rId2"/>
    <p:sldId id="258" r:id="rId3"/>
    <p:sldId id="268" r:id="rId4"/>
    <p:sldId id="286" r:id="rId5"/>
    <p:sldId id="385" r:id="rId6"/>
    <p:sldId id="314" r:id="rId7"/>
    <p:sldId id="285" r:id="rId8"/>
    <p:sldId id="275" r:id="rId9"/>
    <p:sldId id="335" r:id="rId10"/>
    <p:sldId id="337" r:id="rId11"/>
    <p:sldId id="272" r:id="rId12"/>
    <p:sldId id="319" r:id="rId13"/>
    <p:sldId id="320" r:id="rId14"/>
    <p:sldId id="321" r:id="rId15"/>
    <p:sldId id="323" r:id="rId16"/>
    <p:sldId id="324" r:id="rId17"/>
    <p:sldId id="325" r:id="rId18"/>
    <p:sldId id="326" r:id="rId19"/>
    <p:sldId id="330" r:id="rId20"/>
    <p:sldId id="328" r:id="rId21"/>
    <p:sldId id="277" r:id="rId22"/>
    <p:sldId id="317" r:id="rId23"/>
    <p:sldId id="329" r:id="rId24"/>
    <p:sldId id="282" r:id="rId25"/>
    <p:sldId id="341" r:id="rId26"/>
    <p:sldId id="316" r:id="rId27"/>
    <p:sldId id="331" r:id="rId28"/>
    <p:sldId id="381" r:id="rId29"/>
    <p:sldId id="368" r:id="rId30"/>
    <p:sldId id="373" r:id="rId31"/>
    <p:sldId id="347" r:id="rId32"/>
    <p:sldId id="346" r:id="rId33"/>
    <p:sldId id="342" r:id="rId34"/>
    <p:sldId id="380" r:id="rId35"/>
    <p:sldId id="344" r:id="rId36"/>
    <p:sldId id="358" r:id="rId37"/>
    <p:sldId id="364" r:id="rId38"/>
    <p:sldId id="361" r:id="rId39"/>
    <p:sldId id="378" r:id="rId40"/>
    <p:sldId id="350" r:id="rId41"/>
    <p:sldId id="370" r:id="rId42"/>
    <p:sldId id="369" r:id="rId43"/>
    <p:sldId id="371" r:id="rId44"/>
    <p:sldId id="372" r:id="rId45"/>
    <p:sldId id="376" r:id="rId46"/>
    <p:sldId id="374" r:id="rId47"/>
    <p:sldId id="377" r:id="rId48"/>
    <p:sldId id="382" r:id="rId49"/>
    <p:sldId id="387" r:id="rId50"/>
    <p:sldId id="386" r:id="rId51"/>
    <p:sldId id="388" r:id="rId52"/>
    <p:sldId id="384" r:id="rId53"/>
    <p:sldId id="383" r:id="rId54"/>
    <p:sldId id="389" r:id="rId55"/>
    <p:sldId id="311" r:id="rId56"/>
    <p:sldId id="299" r:id="rId57"/>
    <p:sldId id="357" r:id="rId58"/>
  </p:sldIdLst>
  <p:sldSz cx="12192000" cy="6858000"/>
  <p:notesSz cx="6858000" cy="9144000"/>
  <p:defaultTextStyle>
    <a:defPPr>
      <a:defRPr lang="en-A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25E06F85-D8FD-42B8-98DF-54EBBDF68070}">
          <p14:sldIdLst>
            <p14:sldId id="259"/>
            <p14:sldId id="258"/>
          </p14:sldIdLst>
        </p14:section>
        <p14:section name="Project Introduction" id="{F2B110E4-500E-4584-B07F-BADFC55C53A1}">
          <p14:sldIdLst>
            <p14:sldId id="268"/>
            <p14:sldId id="286"/>
            <p14:sldId id="385"/>
            <p14:sldId id="314"/>
          </p14:sldIdLst>
        </p14:section>
        <p14:section name="Project Planning" id="{73413BAC-C8BB-4B82-BE3E-B67665D18A7F}">
          <p14:sldIdLst>
            <p14:sldId id="285"/>
            <p14:sldId id="275"/>
            <p14:sldId id="335"/>
            <p14:sldId id="337"/>
          </p14:sldIdLst>
        </p14:section>
        <p14:section name="Related Works" id="{3BC77FC3-9E40-4D18-8D2D-8245A0508765}">
          <p14:sldIdLst>
            <p14:sldId id="272"/>
            <p14:sldId id="319"/>
            <p14:sldId id="320"/>
            <p14:sldId id="321"/>
            <p14:sldId id="323"/>
            <p14:sldId id="324"/>
            <p14:sldId id="325"/>
            <p14:sldId id="326"/>
            <p14:sldId id="330"/>
            <p14:sldId id="328"/>
            <p14:sldId id="277"/>
            <p14:sldId id="317"/>
            <p14:sldId id="329"/>
          </p14:sldIdLst>
        </p14:section>
        <p14:section name="Project analysis and design" id="{35A505F9-9585-4887-A36C-9FB8E6BFCAA7}">
          <p14:sldIdLst>
            <p14:sldId id="282"/>
            <p14:sldId id="341"/>
            <p14:sldId id="316"/>
            <p14:sldId id="331"/>
            <p14:sldId id="381"/>
          </p14:sldIdLst>
        </p14:section>
        <p14:section name="System Implementation" id="{0B9FE2A5-0E7A-4592-9004-49780B68799B}">
          <p14:sldIdLst>
            <p14:sldId id="368"/>
            <p14:sldId id="373"/>
            <p14:sldId id="347"/>
            <p14:sldId id="346"/>
            <p14:sldId id="342"/>
            <p14:sldId id="380"/>
            <p14:sldId id="344"/>
            <p14:sldId id="358"/>
            <p14:sldId id="364"/>
            <p14:sldId id="361"/>
            <p14:sldId id="378"/>
            <p14:sldId id="350"/>
          </p14:sldIdLst>
        </p14:section>
        <p14:section name="GUI" id="{B855DB53-E99E-43EF-B5C8-09E08FA0A29D}">
          <p14:sldIdLst>
            <p14:sldId id="370"/>
            <p14:sldId id="369"/>
            <p14:sldId id="371"/>
            <p14:sldId id="372"/>
          </p14:sldIdLst>
        </p14:section>
        <p14:section name="Training &amp; Testing" id="{005190EC-0ED3-4A00-A2B4-9DA77DC89CF2}">
          <p14:sldIdLst>
            <p14:sldId id="376"/>
            <p14:sldId id="374"/>
            <p14:sldId id="377"/>
            <p14:sldId id="382"/>
            <p14:sldId id="387"/>
            <p14:sldId id="386"/>
            <p14:sldId id="388"/>
          </p14:sldIdLst>
        </p14:section>
        <p14:section name="Conclusion" id="{A5F2FB4F-793D-4B08-8088-7A24EEF374EC}">
          <p14:sldIdLst>
            <p14:sldId id="384"/>
            <p14:sldId id="383"/>
            <p14:sldId id="389"/>
          </p14:sldIdLst>
        </p14:section>
        <p14:section name="Outro" id="{67F80E44-DBCF-4FDD-A42F-79AD5D172D8B}">
          <p14:sldIdLst>
            <p14:sldId id="311"/>
            <p14:sldId id="299"/>
            <p14:sldId id="357"/>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56082"/>
    <a:srgbClr val="F2F2F2"/>
    <a:srgbClr val="9BA9B3"/>
    <a:srgbClr val="D9D8D9"/>
    <a:srgbClr val="DBD8D5"/>
    <a:srgbClr val="0F172A"/>
    <a:srgbClr val="7C997D"/>
    <a:srgbClr val="A7BFA4"/>
    <a:srgbClr val="C3B9DA"/>
    <a:srgbClr val="C5D9C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7AC3CCA-C797-4891-BE02-D94E43425B78}" styleName="Medium Style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 styleId="{5202B0CA-FC54-4496-8BCA-5EF66A818D29}" styleName="Dark Style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770" autoAdjust="0"/>
    <p:restoredTop sz="96081" autoAdjust="0"/>
  </p:normalViewPr>
  <p:slideViewPr>
    <p:cSldViewPr snapToGrid="0">
      <p:cViewPr varScale="1">
        <p:scale>
          <a:sx n="68" d="100"/>
          <a:sy n="68" d="100"/>
        </p:scale>
        <p:origin x="835" y="-173"/>
      </p:cViewPr>
      <p:guideLst>
        <p:guide orient="horz" pos="2160"/>
        <p:guide pos="3840"/>
      </p:guideLst>
    </p:cSldViewPr>
  </p:slideViewPr>
  <p:notesTextViewPr>
    <p:cViewPr>
      <p:scale>
        <a:sx n="75" d="100"/>
        <a:sy n="75" d="100"/>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5" Type="http://schemas.openxmlformats.org/officeDocument/2006/relationships/slide" Target="slides/slide4.xml"/><Relationship Id="rId61"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Split</c:v>
                </c:pt>
              </c:strCache>
            </c:strRef>
          </c:tx>
          <c:spPr>
            <a:solidFill>
              <a:schemeClr val="accent1"/>
            </a:solidFill>
            <a:ln w="9525" cap="flat">
              <a:solidFill>
                <a:srgbClr val="F9F9F9"/>
              </a:solidFill>
              <a:prstDash val="solid"/>
              <a:round/>
            </a:ln>
            <a:effectLst/>
          </c:spPr>
          <c:dPt>
            <c:idx val="0"/>
            <c:bubble3D val="0"/>
            <c:spPr>
              <a:solidFill>
                <a:schemeClr val="bg2">
                  <a:lumMod val="50000"/>
                </a:schemeClr>
              </a:solidFill>
              <a:ln>
                <a:solidFill>
                  <a:schemeClr val="tx1">
                    <a:lumMod val="75000"/>
                    <a:lumOff val="25000"/>
                  </a:schemeClr>
                </a:solidFill>
              </a:ln>
              <a:effectLst/>
            </c:spPr>
            <c:extLst>
              <c:ext xmlns:c16="http://schemas.microsoft.com/office/drawing/2014/chart" uri="{C3380CC4-5D6E-409C-BE32-E72D297353CC}">
                <c16:uniqueId val="{00000001-9469-4227-B97E-07A21F0A4FBF}"/>
              </c:ext>
            </c:extLst>
          </c:dPt>
          <c:dPt>
            <c:idx val="1"/>
            <c:bubble3D val="0"/>
            <c:spPr>
              <a:solidFill>
                <a:schemeClr val="bg2">
                  <a:lumMod val="90000"/>
                </a:schemeClr>
              </a:solidFill>
              <a:ln>
                <a:solidFill>
                  <a:schemeClr val="bg1"/>
                </a:solidFill>
              </a:ln>
              <a:effectLst/>
            </c:spPr>
            <c:extLst>
              <c:ext xmlns:c16="http://schemas.microsoft.com/office/drawing/2014/chart" uri="{C3380CC4-5D6E-409C-BE32-E72D297353CC}">
                <c16:uniqueId val="{00000003-9469-4227-B97E-07A21F0A4FBF}"/>
              </c:ext>
            </c:extLst>
          </c:dPt>
          <c:dLbls>
            <c:dLbl>
              <c:idx val="0"/>
              <c:layout>
                <c:manualLayout>
                  <c:x val="-0.14428741279134988"/>
                  <c:y val="-0.24310855373847509"/>
                </c:manualLayout>
              </c:layout>
              <c:tx>
                <c:rich>
                  <a:bodyPr/>
                  <a:lstStyle/>
                  <a:p>
                    <a:pPr>
                      <a:defRPr sz="900" b="0" i="0" u="none" strike="noStrike">
                        <a:solidFill>
                          <a:schemeClr val="tx1"/>
                        </a:solidFill>
                        <a:latin typeface="Times New Roman" panose="02020603050405020304" pitchFamily="18" charset="0"/>
                        <a:cs typeface="Times New Roman" panose="02020603050405020304" pitchFamily="18" charset="0"/>
                      </a:defRPr>
                    </a:pPr>
                    <a:fld id="{9B0B8722-6C20-4290-8A70-860A525C2876}" type="PERCENTAGE">
                      <a:rPr lang="en-US" sz="1400">
                        <a:solidFill>
                          <a:schemeClr val="bg1"/>
                        </a:solidFill>
                        <a:latin typeface="Times New Roman" panose="02020603050405020304" pitchFamily="18" charset="0"/>
                        <a:cs typeface="Times New Roman" panose="02020603050405020304" pitchFamily="18" charset="0"/>
                      </a:rPr>
                      <a:pPr>
                        <a:defRPr sz="900" b="0" i="0" u="none" strike="noStrike">
                          <a:solidFill>
                            <a:schemeClr val="tx1"/>
                          </a:solidFill>
                          <a:latin typeface="Times New Roman" panose="02020603050405020304" pitchFamily="18" charset="0"/>
                          <a:cs typeface="Times New Roman" panose="02020603050405020304" pitchFamily="18" charset="0"/>
                        </a:defRPr>
                      </a:pPr>
                      <a:t>[PERCENTAGE]</a:t>
                    </a:fld>
                    <a:endParaRPr lang="en-US"/>
                  </a:p>
                </c:rich>
              </c:tx>
              <c:numFmt formatCode="0%" sourceLinked="0"/>
              <c:spPr/>
              <c:showLegendKey val="0"/>
              <c:showVal val="0"/>
              <c:showCatName val="0"/>
              <c:showSerName val="0"/>
              <c:showPercent val="1"/>
              <c:showBubbleSize val="0"/>
              <c:extLst>
                <c:ext xmlns:c15="http://schemas.microsoft.com/office/drawing/2012/chart" uri="{CE6537A1-D6FC-4f65-9D91-7224C49458BB}">
                  <c15:layout>
                    <c:manualLayout>
                      <c:w val="0.24216524216524216"/>
                      <c:h val="0.1517094017094017"/>
                    </c:manualLayout>
                  </c15:layout>
                  <c15:dlblFieldTable/>
                  <c15:showDataLabelsRange val="0"/>
                </c:ext>
                <c:ext xmlns:c16="http://schemas.microsoft.com/office/drawing/2014/chart" uri="{C3380CC4-5D6E-409C-BE32-E72D297353CC}">
                  <c16:uniqueId val="{00000001-9469-4227-B97E-07A21F0A4FBF}"/>
                </c:ext>
              </c:extLst>
            </c:dLbl>
            <c:dLbl>
              <c:idx val="1"/>
              <c:layout>
                <c:manualLayout>
                  <c:x val="-0.23238833927810304"/>
                  <c:y val="1.3354700854700863E-2"/>
                </c:manualLayout>
              </c:layout>
              <c:tx>
                <c:rich>
                  <a:bodyPr/>
                  <a:lstStyle/>
                  <a:p>
                    <a:pPr>
                      <a:defRPr sz="900" b="0" i="0" u="none" strike="noStrike">
                        <a:solidFill>
                          <a:schemeClr val="tx1"/>
                        </a:solidFill>
                        <a:latin typeface="Times New Roman" panose="02020603050405020304" pitchFamily="18" charset="0"/>
                        <a:cs typeface="Times New Roman" panose="02020603050405020304" pitchFamily="18" charset="0"/>
                      </a:defRPr>
                    </a:pPr>
                    <a:fld id="{780FED18-AFC1-4197-A437-4CCFEAAB4F6B}" type="PERCENTAGE">
                      <a:rPr lang="en-US" sz="1400">
                        <a:solidFill>
                          <a:schemeClr val="tx1"/>
                        </a:solidFill>
                        <a:latin typeface="Times New Roman" panose="02020603050405020304" pitchFamily="18" charset="0"/>
                        <a:cs typeface="Times New Roman" panose="02020603050405020304" pitchFamily="18" charset="0"/>
                      </a:rPr>
                      <a:pPr>
                        <a:defRPr sz="900" b="0" i="0" u="none" strike="noStrike">
                          <a:solidFill>
                            <a:schemeClr val="tx1"/>
                          </a:solidFill>
                          <a:latin typeface="Times New Roman" panose="02020603050405020304" pitchFamily="18" charset="0"/>
                          <a:cs typeface="Times New Roman" panose="02020603050405020304" pitchFamily="18" charset="0"/>
                        </a:defRPr>
                      </a:pPr>
                      <a:t>[PERCENTAGE]</a:t>
                    </a:fld>
                    <a:endParaRPr lang="en-US"/>
                  </a:p>
                </c:rich>
              </c:tx>
              <c:numFmt formatCode="0%" sourceLinked="0"/>
              <c:spPr/>
              <c:showLegendKey val="0"/>
              <c:showVal val="0"/>
              <c:showCatName val="0"/>
              <c:showSerName val="0"/>
              <c:showPercent val="1"/>
              <c:showBubbleSize val="0"/>
              <c:extLst>
                <c:ext xmlns:c15="http://schemas.microsoft.com/office/drawing/2012/chart" uri="{CE6537A1-D6FC-4f65-9D91-7224C49458BB}">
                  <c15:layout>
                    <c:manualLayout>
                      <c:w val="0.25641025641025639"/>
                      <c:h val="0.1623931623931624"/>
                    </c:manualLayout>
                  </c15:layout>
                  <c15:dlblFieldTable/>
                  <c15:showDataLabelsRange val="0"/>
                </c:ext>
                <c:ext xmlns:c16="http://schemas.microsoft.com/office/drawing/2014/chart" uri="{C3380CC4-5D6E-409C-BE32-E72D297353CC}">
                  <c16:uniqueId val="{00000003-9469-4227-B97E-07A21F0A4FBF}"/>
                </c:ext>
              </c:extLst>
            </c:dLbl>
            <c:numFmt formatCode="0%" sourceLinked="0"/>
            <c:spPr>
              <a:noFill/>
              <a:ln>
                <a:noFill/>
              </a:ln>
              <a:effectLst/>
            </c:spPr>
            <c:txPr>
              <a:bodyPr/>
              <a:lstStyle/>
              <a:p>
                <a:pPr>
                  <a:defRPr sz="1800" b="0" i="0" u="none" strike="noStrike">
                    <a:solidFill>
                      <a:schemeClr val="tx1"/>
                    </a:solidFill>
                    <a:latin typeface="Times New Roman" panose="02020603050405020304" pitchFamily="18" charset="0"/>
                    <a:cs typeface="Times New Roman" panose="02020603050405020304" pitchFamily="18" charset="0"/>
                  </a:defRPr>
                </a:pPr>
                <a:endParaRPr lang="en-US"/>
              </a:p>
            </c:txPr>
            <c:dLblPos val="ctr"/>
            <c:showLegendKey val="0"/>
            <c:showVal val="0"/>
            <c:showCatName val="1"/>
            <c:showSerName val="0"/>
            <c:showPercent val="1"/>
            <c:showBubbleSize val="0"/>
            <c:showLeaderLines val="0"/>
            <c:extLst>
              <c:ext xmlns:c15="http://schemas.microsoft.com/office/drawing/2012/chart" uri="{CE6537A1-D6FC-4f65-9D91-7224C49458BB}"/>
            </c:extLst>
          </c:dLbls>
          <c:cat>
            <c:strRef>
              <c:f>Sheet1!$A$2:$A$3</c:f>
              <c:strCache>
                <c:ptCount val="2"/>
                <c:pt idx="0">
                  <c:v>Training (90%)</c:v>
                </c:pt>
                <c:pt idx="1">
                  <c:v>Validation (10%)</c:v>
                </c:pt>
              </c:strCache>
            </c:strRef>
          </c:cat>
          <c:val>
            <c:numRef>
              <c:f>Sheet1!$B$2:$B$3</c:f>
              <c:numCache>
                <c:formatCode>General</c:formatCode>
                <c:ptCount val="2"/>
                <c:pt idx="0">
                  <c:v>90</c:v>
                </c:pt>
                <c:pt idx="1">
                  <c:v>10</c:v>
                </c:pt>
              </c:numCache>
            </c:numRef>
          </c:val>
          <c:extLst>
            <c:ext xmlns:c16="http://schemas.microsoft.com/office/drawing/2014/chart" uri="{C3380CC4-5D6E-409C-BE32-E72D297353CC}">
              <c16:uniqueId val="{00000004-9469-4227-B97E-07A21F0A4FBF}"/>
            </c:ext>
          </c:extLst>
        </c:ser>
        <c:dLbls>
          <c:showLegendKey val="0"/>
          <c:showVal val="0"/>
          <c:showCatName val="0"/>
          <c:showSerName val="0"/>
          <c:showPercent val="0"/>
          <c:showBubbleSize val="0"/>
          <c:showLeaderLines val="0"/>
        </c:dLbls>
        <c:firstSliceAng val="0"/>
      </c:pieChart>
      <c:spPr>
        <a:noFill/>
        <a:ln>
          <a:noFill/>
        </a:ln>
        <a:effectLst/>
      </c:spPr>
    </c:plotArea>
    <c:plotVisOnly val="1"/>
    <c:dispBlanksAs val="span"/>
    <c:showDLblsOverMax val="1"/>
  </c:chart>
  <c:spPr>
    <a:noFill/>
    <a:ln>
      <a:noFill/>
    </a:ln>
    <a:effectLst/>
  </c:sp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DA741B8-6917-4584-B185-36546EC04450}" type="datetimeFigureOut">
              <a:rPr lang="en-AS" smtClean="0"/>
              <a:t>06/20/2026</a:t>
            </a:fld>
            <a:endParaRPr lang="en-A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D12B623-7050-48D0-A3D6-97423B6FD21A}" type="slidenum">
              <a:rPr lang="en-AS" smtClean="0"/>
              <a:t>‹#›</a:t>
            </a:fld>
            <a:endParaRPr lang="en-AS"/>
          </a:p>
        </p:txBody>
      </p:sp>
    </p:spTree>
    <p:extLst>
      <p:ext uri="{BB962C8B-B14F-4D97-AF65-F5344CB8AC3E}">
        <p14:creationId xmlns:p14="http://schemas.microsoft.com/office/powerpoint/2010/main" val="297021286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Animations are done here </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1</a:t>
            </a:fld>
            <a:endParaRPr lang="en-AS"/>
          </a:p>
        </p:txBody>
      </p:sp>
    </p:spTree>
    <p:extLst>
      <p:ext uri="{BB962C8B-B14F-4D97-AF65-F5344CB8AC3E}">
        <p14:creationId xmlns:p14="http://schemas.microsoft.com/office/powerpoint/2010/main" val="255467683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Animations are done here </a:t>
            </a:r>
            <a:endParaRPr lang="en-AS" dirty="0"/>
          </a:p>
          <a:p>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2</a:t>
            </a:fld>
            <a:endParaRPr lang="en-AS"/>
          </a:p>
        </p:txBody>
      </p:sp>
    </p:spTree>
    <p:extLst>
      <p:ext uri="{BB962C8B-B14F-4D97-AF65-F5344CB8AC3E}">
        <p14:creationId xmlns:p14="http://schemas.microsoft.com/office/powerpoint/2010/main" val="24581899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3</a:t>
            </a:fld>
            <a:endParaRPr lang="en-AS"/>
          </a:p>
        </p:txBody>
      </p:sp>
    </p:spTree>
    <p:extLst>
      <p:ext uri="{BB962C8B-B14F-4D97-AF65-F5344CB8AC3E}">
        <p14:creationId xmlns:p14="http://schemas.microsoft.com/office/powerpoint/2010/main" val="23995659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4</a:t>
            </a:fld>
            <a:endParaRPr lang="en-AS"/>
          </a:p>
        </p:txBody>
      </p:sp>
    </p:spTree>
    <p:extLst>
      <p:ext uri="{BB962C8B-B14F-4D97-AF65-F5344CB8AC3E}">
        <p14:creationId xmlns:p14="http://schemas.microsoft.com/office/powerpoint/2010/main" val="49043966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48E003-1FE7-3026-20CC-102BC634D1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2809F9-CEDE-0DCD-02C2-20F766A3848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BDBE018-8464-1B85-7963-9AA9EA6DC687}"/>
              </a:ext>
            </a:extLst>
          </p:cNvPr>
          <p:cNvSpPr>
            <a:spLocks noGrp="1"/>
          </p:cNvSpPr>
          <p:nvPr>
            <p:ph type="body" idx="1"/>
          </p:nvPr>
        </p:nvSpPr>
        <p:spPr/>
        <p:txBody>
          <a:bodyPr/>
          <a:lstStyle/>
          <a:p>
            <a:r>
              <a:rPr lang="en-US" dirty="0"/>
              <a:t>Animations are done here</a:t>
            </a:r>
            <a:endParaRPr lang="en-AS" dirty="0"/>
          </a:p>
        </p:txBody>
      </p:sp>
      <p:sp>
        <p:nvSpPr>
          <p:cNvPr id="4" name="Slide Number Placeholder 3">
            <a:extLst>
              <a:ext uri="{FF2B5EF4-FFF2-40B4-BE49-F238E27FC236}">
                <a16:creationId xmlns:a16="http://schemas.microsoft.com/office/drawing/2014/main" id="{AFC22B77-5F76-B149-E4BC-B8F89AFC0831}"/>
              </a:ext>
            </a:extLst>
          </p:cNvPr>
          <p:cNvSpPr>
            <a:spLocks noGrp="1"/>
          </p:cNvSpPr>
          <p:nvPr>
            <p:ph type="sldNum" sz="quarter" idx="5"/>
          </p:nvPr>
        </p:nvSpPr>
        <p:spPr/>
        <p:txBody>
          <a:bodyPr/>
          <a:lstStyle/>
          <a:p>
            <a:fld id="{BD12B623-7050-48D0-A3D6-97423B6FD21A}" type="slidenum">
              <a:rPr lang="en-AS" smtClean="0"/>
              <a:t>5</a:t>
            </a:fld>
            <a:endParaRPr lang="en-AS"/>
          </a:p>
        </p:txBody>
      </p:sp>
    </p:spTree>
    <p:extLst>
      <p:ext uri="{BB962C8B-B14F-4D97-AF65-F5344CB8AC3E}">
        <p14:creationId xmlns:p14="http://schemas.microsoft.com/office/powerpoint/2010/main" val="2794391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B1195-C597-56F9-0F7D-71E6FA045E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E98E1E-1C76-1972-35E8-D1E46A89490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9C4D1F4-26F9-4A55-D25C-AB542C058D47}"/>
              </a:ext>
            </a:extLst>
          </p:cNvPr>
          <p:cNvSpPr>
            <a:spLocks noGrp="1"/>
          </p:cNvSpPr>
          <p:nvPr>
            <p:ph type="body" idx="1"/>
          </p:nvPr>
        </p:nvSpPr>
        <p:spPr/>
        <p:txBody>
          <a:bodyPr/>
          <a:lstStyle/>
          <a:p>
            <a:r>
              <a:rPr lang="en-US" dirty="0"/>
              <a:t>Animations are done here</a:t>
            </a:r>
            <a:endParaRPr lang="en-AS" dirty="0"/>
          </a:p>
        </p:txBody>
      </p:sp>
      <p:sp>
        <p:nvSpPr>
          <p:cNvPr id="4" name="Slide Number Placeholder 3">
            <a:extLst>
              <a:ext uri="{FF2B5EF4-FFF2-40B4-BE49-F238E27FC236}">
                <a16:creationId xmlns:a16="http://schemas.microsoft.com/office/drawing/2014/main" id="{3DF496C3-F68E-A0C8-9518-BAA3C6CD39A3}"/>
              </a:ext>
            </a:extLst>
          </p:cNvPr>
          <p:cNvSpPr>
            <a:spLocks noGrp="1"/>
          </p:cNvSpPr>
          <p:nvPr>
            <p:ph type="sldNum" sz="quarter" idx="5"/>
          </p:nvPr>
        </p:nvSpPr>
        <p:spPr/>
        <p:txBody>
          <a:bodyPr/>
          <a:lstStyle/>
          <a:p>
            <a:fld id="{BD12B623-7050-48D0-A3D6-97423B6FD21A}" type="slidenum">
              <a:rPr lang="en-AS" smtClean="0"/>
              <a:t>6</a:t>
            </a:fld>
            <a:endParaRPr lang="en-AS"/>
          </a:p>
        </p:txBody>
      </p:sp>
    </p:spTree>
    <p:extLst>
      <p:ext uri="{BB962C8B-B14F-4D97-AF65-F5344CB8AC3E}">
        <p14:creationId xmlns:p14="http://schemas.microsoft.com/office/powerpoint/2010/main" val="17592989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7</a:t>
            </a:fld>
            <a:endParaRPr lang="en-AS"/>
          </a:p>
        </p:txBody>
      </p:sp>
    </p:spTree>
    <p:extLst>
      <p:ext uri="{BB962C8B-B14F-4D97-AF65-F5344CB8AC3E}">
        <p14:creationId xmlns:p14="http://schemas.microsoft.com/office/powerpoint/2010/main" val="16301590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8</a:t>
            </a:fld>
            <a:endParaRPr lang="en-AS"/>
          </a:p>
        </p:txBody>
      </p:sp>
    </p:spTree>
    <p:extLst>
      <p:ext uri="{BB962C8B-B14F-4D97-AF65-F5344CB8AC3E}">
        <p14:creationId xmlns:p14="http://schemas.microsoft.com/office/powerpoint/2010/main" val="19767688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B32405-59EE-7C0C-D1E1-777C8544850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1C957B-AED0-622B-980F-945FB5FCA0E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E955511-0759-8130-4B6D-7277836D7DD2}"/>
              </a:ext>
            </a:extLst>
          </p:cNvPr>
          <p:cNvSpPr>
            <a:spLocks noGrp="1"/>
          </p:cNvSpPr>
          <p:nvPr>
            <p:ph type="body" idx="1"/>
          </p:nvPr>
        </p:nvSpPr>
        <p:spPr/>
        <p:txBody>
          <a:bodyPr/>
          <a:lstStyle/>
          <a:p>
            <a:r>
              <a:rPr lang="en-US" dirty="0"/>
              <a:t>Animations are done here</a:t>
            </a:r>
            <a:endParaRPr lang="en-AS" dirty="0"/>
          </a:p>
        </p:txBody>
      </p:sp>
      <p:sp>
        <p:nvSpPr>
          <p:cNvPr id="4" name="Slide Number Placeholder 3">
            <a:extLst>
              <a:ext uri="{FF2B5EF4-FFF2-40B4-BE49-F238E27FC236}">
                <a16:creationId xmlns:a16="http://schemas.microsoft.com/office/drawing/2014/main" id="{9BAF268E-7302-883A-C056-A05C099D3127}"/>
              </a:ext>
            </a:extLst>
          </p:cNvPr>
          <p:cNvSpPr>
            <a:spLocks noGrp="1"/>
          </p:cNvSpPr>
          <p:nvPr>
            <p:ph type="sldNum" sz="quarter" idx="5"/>
          </p:nvPr>
        </p:nvSpPr>
        <p:spPr/>
        <p:txBody>
          <a:bodyPr/>
          <a:lstStyle/>
          <a:p>
            <a:fld id="{BD12B623-7050-48D0-A3D6-97423B6FD21A}" type="slidenum">
              <a:rPr lang="en-AS" smtClean="0"/>
              <a:t>9</a:t>
            </a:fld>
            <a:endParaRPr lang="en-AS"/>
          </a:p>
        </p:txBody>
      </p:sp>
    </p:spTree>
    <p:extLst>
      <p:ext uri="{BB962C8B-B14F-4D97-AF65-F5344CB8AC3E}">
        <p14:creationId xmlns:p14="http://schemas.microsoft.com/office/powerpoint/2010/main" val="94033708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9F6AC9-B913-0AA2-CA8E-7EFEFE696D2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366288-59B6-1D9D-BD47-EC729C1EA8F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9A7E381-3328-4A04-39FF-D40CC6A6528B}"/>
              </a:ext>
            </a:extLst>
          </p:cNvPr>
          <p:cNvSpPr>
            <a:spLocks noGrp="1"/>
          </p:cNvSpPr>
          <p:nvPr>
            <p:ph type="body" idx="1"/>
          </p:nvPr>
        </p:nvSpPr>
        <p:spPr/>
        <p:txBody>
          <a:bodyPr/>
          <a:lstStyle/>
          <a:p>
            <a:r>
              <a:rPr lang="en-US" dirty="0"/>
              <a:t>Frame Shadow </a:t>
            </a:r>
            <a:r>
              <a:rPr lang="en-US" sz="3200" b="0" dirty="0"/>
              <a:t>Idea</a:t>
            </a:r>
            <a:endParaRPr lang="en-AS" b="0" dirty="0"/>
          </a:p>
        </p:txBody>
      </p:sp>
      <p:sp>
        <p:nvSpPr>
          <p:cNvPr id="4" name="Slide Number Placeholder 3">
            <a:extLst>
              <a:ext uri="{FF2B5EF4-FFF2-40B4-BE49-F238E27FC236}">
                <a16:creationId xmlns:a16="http://schemas.microsoft.com/office/drawing/2014/main" id="{964955FD-2DB1-98C8-5075-D8D74CA58544}"/>
              </a:ext>
            </a:extLst>
          </p:cNvPr>
          <p:cNvSpPr>
            <a:spLocks noGrp="1"/>
          </p:cNvSpPr>
          <p:nvPr>
            <p:ph type="sldNum" sz="quarter" idx="5"/>
          </p:nvPr>
        </p:nvSpPr>
        <p:spPr/>
        <p:txBody>
          <a:bodyPr/>
          <a:lstStyle/>
          <a:p>
            <a:fld id="{BD12B623-7050-48D0-A3D6-97423B6FD21A}" type="slidenum">
              <a:rPr lang="en-AS" smtClean="0"/>
              <a:t>10</a:t>
            </a:fld>
            <a:endParaRPr lang="en-AS"/>
          </a:p>
        </p:txBody>
      </p:sp>
    </p:spTree>
    <p:extLst>
      <p:ext uri="{BB962C8B-B14F-4D97-AF65-F5344CB8AC3E}">
        <p14:creationId xmlns:p14="http://schemas.microsoft.com/office/powerpoint/2010/main" val="41926764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S"/>
          </a:p>
        </p:txBody>
      </p:sp>
      <p:sp>
        <p:nvSpPr>
          <p:cNvPr id="3" name="Notes Placeholder 2"/>
          <p:cNvSpPr>
            <a:spLocks noGrp="1"/>
          </p:cNvSpPr>
          <p:nvPr>
            <p:ph type="body" idx="1"/>
          </p:nvPr>
        </p:nvSpPr>
        <p:spPr/>
        <p:txBody>
          <a:bodyPr/>
          <a:lstStyle/>
          <a:p>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23</a:t>
            </a:fld>
            <a:endParaRPr lang="en-AS"/>
          </a:p>
        </p:txBody>
      </p:sp>
    </p:spTree>
    <p:extLst>
      <p:ext uri="{BB962C8B-B14F-4D97-AF65-F5344CB8AC3E}">
        <p14:creationId xmlns:p14="http://schemas.microsoft.com/office/powerpoint/2010/main" val="42459576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 </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24</a:t>
            </a:fld>
            <a:endParaRPr lang="en-AS"/>
          </a:p>
        </p:txBody>
      </p:sp>
    </p:spTree>
    <p:extLst>
      <p:ext uri="{BB962C8B-B14F-4D97-AF65-F5344CB8AC3E}">
        <p14:creationId xmlns:p14="http://schemas.microsoft.com/office/powerpoint/2010/main" val="395438462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394E93-A6A6-FA2E-39DB-C72C2CF9AF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A99F71-0784-793A-3BA4-A33909DD273B}"/>
              </a:ext>
            </a:extLst>
          </p:cNvPr>
          <p:cNvSpPr>
            <a:spLocks noGrp="1" noRot="1" noChangeAspect="1"/>
          </p:cNvSpPr>
          <p:nvPr>
            <p:ph type="sldImg"/>
          </p:nvPr>
        </p:nvSpPr>
        <p:spPr/>
        <p:txBody>
          <a:bodyPr/>
          <a:lstStyle/>
          <a:p>
            <a:endParaRPr lang="en-AS"/>
          </a:p>
        </p:txBody>
      </p:sp>
      <p:sp>
        <p:nvSpPr>
          <p:cNvPr id="3" name="Notes Placeholder 2">
            <a:extLst>
              <a:ext uri="{FF2B5EF4-FFF2-40B4-BE49-F238E27FC236}">
                <a16:creationId xmlns:a16="http://schemas.microsoft.com/office/drawing/2014/main" id="{1CCA5F97-9F14-07B4-A1AF-621F5F6BF5A9}"/>
              </a:ext>
            </a:extLst>
          </p:cNvPr>
          <p:cNvSpPr>
            <a:spLocks noGrp="1"/>
          </p:cNvSpPr>
          <p:nvPr>
            <p:ph type="body" idx="1"/>
          </p:nvPr>
        </p:nvSpPr>
        <p:spPr/>
        <p:txBody>
          <a:bodyPr/>
          <a:lstStyle/>
          <a:p>
            <a:endParaRPr lang="en-AS" dirty="0"/>
          </a:p>
        </p:txBody>
      </p:sp>
      <p:sp>
        <p:nvSpPr>
          <p:cNvPr id="4" name="Slide Number Placeholder 3">
            <a:extLst>
              <a:ext uri="{FF2B5EF4-FFF2-40B4-BE49-F238E27FC236}">
                <a16:creationId xmlns:a16="http://schemas.microsoft.com/office/drawing/2014/main" id="{3EB09ADD-C07C-6466-02DD-463207A57FFE}"/>
              </a:ext>
            </a:extLst>
          </p:cNvPr>
          <p:cNvSpPr>
            <a:spLocks noGrp="1"/>
          </p:cNvSpPr>
          <p:nvPr>
            <p:ph type="sldNum" sz="quarter" idx="5"/>
          </p:nvPr>
        </p:nvSpPr>
        <p:spPr/>
        <p:txBody>
          <a:bodyPr/>
          <a:lstStyle/>
          <a:p>
            <a:fld id="{BD12B623-7050-48D0-A3D6-97423B6FD21A}" type="slidenum">
              <a:rPr lang="en-AS" smtClean="0"/>
              <a:t>25</a:t>
            </a:fld>
            <a:endParaRPr lang="en-AS"/>
          </a:p>
        </p:txBody>
      </p:sp>
    </p:spTree>
    <p:extLst>
      <p:ext uri="{BB962C8B-B14F-4D97-AF65-F5344CB8AC3E}">
        <p14:creationId xmlns:p14="http://schemas.microsoft.com/office/powerpoint/2010/main" val="13223261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471183-00B3-49DC-F08D-104023819B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FC6EF3-FAF8-977F-282D-B8989A615FA2}"/>
              </a:ext>
            </a:extLst>
          </p:cNvPr>
          <p:cNvSpPr>
            <a:spLocks noGrp="1" noRot="1" noChangeAspect="1"/>
          </p:cNvSpPr>
          <p:nvPr>
            <p:ph type="sldImg"/>
          </p:nvPr>
        </p:nvSpPr>
        <p:spPr/>
        <p:txBody>
          <a:bodyPr/>
          <a:lstStyle/>
          <a:p>
            <a:endParaRPr lang="en-AS"/>
          </a:p>
        </p:txBody>
      </p:sp>
      <p:sp>
        <p:nvSpPr>
          <p:cNvPr id="3" name="Notes Placeholder 2">
            <a:extLst>
              <a:ext uri="{FF2B5EF4-FFF2-40B4-BE49-F238E27FC236}">
                <a16:creationId xmlns:a16="http://schemas.microsoft.com/office/drawing/2014/main" id="{EA661F33-DEDC-937F-C7FC-1D73A940B589}"/>
              </a:ext>
            </a:extLst>
          </p:cNvPr>
          <p:cNvSpPr>
            <a:spLocks noGrp="1"/>
          </p:cNvSpPr>
          <p:nvPr>
            <p:ph type="body" idx="1"/>
          </p:nvPr>
        </p:nvSpPr>
        <p:spPr/>
        <p:txBody>
          <a:bodyPr/>
          <a:lstStyle/>
          <a:p>
            <a:endParaRPr lang="en-AS" dirty="0"/>
          </a:p>
        </p:txBody>
      </p:sp>
      <p:sp>
        <p:nvSpPr>
          <p:cNvPr id="4" name="Slide Number Placeholder 3">
            <a:extLst>
              <a:ext uri="{FF2B5EF4-FFF2-40B4-BE49-F238E27FC236}">
                <a16:creationId xmlns:a16="http://schemas.microsoft.com/office/drawing/2014/main" id="{6F684761-7D99-F773-983C-854F98371CCC}"/>
              </a:ext>
            </a:extLst>
          </p:cNvPr>
          <p:cNvSpPr>
            <a:spLocks noGrp="1"/>
          </p:cNvSpPr>
          <p:nvPr>
            <p:ph type="sldNum" sz="quarter" idx="5"/>
          </p:nvPr>
        </p:nvSpPr>
        <p:spPr/>
        <p:txBody>
          <a:bodyPr/>
          <a:lstStyle/>
          <a:p>
            <a:fld id="{BD12B623-7050-48D0-A3D6-97423B6FD21A}" type="slidenum">
              <a:rPr lang="en-AS" smtClean="0"/>
              <a:t>28</a:t>
            </a:fld>
            <a:endParaRPr lang="en-AS"/>
          </a:p>
        </p:txBody>
      </p:sp>
    </p:spTree>
    <p:extLst>
      <p:ext uri="{BB962C8B-B14F-4D97-AF65-F5344CB8AC3E}">
        <p14:creationId xmlns:p14="http://schemas.microsoft.com/office/powerpoint/2010/main" val="35254888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CA692B-6338-BF76-4977-3468D5EF27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EF20EC-8BF5-6E76-2968-2210F921399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E87C361-36BC-F8F8-7C8B-1FDD667A68A2}"/>
              </a:ext>
            </a:extLst>
          </p:cNvPr>
          <p:cNvSpPr>
            <a:spLocks noGrp="1"/>
          </p:cNvSpPr>
          <p:nvPr>
            <p:ph type="body" idx="1"/>
          </p:nvPr>
        </p:nvSpPr>
        <p:spPr/>
        <p:txBody>
          <a:bodyPr/>
          <a:lstStyle/>
          <a:p>
            <a:r>
              <a:rPr lang="en-US" dirty="0"/>
              <a:t>Animations are done here </a:t>
            </a:r>
            <a:endParaRPr lang="en-AS" dirty="0"/>
          </a:p>
        </p:txBody>
      </p:sp>
      <p:sp>
        <p:nvSpPr>
          <p:cNvPr id="4" name="Slide Number Placeholder 3">
            <a:extLst>
              <a:ext uri="{FF2B5EF4-FFF2-40B4-BE49-F238E27FC236}">
                <a16:creationId xmlns:a16="http://schemas.microsoft.com/office/drawing/2014/main" id="{B92EB21B-0791-CFE0-ECBC-F8470218FCC5}"/>
              </a:ext>
            </a:extLst>
          </p:cNvPr>
          <p:cNvSpPr>
            <a:spLocks noGrp="1"/>
          </p:cNvSpPr>
          <p:nvPr>
            <p:ph type="sldNum" sz="quarter" idx="5"/>
          </p:nvPr>
        </p:nvSpPr>
        <p:spPr/>
        <p:txBody>
          <a:bodyPr/>
          <a:lstStyle/>
          <a:p>
            <a:fld id="{BD12B623-7050-48D0-A3D6-97423B6FD21A}" type="slidenum">
              <a:rPr lang="en-AS" smtClean="0"/>
              <a:t>29</a:t>
            </a:fld>
            <a:endParaRPr lang="en-AS"/>
          </a:p>
        </p:txBody>
      </p:sp>
    </p:spTree>
    <p:extLst>
      <p:ext uri="{BB962C8B-B14F-4D97-AF65-F5344CB8AC3E}">
        <p14:creationId xmlns:p14="http://schemas.microsoft.com/office/powerpoint/2010/main" val="17768514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DECAF-6BD3-F58E-FD08-9F86DE657B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39E3EC-B784-9859-3014-BA10A2F5DED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1E1F152-38C0-FCD1-B6D6-13FCFB6D6416}"/>
              </a:ext>
            </a:extLst>
          </p:cNvPr>
          <p:cNvSpPr>
            <a:spLocks noGrp="1"/>
          </p:cNvSpPr>
          <p:nvPr>
            <p:ph type="body" idx="1"/>
          </p:nvPr>
        </p:nvSpPr>
        <p:spPr/>
        <p:txBody>
          <a:bodyPr/>
          <a:lstStyle/>
          <a:p>
            <a:r>
              <a:rPr lang="en-US" dirty="0"/>
              <a:t>Animations are done here </a:t>
            </a:r>
            <a:endParaRPr lang="en-AS" dirty="0"/>
          </a:p>
        </p:txBody>
      </p:sp>
      <p:sp>
        <p:nvSpPr>
          <p:cNvPr id="4" name="Slide Number Placeholder 3">
            <a:extLst>
              <a:ext uri="{FF2B5EF4-FFF2-40B4-BE49-F238E27FC236}">
                <a16:creationId xmlns:a16="http://schemas.microsoft.com/office/drawing/2014/main" id="{89FC05A8-030B-3A69-9146-34FF384CF4F6}"/>
              </a:ext>
            </a:extLst>
          </p:cNvPr>
          <p:cNvSpPr>
            <a:spLocks noGrp="1"/>
          </p:cNvSpPr>
          <p:nvPr>
            <p:ph type="sldNum" sz="quarter" idx="5"/>
          </p:nvPr>
        </p:nvSpPr>
        <p:spPr/>
        <p:txBody>
          <a:bodyPr/>
          <a:lstStyle/>
          <a:p>
            <a:fld id="{BD12B623-7050-48D0-A3D6-97423B6FD21A}" type="slidenum">
              <a:rPr lang="en-AS" smtClean="0"/>
              <a:t>45</a:t>
            </a:fld>
            <a:endParaRPr lang="en-AS"/>
          </a:p>
        </p:txBody>
      </p:sp>
    </p:spTree>
    <p:extLst>
      <p:ext uri="{BB962C8B-B14F-4D97-AF65-F5344CB8AC3E}">
        <p14:creationId xmlns:p14="http://schemas.microsoft.com/office/powerpoint/2010/main" val="37175496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210743-9044-1AC2-439F-119808ADF5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A23EAA-B54B-F50A-8E9D-910B8223370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011D83C-9EE6-6B5A-9CD9-89E4DF606A40}"/>
              </a:ext>
            </a:extLst>
          </p:cNvPr>
          <p:cNvSpPr>
            <a:spLocks noGrp="1"/>
          </p:cNvSpPr>
          <p:nvPr>
            <p:ph type="body" idx="1"/>
          </p:nvPr>
        </p:nvSpPr>
        <p:spPr/>
        <p:txBody>
          <a:bodyPr/>
          <a:lstStyle/>
          <a:p>
            <a:r>
              <a:rPr lang="en-US" dirty="0"/>
              <a:t>Animations are done here </a:t>
            </a:r>
            <a:endParaRPr lang="en-AS" dirty="0"/>
          </a:p>
        </p:txBody>
      </p:sp>
      <p:sp>
        <p:nvSpPr>
          <p:cNvPr id="4" name="Slide Number Placeholder 3">
            <a:extLst>
              <a:ext uri="{FF2B5EF4-FFF2-40B4-BE49-F238E27FC236}">
                <a16:creationId xmlns:a16="http://schemas.microsoft.com/office/drawing/2014/main" id="{24D23E24-1A25-176F-AFCD-0FEEF4414A13}"/>
              </a:ext>
            </a:extLst>
          </p:cNvPr>
          <p:cNvSpPr>
            <a:spLocks noGrp="1"/>
          </p:cNvSpPr>
          <p:nvPr>
            <p:ph type="sldNum" sz="quarter" idx="5"/>
          </p:nvPr>
        </p:nvSpPr>
        <p:spPr/>
        <p:txBody>
          <a:bodyPr/>
          <a:lstStyle/>
          <a:p>
            <a:fld id="{BD12B623-7050-48D0-A3D6-97423B6FD21A}" type="slidenum">
              <a:rPr lang="en-AS" smtClean="0"/>
              <a:t>52</a:t>
            </a:fld>
            <a:endParaRPr lang="en-AS"/>
          </a:p>
        </p:txBody>
      </p:sp>
    </p:spTree>
    <p:extLst>
      <p:ext uri="{BB962C8B-B14F-4D97-AF65-F5344CB8AC3E}">
        <p14:creationId xmlns:p14="http://schemas.microsoft.com/office/powerpoint/2010/main" val="25785685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Animations are done here</a:t>
            </a:r>
            <a:endParaRPr lang="en-AS" dirty="0"/>
          </a:p>
        </p:txBody>
      </p:sp>
      <p:sp>
        <p:nvSpPr>
          <p:cNvPr id="4" name="Slide Number Placeholder 3"/>
          <p:cNvSpPr>
            <a:spLocks noGrp="1"/>
          </p:cNvSpPr>
          <p:nvPr>
            <p:ph type="sldNum" sz="quarter" idx="5"/>
          </p:nvPr>
        </p:nvSpPr>
        <p:spPr/>
        <p:txBody>
          <a:bodyPr/>
          <a:lstStyle/>
          <a:p>
            <a:fld id="{BD12B623-7050-48D0-A3D6-97423B6FD21A}" type="slidenum">
              <a:rPr lang="en-AS" smtClean="0"/>
              <a:t>56</a:t>
            </a:fld>
            <a:endParaRPr lang="en-AS"/>
          </a:p>
        </p:txBody>
      </p:sp>
    </p:spTree>
    <p:extLst>
      <p:ext uri="{BB962C8B-B14F-4D97-AF65-F5344CB8AC3E}">
        <p14:creationId xmlns:p14="http://schemas.microsoft.com/office/powerpoint/2010/main" val="7820413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5B7B82-EC45-0B8C-E236-6B62B25D551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AS"/>
          </a:p>
        </p:txBody>
      </p:sp>
      <p:sp>
        <p:nvSpPr>
          <p:cNvPr id="3" name="Subtitle 2">
            <a:extLst>
              <a:ext uri="{FF2B5EF4-FFF2-40B4-BE49-F238E27FC236}">
                <a16:creationId xmlns:a16="http://schemas.microsoft.com/office/drawing/2014/main" id="{0AB12F91-1B8F-4DB2-0DDF-880D48409B7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AS"/>
          </a:p>
        </p:txBody>
      </p:sp>
      <p:sp>
        <p:nvSpPr>
          <p:cNvPr id="4" name="Date Placeholder 3">
            <a:extLst>
              <a:ext uri="{FF2B5EF4-FFF2-40B4-BE49-F238E27FC236}">
                <a16:creationId xmlns:a16="http://schemas.microsoft.com/office/drawing/2014/main" id="{1B35E219-11DB-F79C-9362-4DB72D78953A}"/>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F008EE04-4CA1-853A-31D8-BDD223562021}"/>
              </a:ext>
            </a:extLst>
          </p:cNvPr>
          <p:cNvSpPr>
            <a:spLocks noGrp="1"/>
          </p:cNvSpPr>
          <p:nvPr>
            <p:ph type="ftr" sz="quarter" idx="11"/>
          </p:nvPr>
        </p:nvSpPr>
        <p:spPr/>
        <p:txBody>
          <a:bodyPr/>
          <a:lstStyle/>
          <a:p>
            <a:endParaRPr lang="en-AS"/>
          </a:p>
        </p:txBody>
      </p:sp>
      <p:sp>
        <p:nvSpPr>
          <p:cNvPr id="6" name="Slide Number Placeholder 5">
            <a:extLst>
              <a:ext uri="{FF2B5EF4-FFF2-40B4-BE49-F238E27FC236}">
                <a16:creationId xmlns:a16="http://schemas.microsoft.com/office/drawing/2014/main" id="{9E6BBF83-B40E-9114-157F-ACD6141B800A}"/>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120927280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A55D3D-97A8-E393-0F0A-D4E93445B14E}"/>
              </a:ext>
            </a:extLst>
          </p:cNvPr>
          <p:cNvSpPr>
            <a:spLocks noGrp="1"/>
          </p:cNvSpPr>
          <p:nvPr>
            <p:ph type="title"/>
          </p:nvPr>
        </p:nvSpPr>
        <p:spPr/>
        <p:txBody>
          <a:bodyPr/>
          <a:lstStyle/>
          <a:p>
            <a:r>
              <a:rPr lang="en-US"/>
              <a:t>Click to edit Master title style</a:t>
            </a:r>
            <a:endParaRPr lang="en-AS"/>
          </a:p>
        </p:txBody>
      </p:sp>
      <p:sp>
        <p:nvSpPr>
          <p:cNvPr id="3" name="Content Placeholder 2">
            <a:extLst>
              <a:ext uri="{FF2B5EF4-FFF2-40B4-BE49-F238E27FC236}">
                <a16:creationId xmlns:a16="http://schemas.microsoft.com/office/drawing/2014/main" id="{5D576E59-55F2-1281-52AF-D3D9ED92B4D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Date Placeholder 3">
            <a:extLst>
              <a:ext uri="{FF2B5EF4-FFF2-40B4-BE49-F238E27FC236}">
                <a16:creationId xmlns:a16="http://schemas.microsoft.com/office/drawing/2014/main" id="{13C6FD04-E692-E514-B426-D8DDB62E1EB4}"/>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6B1D2E5C-0D2E-1317-2058-87E3D058990C}"/>
              </a:ext>
            </a:extLst>
          </p:cNvPr>
          <p:cNvSpPr>
            <a:spLocks noGrp="1"/>
          </p:cNvSpPr>
          <p:nvPr>
            <p:ph type="ftr" sz="quarter" idx="11"/>
          </p:nvPr>
        </p:nvSpPr>
        <p:spPr/>
        <p:txBody>
          <a:bodyPr/>
          <a:lstStyle/>
          <a:p>
            <a:endParaRPr lang="en-AS"/>
          </a:p>
        </p:txBody>
      </p:sp>
      <p:sp>
        <p:nvSpPr>
          <p:cNvPr id="6" name="Slide Number Placeholder 5">
            <a:extLst>
              <a:ext uri="{FF2B5EF4-FFF2-40B4-BE49-F238E27FC236}">
                <a16:creationId xmlns:a16="http://schemas.microsoft.com/office/drawing/2014/main" id="{969D8AAE-E9BC-73D1-E999-E65B02FEC620}"/>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38583893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290C0A-A088-F4EE-17FB-0E39451F9C2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AS"/>
          </a:p>
        </p:txBody>
      </p:sp>
      <p:sp>
        <p:nvSpPr>
          <p:cNvPr id="3" name="Text Placeholder 2">
            <a:extLst>
              <a:ext uri="{FF2B5EF4-FFF2-40B4-BE49-F238E27FC236}">
                <a16:creationId xmlns:a16="http://schemas.microsoft.com/office/drawing/2014/main" id="{F8D8FB48-4415-45CD-6D9E-2F5C83C003C1}"/>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7D46908-2E4C-B4FC-A274-87FC019A302F}"/>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816EB4B9-BEC7-8775-80D2-6858BCD27E29}"/>
              </a:ext>
            </a:extLst>
          </p:cNvPr>
          <p:cNvSpPr>
            <a:spLocks noGrp="1"/>
          </p:cNvSpPr>
          <p:nvPr>
            <p:ph type="ftr" sz="quarter" idx="11"/>
          </p:nvPr>
        </p:nvSpPr>
        <p:spPr/>
        <p:txBody>
          <a:bodyPr/>
          <a:lstStyle/>
          <a:p>
            <a:endParaRPr lang="en-AS"/>
          </a:p>
        </p:txBody>
      </p:sp>
      <p:sp>
        <p:nvSpPr>
          <p:cNvPr id="6" name="Slide Number Placeholder 5">
            <a:extLst>
              <a:ext uri="{FF2B5EF4-FFF2-40B4-BE49-F238E27FC236}">
                <a16:creationId xmlns:a16="http://schemas.microsoft.com/office/drawing/2014/main" id="{9F65BFC6-44B0-2EBE-C2A5-42E7B2AC2876}"/>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5791541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D849F0-6262-DBFD-062E-E3A43A410806}"/>
              </a:ext>
            </a:extLst>
          </p:cNvPr>
          <p:cNvSpPr>
            <a:spLocks noGrp="1"/>
          </p:cNvSpPr>
          <p:nvPr>
            <p:ph type="title"/>
          </p:nvPr>
        </p:nvSpPr>
        <p:spPr/>
        <p:txBody>
          <a:bodyPr/>
          <a:lstStyle/>
          <a:p>
            <a:r>
              <a:rPr lang="en-US"/>
              <a:t>Click to edit Master title style</a:t>
            </a:r>
            <a:endParaRPr lang="en-AS"/>
          </a:p>
        </p:txBody>
      </p:sp>
      <p:sp>
        <p:nvSpPr>
          <p:cNvPr id="3" name="Content Placeholder 2">
            <a:extLst>
              <a:ext uri="{FF2B5EF4-FFF2-40B4-BE49-F238E27FC236}">
                <a16:creationId xmlns:a16="http://schemas.microsoft.com/office/drawing/2014/main" id="{497D6624-878E-74DB-8B85-EB7D92BB9C7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Content Placeholder 3">
            <a:extLst>
              <a:ext uri="{FF2B5EF4-FFF2-40B4-BE49-F238E27FC236}">
                <a16:creationId xmlns:a16="http://schemas.microsoft.com/office/drawing/2014/main" id="{464DFC8A-960E-30CD-8957-5A51456FB3A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5" name="Date Placeholder 4">
            <a:extLst>
              <a:ext uri="{FF2B5EF4-FFF2-40B4-BE49-F238E27FC236}">
                <a16:creationId xmlns:a16="http://schemas.microsoft.com/office/drawing/2014/main" id="{CA032238-F3E2-A08B-3C9D-24987309D2DA}"/>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6" name="Footer Placeholder 5">
            <a:extLst>
              <a:ext uri="{FF2B5EF4-FFF2-40B4-BE49-F238E27FC236}">
                <a16:creationId xmlns:a16="http://schemas.microsoft.com/office/drawing/2014/main" id="{40AD1141-A417-7C2B-0096-CD4D7111D23D}"/>
              </a:ext>
            </a:extLst>
          </p:cNvPr>
          <p:cNvSpPr>
            <a:spLocks noGrp="1"/>
          </p:cNvSpPr>
          <p:nvPr>
            <p:ph type="ftr" sz="quarter" idx="11"/>
          </p:nvPr>
        </p:nvSpPr>
        <p:spPr/>
        <p:txBody>
          <a:bodyPr/>
          <a:lstStyle/>
          <a:p>
            <a:endParaRPr lang="en-AS"/>
          </a:p>
        </p:txBody>
      </p:sp>
      <p:sp>
        <p:nvSpPr>
          <p:cNvPr id="7" name="Slide Number Placeholder 6">
            <a:extLst>
              <a:ext uri="{FF2B5EF4-FFF2-40B4-BE49-F238E27FC236}">
                <a16:creationId xmlns:a16="http://schemas.microsoft.com/office/drawing/2014/main" id="{F65F7177-CDB9-CE9B-9A63-27DCA208382A}"/>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42415083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AD170F-AB23-91AB-E5CE-C20C4C7DEEBA}"/>
              </a:ext>
            </a:extLst>
          </p:cNvPr>
          <p:cNvSpPr>
            <a:spLocks noGrp="1"/>
          </p:cNvSpPr>
          <p:nvPr>
            <p:ph type="title"/>
          </p:nvPr>
        </p:nvSpPr>
        <p:spPr>
          <a:xfrm>
            <a:off x="839788" y="365125"/>
            <a:ext cx="10515600" cy="1325563"/>
          </a:xfrm>
        </p:spPr>
        <p:txBody>
          <a:bodyPr/>
          <a:lstStyle/>
          <a:p>
            <a:r>
              <a:rPr lang="en-US"/>
              <a:t>Click to edit Master title style</a:t>
            </a:r>
            <a:endParaRPr lang="en-AS"/>
          </a:p>
        </p:txBody>
      </p:sp>
      <p:sp>
        <p:nvSpPr>
          <p:cNvPr id="3" name="Text Placeholder 2">
            <a:extLst>
              <a:ext uri="{FF2B5EF4-FFF2-40B4-BE49-F238E27FC236}">
                <a16:creationId xmlns:a16="http://schemas.microsoft.com/office/drawing/2014/main" id="{6E361100-4140-16A2-3105-EF23BB3EAD0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C9951752-2288-4DB2-D5F7-728713FE773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5" name="Text Placeholder 4">
            <a:extLst>
              <a:ext uri="{FF2B5EF4-FFF2-40B4-BE49-F238E27FC236}">
                <a16:creationId xmlns:a16="http://schemas.microsoft.com/office/drawing/2014/main" id="{F5B25DBD-2820-65F8-8AD9-78CA6085E0D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9524445B-7966-D78F-A3F0-8818D92D079B}"/>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7" name="Date Placeholder 6">
            <a:extLst>
              <a:ext uri="{FF2B5EF4-FFF2-40B4-BE49-F238E27FC236}">
                <a16:creationId xmlns:a16="http://schemas.microsoft.com/office/drawing/2014/main" id="{512B817D-CBA4-C983-EC7E-CC14E353738D}"/>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8" name="Footer Placeholder 7">
            <a:extLst>
              <a:ext uri="{FF2B5EF4-FFF2-40B4-BE49-F238E27FC236}">
                <a16:creationId xmlns:a16="http://schemas.microsoft.com/office/drawing/2014/main" id="{65E8BB42-5598-D1CF-D4A0-47CD28FC803C}"/>
              </a:ext>
            </a:extLst>
          </p:cNvPr>
          <p:cNvSpPr>
            <a:spLocks noGrp="1"/>
          </p:cNvSpPr>
          <p:nvPr>
            <p:ph type="ftr" sz="quarter" idx="11"/>
          </p:nvPr>
        </p:nvSpPr>
        <p:spPr/>
        <p:txBody>
          <a:bodyPr/>
          <a:lstStyle/>
          <a:p>
            <a:endParaRPr lang="en-AS"/>
          </a:p>
        </p:txBody>
      </p:sp>
      <p:sp>
        <p:nvSpPr>
          <p:cNvPr id="9" name="Slide Number Placeholder 8">
            <a:extLst>
              <a:ext uri="{FF2B5EF4-FFF2-40B4-BE49-F238E27FC236}">
                <a16:creationId xmlns:a16="http://schemas.microsoft.com/office/drawing/2014/main" id="{5C905E43-F575-2BB5-C60B-B14E1E6D39B7}"/>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12077341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0A26A3-11D3-F3DA-73B9-FE2DBC6D9F2D}"/>
              </a:ext>
            </a:extLst>
          </p:cNvPr>
          <p:cNvSpPr>
            <a:spLocks noGrp="1"/>
          </p:cNvSpPr>
          <p:nvPr>
            <p:ph type="title"/>
          </p:nvPr>
        </p:nvSpPr>
        <p:spPr/>
        <p:txBody>
          <a:bodyPr/>
          <a:lstStyle/>
          <a:p>
            <a:r>
              <a:rPr lang="en-US"/>
              <a:t>Click to edit Master title style</a:t>
            </a:r>
            <a:endParaRPr lang="en-AS"/>
          </a:p>
        </p:txBody>
      </p:sp>
      <p:sp>
        <p:nvSpPr>
          <p:cNvPr id="3" name="Date Placeholder 2">
            <a:extLst>
              <a:ext uri="{FF2B5EF4-FFF2-40B4-BE49-F238E27FC236}">
                <a16:creationId xmlns:a16="http://schemas.microsoft.com/office/drawing/2014/main" id="{EC2524CB-3D83-BB2A-A5DE-4F2D1CA2793F}"/>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4" name="Footer Placeholder 3">
            <a:extLst>
              <a:ext uri="{FF2B5EF4-FFF2-40B4-BE49-F238E27FC236}">
                <a16:creationId xmlns:a16="http://schemas.microsoft.com/office/drawing/2014/main" id="{747C2DFD-2B37-0424-63DF-34B7330AB021}"/>
              </a:ext>
            </a:extLst>
          </p:cNvPr>
          <p:cNvSpPr>
            <a:spLocks noGrp="1"/>
          </p:cNvSpPr>
          <p:nvPr>
            <p:ph type="ftr" sz="quarter" idx="11"/>
          </p:nvPr>
        </p:nvSpPr>
        <p:spPr/>
        <p:txBody>
          <a:bodyPr/>
          <a:lstStyle/>
          <a:p>
            <a:endParaRPr lang="en-AS"/>
          </a:p>
        </p:txBody>
      </p:sp>
      <p:sp>
        <p:nvSpPr>
          <p:cNvPr id="5" name="Slide Number Placeholder 4">
            <a:extLst>
              <a:ext uri="{FF2B5EF4-FFF2-40B4-BE49-F238E27FC236}">
                <a16:creationId xmlns:a16="http://schemas.microsoft.com/office/drawing/2014/main" id="{6CEC628E-1C81-290E-8F0E-28EF43D6992D}"/>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30784307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A564D00-9E41-8B8D-9A64-7AFF364B2BDE}"/>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3" name="Footer Placeholder 2">
            <a:extLst>
              <a:ext uri="{FF2B5EF4-FFF2-40B4-BE49-F238E27FC236}">
                <a16:creationId xmlns:a16="http://schemas.microsoft.com/office/drawing/2014/main" id="{F6827EA0-B94E-F610-8755-3A63BF1566A4}"/>
              </a:ext>
            </a:extLst>
          </p:cNvPr>
          <p:cNvSpPr>
            <a:spLocks noGrp="1"/>
          </p:cNvSpPr>
          <p:nvPr>
            <p:ph type="ftr" sz="quarter" idx="11"/>
          </p:nvPr>
        </p:nvSpPr>
        <p:spPr/>
        <p:txBody>
          <a:bodyPr/>
          <a:lstStyle/>
          <a:p>
            <a:endParaRPr lang="en-AS"/>
          </a:p>
        </p:txBody>
      </p:sp>
      <p:sp>
        <p:nvSpPr>
          <p:cNvPr id="4" name="Slide Number Placeholder 3">
            <a:extLst>
              <a:ext uri="{FF2B5EF4-FFF2-40B4-BE49-F238E27FC236}">
                <a16:creationId xmlns:a16="http://schemas.microsoft.com/office/drawing/2014/main" id="{83C8C033-9171-6BE6-2923-3AA12687C11A}"/>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33912706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EC5606-E96E-3790-1AC2-AE3876C2FAD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S"/>
          </a:p>
        </p:txBody>
      </p:sp>
      <p:sp>
        <p:nvSpPr>
          <p:cNvPr id="3" name="Content Placeholder 2">
            <a:extLst>
              <a:ext uri="{FF2B5EF4-FFF2-40B4-BE49-F238E27FC236}">
                <a16:creationId xmlns:a16="http://schemas.microsoft.com/office/drawing/2014/main" id="{36B12C33-87A7-CA09-63AA-D6043EEF72D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Text Placeholder 3">
            <a:extLst>
              <a:ext uri="{FF2B5EF4-FFF2-40B4-BE49-F238E27FC236}">
                <a16:creationId xmlns:a16="http://schemas.microsoft.com/office/drawing/2014/main" id="{96A18245-DCF1-379F-2930-B0EEA3A4E14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D192D3A-CA89-34AA-706F-14BD489FEEFC}"/>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6" name="Footer Placeholder 5">
            <a:extLst>
              <a:ext uri="{FF2B5EF4-FFF2-40B4-BE49-F238E27FC236}">
                <a16:creationId xmlns:a16="http://schemas.microsoft.com/office/drawing/2014/main" id="{5D81B18F-168D-DAB0-C3A7-42E3D25CD4DA}"/>
              </a:ext>
            </a:extLst>
          </p:cNvPr>
          <p:cNvSpPr>
            <a:spLocks noGrp="1"/>
          </p:cNvSpPr>
          <p:nvPr>
            <p:ph type="ftr" sz="quarter" idx="11"/>
          </p:nvPr>
        </p:nvSpPr>
        <p:spPr/>
        <p:txBody>
          <a:bodyPr/>
          <a:lstStyle/>
          <a:p>
            <a:endParaRPr lang="en-AS"/>
          </a:p>
        </p:txBody>
      </p:sp>
      <p:sp>
        <p:nvSpPr>
          <p:cNvPr id="7" name="Slide Number Placeholder 6">
            <a:extLst>
              <a:ext uri="{FF2B5EF4-FFF2-40B4-BE49-F238E27FC236}">
                <a16:creationId xmlns:a16="http://schemas.microsoft.com/office/drawing/2014/main" id="{EF0EDFCE-8B78-7BB4-EE64-A01F30B2EBAE}"/>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14617264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DAE070-B909-4C58-F16A-063DF4EFA4B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S"/>
          </a:p>
        </p:txBody>
      </p:sp>
      <p:sp>
        <p:nvSpPr>
          <p:cNvPr id="3" name="Picture Placeholder 2">
            <a:extLst>
              <a:ext uri="{FF2B5EF4-FFF2-40B4-BE49-F238E27FC236}">
                <a16:creationId xmlns:a16="http://schemas.microsoft.com/office/drawing/2014/main" id="{B1BA7C2C-55C3-1681-09C9-6DFDAE0629C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S"/>
          </a:p>
        </p:txBody>
      </p:sp>
      <p:sp>
        <p:nvSpPr>
          <p:cNvPr id="4" name="Text Placeholder 3">
            <a:extLst>
              <a:ext uri="{FF2B5EF4-FFF2-40B4-BE49-F238E27FC236}">
                <a16:creationId xmlns:a16="http://schemas.microsoft.com/office/drawing/2014/main" id="{E72AF920-D4D7-3AC8-1A10-5A0FF85FC73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D6A249D-87FA-54E0-03B5-16A9A13E7450}"/>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6" name="Footer Placeholder 5">
            <a:extLst>
              <a:ext uri="{FF2B5EF4-FFF2-40B4-BE49-F238E27FC236}">
                <a16:creationId xmlns:a16="http://schemas.microsoft.com/office/drawing/2014/main" id="{3E98C644-33D7-814C-48DD-46D4EBB012FD}"/>
              </a:ext>
            </a:extLst>
          </p:cNvPr>
          <p:cNvSpPr>
            <a:spLocks noGrp="1"/>
          </p:cNvSpPr>
          <p:nvPr>
            <p:ph type="ftr" sz="quarter" idx="11"/>
          </p:nvPr>
        </p:nvSpPr>
        <p:spPr/>
        <p:txBody>
          <a:bodyPr/>
          <a:lstStyle/>
          <a:p>
            <a:endParaRPr lang="en-AS"/>
          </a:p>
        </p:txBody>
      </p:sp>
      <p:sp>
        <p:nvSpPr>
          <p:cNvPr id="7" name="Slide Number Placeholder 6">
            <a:extLst>
              <a:ext uri="{FF2B5EF4-FFF2-40B4-BE49-F238E27FC236}">
                <a16:creationId xmlns:a16="http://schemas.microsoft.com/office/drawing/2014/main" id="{3925F7CA-67B8-DE15-0AA4-E17CC17E3B88}"/>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22289688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002A5F-451A-05B4-FA76-4D77AFEE84EC}"/>
              </a:ext>
            </a:extLst>
          </p:cNvPr>
          <p:cNvSpPr>
            <a:spLocks noGrp="1"/>
          </p:cNvSpPr>
          <p:nvPr>
            <p:ph type="title"/>
          </p:nvPr>
        </p:nvSpPr>
        <p:spPr/>
        <p:txBody>
          <a:bodyPr/>
          <a:lstStyle/>
          <a:p>
            <a:r>
              <a:rPr lang="en-US"/>
              <a:t>Click to edit Master title style</a:t>
            </a:r>
            <a:endParaRPr lang="en-AS"/>
          </a:p>
        </p:txBody>
      </p:sp>
      <p:sp>
        <p:nvSpPr>
          <p:cNvPr id="3" name="Vertical Text Placeholder 2">
            <a:extLst>
              <a:ext uri="{FF2B5EF4-FFF2-40B4-BE49-F238E27FC236}">
                <a16:creationId xmlns:a16="http://schemas.microsoft.com/office/drawing/2014/main" id="{46AAE79B-C642-23F4-E188-EF94D044B764}"/>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Date Placeholder 3">
            <a:extLst>
              <a:ext uri="{FF2B5EF4-FFF2-40B4-BE49-F238E27FC236}">
                <a16:creationId xmlns:a16="http://schemas.microsoft.com/office/drawing/2014/main" id="{F60B7B04-9B98-071F-99F8-E6B35C4EFDDF}"/>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DB39D771-8F75-68DD-4619-E7785CFCE80E}"/>
              </a:ext>
            </a:extLst>
          </p:cNvPr>
          <p:cNvSpPr>
            <a:spLocks noGrp="1"/>
          </p:cNvSpPr>
          <p:nvPr>
            <p:ph type="ftr" sz="quarter" idx="11"/>
          </p:nvPr>
        </p:nvSpPr>
        <p:spPr/>
        <p:txBody>
          <a:bodyPr/>
          <a:lstStyle/>
          <a:p>
            <a:endParaRPr lang="en-AS"/>
          </a:p>
        </p:txBody>
      </p:sp>
      <p:sp>
        <p:nvSpPr>
          <p:cNvPr id="6" name="Slide Number Placeholder 5">
            <a:extLst>
              <a:ext uri="{FF2B5EF4-FFF2-40B4-BE49-F238E27FC236}">
                <a16:creationId xmlns:a16="http://schemas.microsoft.com/office/drawing/2014/main" id="{9B63B59A-3E5F-DCAC-B584-F87D50DF9D0A}"/>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221204288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D1CD09A-58F1-6F4E-124F-83E405E0D71B}"/>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AS"/>
          </a:p>
        </p:txBody>
      </p:sp>
      <p:sp>
        <p:nvSpPr>
          <p:cNvPr id="3" name="Vertical Text Placeholder 2">
            <a:extLst>
              <a:ext uri="{FF2B5EF4-FFF2-40B4-BE49-F238E27FC236}">
                <a16:creationId xmlns:a16="http://schemas.microsoft.com/office/drawing/2014/main" id="{E64A1A83-79FA-3059-A48E-1150C641B57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Date Placeholder 3">
            <a:extLst>
              <a:ext uri="{FF2B5EF4-FFF2-40B4-BE49-F238E27FC236}">
                <a16:creationId xmlns:a16="http://schemas.microsoft.com/office/drawing/2014/main" id="{3B7144CD-990E-1ABB-6EF6-F972A4F9A5C2}"/>
              </a:ext>
            </a:extLst>
          </p:cNvPr>
          <p:cNvSpPr>
            <a:spLocks noGrp="1"/>
          </p:cNvSpPr>
          <p:nvPr>
            <p:ph type="dt" sz="half" idx="10"/>
          </p:nvPr>
        </p:nvSpPr>
        <p:spPr/>
        <p:txBody>
          <a:body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1BD32439-157A-229D-0727-DA70FAC8F9C4}"/>
              </a:ext>
            </a:extLst>
          </p:cNvPr>
          <p:cNvSpPr>
            <a:spLocks noGrp="1"/>
          </p:cNvSpPr>
          <p:nvPr>
            <p:ph type="ftr" sz="quarter" idx="11"/>
          </p:nvPr>
        </p:nvSpPr>
        <p:spPr/>
        <p:txBody>
          <a:bodyPr/>
          <a:lstStyle/>
          <a:p>
            <a:endParaRPr lang="en-AS"/>
          </a:p>
        </p:txBody>
      </p:sp>
      <p:sp>
        <p:nvSpPr>
          <p:cNvPr id="6" name="Slide Number Placeholder 5">
            <a:extLst>
              <a:ext uri="{FF2B5EF4-FFF2-40B4-BE49-F238E27FC236}">
                <a16:creationId xmlns:a16="http://schemas.microsoft.com/office/drawing/2014/main" id="{2B8A7045-A34B-3D68-B7A3-AD26BD9370EB}"/>
              </a:ext>
            </a:extLst>
          </p:cNvPr>
          <p:cNvSpPr>
            <a:spLocks noGrp="1"/>
          </p:cNvSpPr>
          <p:nvPr>
            <p:ph type="sldNum" sz="quarter" idx="12"/>
          </p:nvPr>
        </p:nvSpPr>
        <p:spPr/>
        <p:txBody>
          <a:bodyPr/>
          <a:lstStyle/>
          <a:p>
            <a:fld id="{AD91D796-2600-4CB1-AF8F-6B90FC341573}" type="slidenum">
              <a:rPr lang="en-AS" smtClean="0"/>
              <a:t>‹#›</a:t>
            </a:fld>
            <a:endParaRPr lang="en-AS"/>
          </a:p>
        </p:txBody>
      </p:sp>
    </p:spTree>
    <p:extLst>
      <p:ext uri="{BB962C8B-B14F-4D97-AF65-F5344CB8AC3E}">
        <p14:creationId xmlns:p14="http://schemas.microsoft.com/office/powerpoint/2010/main" val="40217995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EEEEE"/>
        </a:solidFill>
        <a:effectLst/>
      </p:bgPr>
    </p:bg>
    <p:spTree>
      <p:nvGrpSpPr>
        <p:cNvPr id="1" name=""/>
        <p:cNvGrpSpPr/>
        <p:nvPr/>
      </p:nvGrpSpPr>
      <p:grpSpPr>
        <a:xfrm>
          <a:off x="0" y="0"/>
          <a:ext cx="0" cy="0"/>
          <a:chOff x="0" y="0"/>
          <a:chExt cx="0" cy="0"/>
        </a:xfrm>
      </p:grpSpPr>
      <p:sp>
        <p:nvSpPr>
          <p:cNvPr id="7" name="ToolsToo_Slide" descr="ToolsToo_Slide">
            <a:extLst>
              <a:ext uri="{FF2B5EF4-FFF2-40B4-BE49-F238E27FC236}">
                <a16:creationId xmlns:a16="http://schemas.microsoft.com/office/drawing/2014/main" id="{81F25A46-1ECD-70AB-1A2B-A9FBC210FD83}"/>
              </a:ext>
            </a:extLst>
          </p:cNvPr>
          <p:cNvSpPr/>
          <p:nvPr userDrawn="1"/>
        </p:nvSpPr>
        <p:spPr>
          <a:xfrm>
            <a:off x="0" y="0"/>
            <a:ext cx="12192000" cy="6858000"/>
          </a:xfrm>
          <a:prstGeom prst="rect">
            <a:avLst/>
          </a:prstGeom>
          <a:noFill/>
          <a:ln w="1905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Title Placeholder 1">
            <a:extLst>
              <a:ext uri="{FF2B5EF4-FFF2-40B4-BE49-F238E27FC236}">
                <a16:creationId xmlns:a16="http://schemas.microsoft.com/office/drawing/2014/main" id="{98EDA5F7-1A66-3233-1EF4-60BFE0AF318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AS"/>
          </a:p>
        </p:txBody>
      </p:sp>
      <p:sp>
        <p:nvSpPr>
          <p:cNvPr id="3" name="Text Placeholder 2">
            <a:extLst>
              <a:ext uri="{FF2B5EF4-FFF2-40B4-BE49-F238E27FC236}">
                <a16:creationId xmlns:a16="http://schemas.microsoft.com/office/drawing/2014/main" id="{729D9D77-EDC0-9229-B419-EF06E81DB3B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S"/>
          </a:p>
        </p:txBody>
      </p:sp>
      <p:sp>
        <p:nvSpPr>
          <p:cNvPr id="4" name="Date Placeholder 3">
            <a:extLst>
              <a:ext uri="{FF2B5EF4-FFF2-40B4-BE49-F238E27FC236}">
                <a16:creationId xmlns:a16="http://schemas.microsoft.com/office/drawing/2014/main" id="{CF4BE227-0451-6379-9438-58686749CA0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234B5934-90B6-4F1A-85C1-9099D1C51237}" type="datetimeFigureOut">
              <a:rPr lang="en-AS" smtClean="0"/>
              <a:t>06/20/2026</a:t>
            </a:fld>
            <a:endParaRPr lang="en-AS"/>
          </a:p>
        </p:txBody>
      </p:sp>
      <p:sp>
        <p:nvSpPr>
          <p:cNvPr id="5" name="Footer Placeholder 4">
            <a:extLst>
              <a:ext uri="{FF2B5EF4-FFF2-40B4-BE49-F238E27FC236}">
                <a16:creationId xmlns:a16="http://schemas.microsoft.com/office/drawing/2014/main" id="{4F823E64-D5E7-1E13-9419-6FD1F86E8F77}"/>
              </a:ext>
            </a:extLst>
          </p:cNvPr>
          <p:cNvSpPr>
            <a:spLocks noGrp="1"/>
          </p:cNvSpPr>
          <p:nvPr>
            <p:ph type="ftr" sz="quarter" idx="3"/>
          </p:nvPr>
        </p:nvSpPr>
        <p:spPr>
          <a:xfrm>
            <a:off x="7713600" y="6492875"/>
            <a:ext cx="4114800" cy="365125"/>
          </a:xfrm>
          <a:prstGeom prst="rect">
            <a:avLst/>
          </a:prstGeom>
        </p:spPr>
        <p:txBody>
          <a:bodyPr vert="horz" lIns="91440" tIns="45720" rIns="91440" bIns="45720" rtlCol="0" anchor="ctr"/>
          <a:lstStyle>
            <a:lvl1pPr algn="r">
              <a:defRPr sz="1200">
                <a:solidFill>
                  <a:schemeClr val="tx1"/>
                </a:solidFill>
                <a:latin typeface="Times New Roman" panose="02020603050405020304" pitchFamily="18" charset="0"/>
                <a:cs typeface="Times New Roman" panose="02020603050405020304" pitchFamily="18" charset="0"/>
              </a:defRPr>
            </a:lvl1pPr>
          </a:lstStyle>
          <a:p>
            <a:pPr algn="r"/>
            <a:endParaRPr lang="en-AS" dirty="0"/>
          </a:p>
        </p:txBody>
      </p:sp>
      <p:sp>
        <p:nvSpPr>
          <p:cNvPr id="6" name="Slide Number Placeholder 5">
            <a:extLst>
              <a:ext uri="{FF2B5EF4-FFF2-40B4-BE49-F238E27FC236}">
                <a16:creationId xmlns:a16="http://schemas.microsoft.com/office/drawing/2014/main" id="{D1195FA7-C53D-EE04-A183-745F10EDFED0}"/>
              </a:ext>
            </a:extLst>
          </p:cNvPr>
          <p:cNvSpPr>
            <a:spLocks noGrp="1"/>
          </p:cNvSpPr>
          <p:nvPr>
            <p:ph type="sldNum" sz="quarter" idx="4"/>
          </p:nvPr>
        </p:nvSpPr>
        <p:spPr>
          <a:xfrm>
            <a:off x="11828400" y="6492875"/>
            <a:ext cx="363600" cy="365125"/>
          </a:xfrm>
          <a:prstGeom prst="rect">
            <a:avLst/>
          </a:prstGeom>
        </p:spPr>
        <p:txBody>
          <a:bodyPr vert="horz" lIns="91440" tIns="45720" rIns="91440" bIns="45720" rtlCol="0" anchor="ctr"/>
          <a:lstStyle>
            <a:lvl1pPr algn="ctr">
              <a:defRPr sz="1200" b="1">
                <a:solidFill>
                  <a:schemeClr val="tx1"/>
                </a:solidFill>
              </a:defRPr>
            </a:lvl1pPr>
          </a:lstStyle>
          <a:p>
            <a:fld id="{AD91D796-2600-4CB1-AF8F-6B90FC341573}" type="slidenum">
              <a:rPr lang="en-AS" smtClean="0"/>
              <a:pPr/>
              <a:t>‹#›</a:t>
            </a:fld>
            <a:endParaRPr lang="en-AS" dirty="0"/>
          </a:p>
        </p:txBody>
      </p:sp>
    </p:spTree>
    <p:extLst>
      <p:ext uri="{BB962C8B-B14F-4D97-AF65-F5344CB8AC3E}">
        <p14:creationId xmlns:p14="http://schemas.microsoft.com/office/powerpoint/2010/main" val="350315605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A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image" Target="../media/image1.svg"/><Relationship Id="rId4" Type="http://schemas.openxmlformats.org/officeDocument/2006/relationships/image" Target="../media/image4.svg"/></Relationships>
</file>

<file path=ppt/slides/_rels/slide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6.svg"/><Relationship Id="rId5" Type="http://schemas.openxmlformats.org/officeDocument/2006/relationships/image" Target="../media/image4.svg"/><Relationship Id="rId4" Type="http://schemas.openxmlformats.org/officeDocument/2006/relationships/image" Target="../media/image1.svg"/></Relationships>
</file>

<file path=ppt/slides/_rels/slide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xml"/><Relationship Id="rId1" Type="http://schemas.openxmlformats.org/officeDocument/2006/relationships/slideLayout" Target="../slideLayouts/slideLayout7.xml"/><Relationship Id="rId5" Type="http://schemas.openxmlformats.org/officeDocument/2006/relationships/image" Target="../media/image7.png"/><Relationship Id="rId4" Type="http://schemas.openxmlformats.org/officeDocument/2006/relationships/image" Target="../media/image7.svg"/></Relationships>
</file>

<file path=ppt/slides/_rels/slide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8.svg"/><Relationship Id="rId5" Type="http://schemas.openxmlformats.org/officeDocument/2006/relationships/image" Target="../media/image80.png"/><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xml"/><Relationship Id="rId1" Type="http://schemas.openxmlformats.org/officeDocument/2006/relationships/slideLayout" Target="../slideLayouts/slideLayout7.xml"/><Relationship Id="rId5" Type="http://schemas.openxmlformats.org/officeDocument/2006/relationships/image" Target="../media/image6.svg"/><Relationship Id="rId4" Type="http://schemas.openxmlformats.org/officeDocument/2006/relationships/image" Target="../media/image1.svg"/></Relationships>
</file>

<file path=ppt/slides/_rels/slide8.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11.emf"/><Relationship Id="rId5" Type="http://schemas.openxmlformats.org/officeDocument/2006/relationships/oleObject" Target="file:///D:\Study\Microsoft\Power%20Point\Film\Main%20Data.xlsx!Task%20Sheet!R5C3:R15C8" TargetMode="External"/><Relationship Id="rId4" Type="http://schemas.openxmlformats.org/officeDocument/2006/relationships/image" Target="../media/image10.svg"/></Relationships>
</file>

<file path=ppt/slides/_rels/slide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13.svg"/></Relationships>
</file>

<file path=ppt/slides/_rels/slide10.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15.svg"/></Relationships>
</file>

<file path=ppt/slides/_rels/slide11.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7.xml"/><Relationship Id="rId5" Type="http://schemas.openxmlformats.org/officeDocument/2006/relationships/image" Target="../media/image18.svg"/><Relationship Id="rId4" Type="http://schemas.microsoft.com/office/2007/relationships/hdphoto" Target="../media/hdphoto1.wdp"/></Relationships>
</file>

<file path=ppt/slides/_rels/slide1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1.sv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sv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sv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22.svg"/></Relationships>
</file>

<file path=ppt/slides/_rels/slide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xml"/><Relationship Id="rId1" Type="http://schemas.openxmlformats.org/officeDocument/2006/relationships/slideLayout" Target="../slideLayouts/slideLayout7.xml"/><Relationship Id="rId5" Type="http://schemas.openxmlformats.org/officeDocument/2006/relationships/image" Target="../media/image6.svg"/><Relationship Id="rId4" Type="http://schemas.openxmlformats.org/officeDocument/2006/relationships/image" Target="../media/image1.svg"/></Relationships>
</file>

<file path=ppt/slides/_rels/slide25.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24.svg"/></Relationships>
</file>

<file path=ppt/slides/_rels/slide2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4.sv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1.svg"/><Relationship Id="rId7" Type="http://schemas.openxmlformats.org/officeDocument/2006/relationships/image" Target="../media/image260.png"/><Relationship Id="rId2" Type="http://schemas.openxmlformats.org/officeDocument/2006/relationships/image" Target="../media/image4.svg"/><Relationship Id="rId1" Type="http://schemas.openxmlformats.org/officeDocument/2006/relationships/slideLayout" Target="../slideLayouts/slideLayout7.xml"/><Relationship Id="rId4" Type="http://schemas.openxmlformats.org/officeDocument/2006/relationships/image" Target="../media/image251.png"/></Relationships>
</file>

<file path=ppt/slides/_rels/slide28.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7.png"/><Relationship Id="rId3" Type="http://schemas.openxmlformats.org/officeDocument/2006/relationships/image" Target="../media/image171.png"/><Relationship Id="rId7" Type="http://schemas.openxmlformats.org/officeDocument/2006/relationships/image" Target="../media/image21.png"/><Relationship Id="rId12" Type="http://schemas.openxmlformats.org/officeDocument/2006/relationships/image" Target="../media/image26.png"/><Relationship Id="rId2" Type="http://schemas.openxmlformats.org/officeDocument/2006/relationships/notesSlide" Target="../notesSlides/notesSlide14.xml"/><Relationship Id="rId1" Type="http://schemas.openxmlformats.org/officeDocument/2006/relationships/slideLayout" Target="../slideLayouts/slideLayout7.xml"/><Relationship Id="rId6" Type="http://schemas.openxmlformats.org/officeDocument/2006/relationships/image" Target="../media/image20.png"/><Relationship Id="rId11" Type="http://schemas.openxmlformats.org/officeDocument/2006/relationships/image" Target="../media/image25.png"/><Relationship Id="rId5" Type="http://schemas.openxmlformats.org/officeDocument/2006/relationships/image" Target="../media/image19.png"/><Relationship Id="rId10" Type="http://schemas.openxmlformats.org/officeDocument/2006/relationships/image" Target="../media/image24.png"/><Relationship Id="rId4" Type="http://schemas.openxmlformats.org/officeDocument/2006/relationships/image" Target="../media/image181.png"/><Relationship Id="rId9" Type="http://schemas.openxmlformats.org/officeDocument/2006/relationships/image" Target="../media/image23.png"/><Relationship Id="rId14" Type="http://schemas.openxmlformats.org/officeDocument/2006/relationships/image" Target="../media/image28.png"/></Relationships>
</file>

<file path=ppt/slides/_rels/slide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7.xml"/><Relationship Id="rId5" Type="http://schemas.openxmlformats.org/officeDocument/2006/relationships/image" Target="../media/image1.svg"/><Relationship Id="rId4" Type="http://schemas.openxmlformats.org/officeDocument/2006/relationships/image" Target="../media/image6.svg"/></Relationships>
</file>

<file path=ppt/slides/_rels/slide30.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4.sv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4.svg"/><Relationship Id="rId1" Type="http://schemas.openxmlformats.org/officeDocument/2006/relationships/slideLayout" Target="../slideLayouts/slideLayout7.xml"/><Relationship Id="rId4" Type="http://schemas.openxmlformats.org/officeDocument/2006/relationships/image" Target="../media/image25.svg"/></Relationships>
</file>

<file path=ppt/slides/_rels/slide32.xml.rels><?xml version="1.0" encoding="UTF-8" standalone="yes"?>
<Relationships xmlns="http://schemas.openxmlformats.org/package/2006/relationships"><Relationship Id="rId8" Type="http://schemas.openxmlformats.org/officeDocument/2006/relationships/image" Target="../media/image190.png"/><Relationship Id="rId7" Type="http://schemas.openxmlformats.org/officeDocument/2006/relationships/image" Target="../media/image180.png"/><Relationship Id="rId2" Type="http://schemas.openxmlformats.org/officeDocument/2006/relationships/image" Target="../media/image4.svg"/><Relationship Id="rId1" Type="http://schemas.openxmlformats.org/officeDocument/2006/relationships/slideLayout" Target="../slideLayouts/slideLayout7.xml"/><Relationship Id="rId6" Type="http://schemas.openxmlformats.org/officeDocument/2006/relationships/image" Target="../media/image170.png"/><Relationship Id="rId11" Type="http://schemas.openxmlformats.org/officeDocument/2006/relationships/image" Target="../media/image26.jpg"/><Relationship Id="rId5" Type="http://schemas.openxmlformats.org/officeDocument/2006/relationships/image" Target="../media/image160.png"/><Relationship Id="rId10" Type="http://schemas.openxmlformats.org/officeDocument/2006/relationships/image" Target="../media/image25.svg"/><Relationship Id="rId4" Type="http://schemas.openxmlformats.org/officeDocument/2006/relationships/image" Target="../media/image150.png"/><Relationship Id="rId9" Type="http://schemas.openxmlformats.org/officeDocument/2006/relationships/image" Target="../media/image200.png"/></Relationships>
</file>

<file path=ppt/slides/_rels/slide3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1.svg"/><Relationship Id="rId1" Type="http://schemas.openxmlformats.org/officeDocument/2006/relationships/slideLayout" Target="../slideLayouts/slideLayout7.xml"/><Relationship Id="rId4" Type="http://schemas.openxmlformats.org/officeDocument/2006/relationships/image" Target="../media/image25.svg"/></Relationships>
</file>

<file path=ppt/slides/_rels/slide34.xml.rels><?xml version="1.0" encoding="UTF-8" standalone="yes"?>
<Relationships xmlns="http://schemas.openxmlformats.org/package/2006/relationships"><Relationship Id="rId3" Type="http://schemas.openxmlformats.org/officeDocument/2006/relationships/image" Target="../media/image4.svg"/><Relationship Id="rId7" Type="http://schemas.openxmlformats.org/officeDocument/2006/relationships/image" Target="../media/image26.jpg"/><Relationship Id="rId2" Type="http://schemas.openxmlformats.org/officeDocument/2006/relationships/image" Target="../media/image1.svg"/><Relationship Id="rId1" Type="http://schemas.openxmlformats.org/officeDocument/2006/relationships/slideLayout" Target="../slideLayouts/slideLayout7.xml"/><Relationship Id="rId6" Type="http://schemas.microsoft.com/office/2007/relationships/hdphoto" Target="../media/hdphoto2.wdp"/><Relationship Id="rId5" Type="http://schemas.openxmlformats.org/officeDocument/2006/relationships/image" Target="../media/image29.png"/><Relationship Id="rId4" Type="http://schemas.openxmlformats.org/officeDocument/2006/relationships/image" Target="../media/image25.svg"/></Relationships>
</file>

<file path=ppt/slides/_rels/slide3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0.svg"/><Relationship Id="rId1" Type="http://schemas.openxmlformats.org/officeDocument/2006/relationships/slideLayout" Target="../slideLayouts/slideLayout7.xml"/><Relationship Id="rId4" Type="http://schemas.openxmlformats.org/officeDocument/2006/relationships/image" Target="../media/image25.svg"/></Relationships>
</file>

<file path=ppt/slides/_rels/slide36.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4.svg"/><Relationship Id="rId1" Type="http://schemas.openxmlformats.org/officeDocument/2006/relationships/slideLayout" Target="../slideLayouts/slideLayout7.xml"/><Relationship Id="rId4" Type="http://schemas.openxmlformats.org/officeDocument/2006/relationships/image" Target="../media/image31.png"/></Relationships>
</file>

<file path=ppt/slides/_rels/slide37.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4.svg"/><Relationship Id="rId1" Type="http://schemas.openxmlformats.org/officeDocument/2006/relationships/slideLayout" Target="../slideLayouts/slideLayout7.xml"/><Relationship Id="rId4" Type="http://schemas.openxmlformats.org/officeDocument/2006/relationships/image" Target="../media/image1.svg"/></Relationships>
</file>

<file path=ppt/slides/_rels/slide38.xml.rels><?xml version="1.0" encoding="UTF-8" standalone="yes"?>
<Relationships xmlns="http://schemas.openxmlformats.org/package/2006/relationships"><Relationship Id="rId8" Type="http://schemas.openxmlformats.org/officeDocument/2006/relationships/image" Target="../media/image291.png"/><Relationship Id="rId3" Type="http://schemas.openxmlformats.org/officeDocument/2006/relationships/image" Target="../media/image4.svg"/><Relationship Id="rId7" Type="http://schemas.openxmlformats.org/officeDocument/2006/relationships/image" Target="../media/image282.png"/><Relationship Id="rId2" Type="http://schemas.openxmlformats.org/officeDocument/2006/relationships/image" Target="../media/image32.svg"/><Relationship Id="rId1" Type="http://schemas.openxmlformats.org/officeDocument/2006/relationships/slideLayout" Target="../slideLayouts/slideLayout7.xml"/><Relationship Id="rId6" Type="http://schemas.openxmlformats.org/officeDocument/2006/relationships/image" Target="../media/image272.png"/><Relationship Id="rId5" Type="http://schemas.openxmlformats.org/officeDocument/2006/relationships/image" Target="../media/image231.png"/><Relationship Id="rId4" Type="http://schemas.openxmlformats.org/officeDocument/2006/relationships/image" Target="../media/image25.svg"/></Relationships>
</file>

<file path=ppt/slides/_rels/slide3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3.svg"/><Relationship Id="rId1" Type="http://schemas.openxmlformats.org/officeDocument/2006/relationships/slideLayout" Target="../slideLayouts/slideLayout7.xml"/><Relationship Id="rId4" Type="http://schemas.openxmlformats.org/officeDocument/2006/relationships/image" Target="../media/image25.svg"/></Relationships>
</file>

<file path=ppt/slides/_rels/slide4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3.svg"/><Relationship Id="rId1" Type="http://schemas.openxmlformats.org/officeDocument/2006/relationships/slideLayout" Target="../slideLayouts/slideLayout7.xml"/><Relationship Id="rId5" Type="http://schemas.openxmlformats.org/officeDocument/2006/relationships/image" Target="../media/image25.svg"/><Relationship Id="rId4" Type="http://schemas.openxmlformats.org/officeDocument/2006/relationships/image" Target="../media/image310.png"/></Relationships>
</file>

<file path=ppt/slides/_rels/slide41.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4.svg"/><Relationship Id="rId1" Type="http://schemas.openxmlformats.org/officeDocument/2006/relationships/slideLayout" Target="../slideLayouts/slideLayout7.xml"/><Relationship Id="rId5" Type="http://schemas.openxmlformats.org/officeDocument/2006/relationships/image" Target="../media/image37.png"/><Relationship Id="rId4" Type="http://schemas.openxmlformats.org/officeDocument/2006/relationships/image" Target="../media/image36.svg"/></Relationships>
</file>

<file path=ppt/slides/_rels/slide42.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4.svg"/><Relationship Id="rId1" Type="http://schemas.openxmlformats.org/officeDocument/2006/relationships/slideLayout" Target="../slideLayouts/slideLayout7.xml"/><Relationship Id="rId5" Type="http://schemas.openxmlformats.org/officeDocument/2006/relationships/image" Target="../media/image38.png"/><Relationship Id="rId4" Type="http://schemas.openxmlformats.org/officeDocument/2006/relationships/image" Target="../media/image36.svg"/></Relationships>
</file>

<file path=ppt/slides/_rels/slide43.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4.svg"/><Relationship Id="rId1" Type="http://schemas.openxmlformats.org/officeDocument/2006/relationships/slideLayout" Target="../slideLayouts/slideLayout7.xml"/><Relationship Id="rId5" Type="http://schemas.openxmlformats.org/officeDocument/2006/relationships/image" Target="../media/image39.png"/><Relationship Id="rId4" Type="http://schemas.openxmlformats.org/officeDocument/2006/relationships/image" Target="../media/image36.svg"/></Relationships>
</file>

<file path=ppt/slides/_rels/slide44.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4.svg"/><Relationship Id="rId1" Type="http://schemas.openxmlformats.org/officeDocument/2006/relationships/slideLayout" Target="../slideLayouts/slideLayout7.xml"/><Relationship Id="rId5" Type="http://schemas.openxmlformats.org/officeDocument/2006/relationships/image" Target="../media/image40.png"/><Relationship Id="rId4" Type="http://schemas.openxmlformats.org/officeDocument/2006/relationships/image" Target="../media/image36.svg"/></Relationships>
</file>

<file path=ppt/slides/_rels/slide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6.svg"/></Relationships>
</file>

<file path=ppt/slides/_rels/slide4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1.sv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1.sv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41.svg"/><Relationship Id="rId7" Type="http://schemas.openxmlformats.org/officeDocument/2006/relationships/chart" Target="../charts/chart1.xml"/><Relationship Id="rId2" Type="http://schemas.openxmlformats.org/officeDocument/2006/relationships/image" Target="../media/image42.svg"/><Relationship Id="rId1" Type="http://schemas.openxmlformats.org/officeDocument/2006/relationships/slideLayout" Target="../slideLayouts/slideLayout7.xml"/><Relationship Id="rId6" Type="http://schemas.openxmlformats.org/officeDocument/2006/relationships/image" Target="../media/image390.png"/><Relationship Id="rId5" Type="http://schemas.openxmlformats.org/officeDocument/2006/relationships/image" Target="../media/image43.svg"/><Relationship Id="rId4" Type="http://schemas.openxmlformats.org/officeDocument/2006/relationships/image" Target="../media/image4.svg"/></Relationships>
</file>

<file path=ppt/slides/_rels/slide49.xml.rels><?xml version="1.0" encoding="UTF-8" standalone="yes"?>
<Relationships xmlns="http://schemas.openxmlformats.org/package/2006/relationships"><Relationship Id="rId3" Type="http://schemas.openxmlformats.org/officeDocument/2006/relationships/image" Target="../media/image41.svg"/><Relationship Id="rId7" Type="http://schemas.openxmlformats.org/officeDocument/2006/relationships/image" Target="../media/image420.png"/><Relationship Id="rId2" Type="http://schemas.openxmlformats.org/officeDocument/2006/relationships/image" Target="../media/image42.svg"/><Relationship Id="rId1" Type="http://schemas.openxmlformats.org/officeDocument/2006/relationships/slideLayout" Target="../slideLayouts/slideLayout7.xml"/><Relationship Id="rId6" Type="http://schemas.openxmlformats.org/officeDocument/2006/relationships/image" Target="../media/image410.png"/><Relationship Id="rId5" Type="http://schemas.openxmlformats.org/officeDocument/2006/relationships/image" Target="../media/image400.png"/><Relationship Id="rId4" Type="http://schemas.openxmlformats.org/officeDocument/2006/relationships/image" Target="../media/image4.svg"/></Relationships>
</file>

<file path=ppt/slides/_rels/slide50.xml.rels><?xml version="1.0" encoding="UTF-8" standalone="yes"?>
<Relationships xmlns="http://schemas.openxmlformats.org/package/2006/relationships"><Relationship Id="rId3" Type="http://schemas.openxmlformats.org/officeDocument/2006/relationships/image" Target="../media/image41.svg"/><Relationship Id="rId7" Type="http://schemas.openxmlformats.org/officeDocument/2006/relationships/image" Target="../media/image44.png"/><Relationship Id="rId2" Type="http://schemas.openxmlformats.org/officeDocument/2006/relationships/image" Target="../media/image42.svg"/><Relationship Id="rId1" Type="http://schemas.openxmlformats.org/officeDocument/2006/relationships/slideLayout" Target="../slideLayouts/slideLayout7.xml"/><Relationship Id="rId6" Type="http://schemas.openxmlformats.org/officeDocument/2006/relationships/image" Target="../media/image430.png"/><Relationship Id="rId5" Type="http://schemas.openxmlformats.org/officeDocument/2006/relationships/image" Target="../media/image400.png"/><Relationship Id="rId4" Type="http://schemas.openxmlformats.org/officeDocument/2006/relationships/image" Target="../media/image4.svg"/></Relationships>
</file>

<file path=ppt/slides/_rels/slide51.xml.rels><?xml version="1.0" encoding="UTF-8" standalone="yes"?>
<Relationships xmlns="http://schemas.openxmlformats.org/package/2006/relationships"><Relationship Id="rId3" Type="http://schemas.openxmlformats.org/officeDocument/2006/relationships/image" Target="../media/image41.svg"/><Relationship Id="rId2" Type="http://schemas.openxmlformats.org/officeDocument/2006/relationships/image" Target="../media/image42.svg"/><Relationship Id="rId1" Type="http://schemas.openxmlformats.org/officeDocument/2006/relationships/slideLayout" Target="../slideLayouts/slideLayout7.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svg"/></Relationships>
</file>

<file path=ppt/slides/_rels/slide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6.svg"/></Relationships>
</file>

<file path=ppt/slides/_rels/slide5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1.svg"/><Relationship Id="rId1" Type="http://schemas.openxmlformats.org/officeDocument/2006/relationships/slideLayout" Target="../slideLayouts/slideLayout7.xml"/><Relationship Id="rId4" Type="http://schemas.openxmlformats.org/officeDocument/2006/relationships/image" Target="../media/image47.png"/></Relationships>
</file>

<file path=ppt/slides/_rels/slide54.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41.sv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4.sv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16">
            <a:extLst>
              <a:ext uri="{FF2B5EF4-FFF2-40B4-BE49-F238E27FC236}">
                <a16:creationId xmlns:a16="http://schemas.microsoft.com/office/drawing/2014/main" id="{01A990A3-971E-3A50-113B-7DD988022706}"/>
              </a:ext>
            </a:extLst>
          </p:cNvPr>
          <p:cNvGrpSpPr/>
          <p:nvPr/>
        </p:nvGrpSpPr>
        <p:grpSpPr>
          <a:xfrm>
            <a:off x="-499161" y="-185914"/>
            <a:ext cx="998322" cy="10421568"/>
            <a:chOff x="0" y="0"/>
            <a:chExt cx="262932" cy="2744775"/>
          </a:xfrm>
        </p:grpSpPr>
        <p:sp>
          <p:nvSpPr>
            <p:cNvPr id="8" name="Freeform 17">
              <a:extLst>
                <a:ext uri="{FF2B5EF4-FFF2-40B4-BE49-F238E27FC236}">
                  <a16:creationId xmlns:a16="http://schemas.microsoft.com/office/drawing/2014/main" id="{9FA85E9E-5527-9737-9547-C6BC41F75F81}"/>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9" name="TextBox 18">
              <a:extLst>
                <a:ext uri="{FF2B5EF4-FFF2-40B4-BE49-F238E27FC236}">
                  <a16:creationId xmlns:a16="http://schemas.microsoft.com/office/drawing/2014/main" id="{64D28219-BA3E-35A8-706E-EF04D73207AB}"/>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grpSp>
        <p:nvGrpSpPr>
          <p:cNvPr id="4" name="Group 6">
            <a:extLst>
              <a:ext uri="{FF2B5EF4-FFF2-40B4-BE49-F238E27FC236}">
                <a16:creationId xmlns:a16="http://schemas.microsoft.com/office/drawing/2014/main" id="{C5D82DC6-7656-8E4E-02FB-08E0B77F9222}"/>
              </a:ext>
            </a:extLst>
          </p:cNvPr>
          <p:cNvGrpSpPr/>
          <p:nvPr/>
        </p:nvGrpSpPr>
        <p:grpSpPr>
          <a:xfrm>
            <a:off x="-76200" y="5463020"/>
            <a:ext cx="8305800" cy="2853460"/>
            <a:chOff x="0" y="0"/>
            <a:chExt cx="3151501" cy="1106083"/>
          </a:xfrm>
        </p:grpSpPr>
        <p:sp>
          <p:nvSpPr>
            <p:cNvPr id="5" name="Freeform 7">
              <a:extLst>
                <a:ext uri="{FF2B5EF4-FFF2-40B4-BE49-F238E27FC236}">
                  <a16:creationId xmlns:a16="http://schemas.microsoft.com/office/drawing/2014/main" id="{A87EB720-D565-2F3C-4084-B028084ECC88}"/>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6" name="TextBox 8">
              <a:extLst>
                <a:ext uri="{FF2B5EF4-FFF2-40B4-BE49-F238E27FC236}">
                  <a16:creationId xmlns:a16="http://schemas.microsoft.com/office/drawing/2014/main" id="{8C6DDCEC-5DAC-31CF-13AB-490F98FE0E9E}"/>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sp>
        <p:nvSpPr>
          <p:cNvPr id="10" name="Title 9">
            <a:extLst>
              <a:ext uri="{FF2B5EF4-FFF2-40B4-BE49-F238E27FC236}">
                <a16:creationId xmlns:a16="http://schemas.microsoft.com/office/drawing/2014/main" id="{5B829462-F539-0FE3-1860-98003AACCA0A}"/>
              </a:ext>
            </a:extLst>
          </p:cNvPr>
          <p:cNvSpPr txBox="1">
            <a:spLocks noGrp="1"/>
          </p:cNvSpPr>
          <p:nvPr>
            <p:ph type="title" idx="4294967295"/>
          </p:nvPr>
        </p:nvSpPr>
        <p:spPr>
          <a:xfrm>
            <a:off x="3314700" y="514003"/>
            <a:ext cx="5562600" cy="1938992"/>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rPr>
              <a:t>AI-Based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rPr>
              <a:t>Video Compression System (ABVCS)</a:t>
            </a:r>
            <a:endParaRPr kumimoji="0" lang="en-A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endParaRPr>
          </a:p>
        </p:txBody>
      </p:sp>
      <p:sp>
        <p:nvSpPr>
          <p:cNvPr id="19" name="Freeform 20">
            <a:extLst>
              <a:ext uri="{FF2B5EF4-FFF2-40B4-BE49-F238E27FC236}">
                <a16:creationId xmlns:a16="http://schemas.microsoft.com/office/drawing/2014/main" id="{58430939-2361-971E-702F-54E8F974A0BE}"/>
              </a:ext>
            </a:extLst>
          </p:cNvPr>
          <p:cNvSpPr/>
          <p:nvPr/>
        </p:nvSpPr>
        <p:spPr>
          <a:xfrm>
            <a:off x="8877300" y="6081711"/>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3"/>
                </a:ext>
              </a:extLst>
            </a:blip>
            <a:stretch>
              <a:fillRect t="-127827" r="-47370"/>
            </a:stretch>
          </a:blipFill>
        </p:spPr>
        <p:txBody>
          <a:bodyPr/>
          <a:lstStyle/>
          <a:p>
            <a:endParaRPr lang="en-AS"/>
          </a:p>
        </p:txBody>
      </p:sp>
      <p:pic>
        <p:nvPicPr>
          <p:cNvPr id="21" name="Picture 20" descr="A logo for a university&#10;&#10;AI-generated content may be incorrect.">
            <a:extLst>
              <a:ext uri="{FF2B5EF4-FFF2-40B4-BE49-F238E27FC236}">
                <a16:creationId xmlns:a16="http://schemas.microsoft.com/office/drawing/2014/main" id="{7965BA6C-1F8C-A46B-8534-38983319F6B2}"/>
              </a:ext>
            </a:extLst>
          </p:cNvPr>
          <p:cNvPicPr>
            <a:picLocks noChangeAspect="1"/>
          </p:cNvPicPr>
          <p:nvPr/>
        </p:nvPicPr>
        <p:blipFill>
          <a:blip r:embed="rId4"/>
          <a:stretch>
            <a:fillRect/>
          </a:stretch>
        </p:blipFill>
        <p:spPr>
          <a:xfrm>
            <a:off x="11001893" y="6096"/>
            <a:ext cx="1190107" cy="1085850"/>
          </a:xfrm>
          <a:prstGeom prst="rect">
            <a:avLst/>
          </a:prstGeom>
        </p:spPr>
      </p:pic>
      <p:grpSp>
        <p:nvGrpSpPr>
          <p:cNvPr id="2" name="!!Film_Tabe_2">
            <a:extLst>
              <a:ext uri="{FF2B5EF4-FFF2-40B4-BE49-F238E27FC236}">
                <a16:creationId xmlns:a16="http://schemas.microsoft.com/office/drawing/2014/main" id="{AFF7CE4D-5BC7-105D-FB51-12DB88C082E1}"/>
              </a:ext>
            </a:extLst>
          </p:cNvPr>
          <p:cNvGrpSpPr/>
          <p:nvPr/>
        </p:nvGrpSpPr>
        <p:grpSpPr>
          <a:xfrm>
            <a:off x="-4637904" y="2448454"/>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98977823-420E-6E60-C6E2-1F09F5247A07}"/>
                </a:ext>
              </a:extLst>
            </p:cNvPr>
            <p:cNvGrpSpPr/>
            <p:nvPr/>
          </p:nvGrpSpPr>
          <p:grpSpPr>
            <a:xfrm>
              <a:off x="7372077" y="2448455"/>
              <a:ext cx="2738174" cy="1961091"/>
              <a:chOff x="4726913" y="2438401"/>
              <a:chExt cx="2738174" cy="1961091"/>
            </a:xfrm>
          </p:grpSpPr>
          <p:sp>
            <p:nvSpPr>
              <p:cNvPr id="61" name="Graphic 2" descr="Film strip outline">
                <a:extLst>
                  <a:ext uri="{FF2B5EF4-FFF2-40B4-BE49-F238E27FC236}">
                    <a16:creationId xmlns:a16="http://schemas.microsoft.com/office/drawing/2014/main" id="{785E9B6E-3CE0-9CC3-6C56-D1E28CD0D58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2" name="Straight Connector 61">
                <a:extLst>
                  <a:ext uri="{FF2B5EF4-FFF2-40B4-BE49-F238E27FC236}">
                    <a16:creationId xmlns:a16="http://schemas.microsoft.com/office/drawing/2014/main" id="{1F49D25C-EBEF-6E27-BCA3-A4F322786C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3" name="TextBox 62">
                <a:extLst>
                  <a:ext uri="{FF2B5EF4-FFF2-40B4-BE49-F238E27FC236}">
                    <a16:creationId xmlns:a16="http://schemas.microsoft.com/office/drawing/2014/main" id="{75DF3C1E-E1C0-7F4A-525E-44C4EACDED4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7F6E6BC7-0CA7-9BA6-37A6-8D3329397D01}"/>
                </a:ext>
              </a:extLst>
            </p:cNvPr>
            <p:cNvGrpSpPr/>
            <p:nvPr/>
          </p:nvGrpSpPr>
          <p:grpSpPr>
            <a:xfrm>
              <a:off x="4702657" y="2448455"/>
              <a:ext cx="2738174" cy="1961091"/>
              <a:chOff x="4726913" y="2438401"/>
              <a:chExt cx="2738174" cy="1961091"/>
            </a:xfrm>
          </p:grpSpPr>
          <p:sp>
            <p:nvSpPr>
              <p:cNvPr id="38" name="Graphic 2" descr="Film strip outline">
                <a:extLst>
                  <a:ext uri="{FF2B5EF4-FFF2-40B4-BE49-F238E27FC236}">
                    <a16:creationId xmlns:a16="http://schemas.microsoft.com/office/drawing/2014/main" id="{E02184F6-961B-069C-9AA5-BF569421436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9" name="Straight Connector 58">
                <a:extLst>
                  <a:ext uri="{FF2B5EF4-FFF2-40B4-BE49-F238E27FC236}">
                    <a16:creationId xmlns:a16="http://schemas.microsoft.com/office/drawing/2014/main" id="{B62ED662-2F04-33D3-265F-C2D9862F8DE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0" name="TextBox 59">
                <a:extLst>
                  <a:ext uri="{FF2B5EF4-FFF2-40B4-BE49-F238E27FC236}">
                    <a16:creationId xmlns:a16="http://schemas.microsoft.com/office/drawing/2014/main" id="{F3448CC8-3A7B-388D-D949-9CEA2DF9D34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 name="Group 11">
              <a:extLst>
                <a:ext uri="{FF2B5EF4-FFF2-40B4-BE49-F238E27FC236}">
                  <a16:creationId xmlns:a16="http://schemas.microsoft.com/office/drawing/2014/main" id="{70E21DB3-AEA2-0384-2ECB-7589BA1DE8B2}"/>
                </a:ext>
              </a:extLst>
            </p:cNvPr>
            <p:cNvGrpSpPr/>
            <p:nvPr/>
          </p:nvGrpSpPr>
          <p:grpSpPr>
            <a:xfrm>
              <a:off x="12732850" y="2448455"/>
              <a:ext cx="2738174" cy="1961091"/>
              <a:chOff x="4726913" y="2438401"/>
              <a:chExt cx="2738174" cy="1961091"/>
            </a:xfrm>
          </p:grpSpPr>
          <p:sp>
            <p:nvSpPr>
              <p:cNvPr id="35" name="Graphic 2" descr="Film strip outline">
                <a:extLst>
                  <a:ext uri="{FF2B5EF4-FFF2-40B4-BE49-F238E27FC236}">
                    <a16:creationId xmlns:a16="http://schemas.microsoft.com/office/drawing/2014/main" id="{7070E456-5DE1-69E9-445E-E1F8DDB0A2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D01EF6DE-FBEC-35F6-F360-5BBD5AAAAAF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6CB08A5F-EB3A-0207-2C85-49228DABE3E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65391ECF-1780-4466-63A5-DA41A4E0E987}"/>
                </a:ext>
              </a:extLst>
            </p:cNvPr>
            <p:cNvGrpSpPr/>
            <p:nvPr/>
          </p:nvGrpSpPr>
          <p:grpSpPr>
            <a:xfrm>
              <a:off x="10063430" y="2448455"/>
              <a:ext cx="2738174" cy="1961091"/>
              <a:chOff x="4726913" y="2438401"/>
              <a:chExt cx="2738174" cy="1961091"/>
            </a:xfrm>
          </p:grpSpPr>
          <p:sp>
            <p:nvSpPr>
              <p:cNvPr id="32" name="Graphic 2" descr="Film strip outline">
                <a:extLst>
                  <a:ext uri="{FF2B5EF4-FFF2-40B4-BE49-F238E27FC236}">
                    <a16:creationId xmlns:a16="http://schemas.microsoft.com/office/drawing/2014/main" id="{D6C61B34-16F1-D23F-CD85-6630896868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 name="Straight Connector 32">
                <a:extLst>
                  <a:ext uri="{FF2B5EF4-FFF2-40B4-BE49-F238E27FC236}">
                    <a16:creationId xmlns:a16="http://schemas.microsoft.com/office/drawing/2014/main" id="{D30678B7-154D-ECBD-A72E-439D56DA6B5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BAF947D1-4B95-0453-1498-A85AA335C8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08AE7378-0E1D-0F2D-B407-9093A867E6D7}"/>
                </a:ext>
              </a:extLst>
            </p:cNvPr>
            <p:cNvGrpSpPr/>
            <p:nvPr/>
          </p:nvGrpSpPr>
          <p:grpSpPr>
            <a:xfrm>
              <a:off x="-3327365" y="2448454"/>
              <a:ext cx="2738174" cy="1961091"/>
              <a:chOff x="4726913" y="2438401"/>
              <a:chExt cx="2738174" cy="1961091"/>
            </a:xfrm>
          </p:grpSpPr>
          <p:sp>
            <p:nvSpPr>
              <p:cNvPr id="29" name="Graphic 2" descr="Film strip outline">
                <a:extLst>
                  <a:ext uri="{FF2B5EF4-FFF2-40B4-BE49-F238E27FC236}">
                    <a16:creationId xmlns:a16="http://schemas.microsoft.com/office/drawing/2014/main" id="{7A2708B9-C8DA-E3CE-0C35-CD9481013A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0" name="Straight Connector 29">
                <a:extLst>
                  <a:ext uri="{FF2B5EF4-FFF2-40B4-BE49-F238E27FC236}">
                    <a16:creationId xmlns:a16="http://schemas.microsoft.com/office/drawing/2014/main" id="{96F1372B-4936-A2D7-0911-E7AA3D56384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D0821344-AC1F-71E5-24AA-1B732623919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01BD8AC6-5EFA-C9CF-32DB-6669B65434DD}"/>
                </a:ext>
              </a:extLst>
            </p:cNvPr>
            <p:cNvGrpSpPr/>
            <p:nvPr/>
          </p:nvGrpSpPr>
          <p:grpSpPr>
            <a:xfrm>
              <a:off x="-5996785" y="2448454"/>
              <a:ext cx="2738174" cy="1961091"/>
              <a:chOff x="4726913" y="2438401"/>
              <a:chExt cx="2738174" cy="1961091"/>
            </a:xfrm>
          </p:grpSpPr>
          <p:sp>
            <p:nvSpPr>
              <p:cNvPr id="26" name="Graphic 2" descr="Film strip outline">
                <a:extLst>
                  <a:ext uri="{FF2B5EF4-FFF2-40B4-BE49-F238E27FC236}">
                    <a16:creationId xmlns:a16="http://schemas.microsoft.com/office/drawing/2014/main" id="{B7491E4F-AFF5-A382-07FC-EE4174D9527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7" name="Straight Connector 26">
                <a:extLst>
                  <a:ext uri="{FF2B5EF4-FFF2-40B4-BE49-F238E27FC236}">
                    <a16:creationId xmlns:a16="http://schemas.microsoft.com/office/drawing/2014/main" id="{A7FDD8F2-588C-020B-7B34-8DE1A06C8DC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8" name="TextBox 27">
                <a:extLst>
                  <a:ext uri="{FF2B5EF4-FFF2-40B4-BE49-F238E27FC236}">
                    <a16:creationId xmlns:a16="http://schemas.microsoft.com/office/drawing/2014/main" id="{5E3B2C41-F506-9803-C613-C0B694B7682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F099963C-4675-D1D2-3993-D0EE1FFF28F4}"/>
                </a:ext>
              </a:extLst>
            </p:cNvPr>
            <p:cNvGrpSpPr/>
            <p:nvPr/>
          </p:nvGrpSpPr>
          <p:grpSpPr>
            <a:xfrm>
              <a:off x="2033408" y="2448454"/>
              <a:ext cx="2738174" cy="1961091"/>
              <a:chOff x="4726913" y="2438401"/>
              <a:chExt cx="2738174" cy="1961091"/>
            </a:xfrm>
          </p:grpSpPr>
          <p:sp>
            <p:nvSpPr>
              <p:cNvPr id="23" name="Graphic 2" descr="Film strip outline">
                <a:extLst>
                  <a:ext uri="{FF2B5EF4-FFF2-40B4-BE49-F238E27FC236}">
                    <a16:creationId xmlns:a16="http://schemas.microsoft.com/office/drawing/2014/main" id="{FD46D2C4-4377-195E-2C68-9B79A0AC436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4" name="Straight Connector 23">
                <a:extLst>
                  <a:ext uri="{FF2B5EF4-FFF2-40B4-BE49-F238E27FC236}">
                    <a16:creationId xmlns:a16="http://schemas.microsoft.com/office/drawing/2014/main" id="{07D785BE-2ECC-FDCE-1268-3272AC10CBD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5" name="TextBox 24">
                <a:extLst>
                  <a:ext uri="{FF2B5EF4-FFF2-40B4-BE49-F238E27FC236}">
                    <a16:creationId xmlns:a16="http://schemas.microsoft.com/office/drawing/2014/main" id="{4D82228D-3AF5-5680-D1AD-33D1FF14E07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B1BDB77B-9586-E1F3-5839-681BBB80916A}"/>
                </a:ext>
              </a:extLst>
            </p:cNvPr>
            <p:cNvGrpSpPr/>
            <p:nvPr/>
          </p:nvGrpSpPr>
          <p:grpSpPr>
            <a:xfrm>
              <a:off x="-636012"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3CF35553-F5E9-5763-CEBC-48B60E9C4A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 name="Straight Connector 19">
                <a:extLst>
                  <a:ext uri="{FF2B5EF4-FFF2-40B4-BE49-F238E27FC236}">
                    <a16:creationId xmlns:a16="http://schemas.microsoft.com/office/drawing/2014/main" id="{FAD91DC5-43D9-F2FE-1978-30E277794A5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24FDA8A3-7A3E-62C9-45C2-D17F8D6EBC9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64" name="!!Film_Tabe_1">
            <a:extLst>
              <a:ext uri="{FF2B5EF4-FFF2-40B4-BE49-F238E27FC236}">
                <a16:creationId xmlns:a16="http://schemas.microsoft.com/office/drawing/2014/main" id="{581D567A-9AED-34AB-858A-A934A51C3D58}"/>
              </a:ext>
            </a:extLst>
          </p:cNvPr>
          <p:cNvGrpSpPr/>
          <p:nvPr/>
        </p:nvGrpSpPr>
        <p:grpSpPr>
          <a:xfrm>
            <a:off x="-4637904" y="2448454"/>
            <a:ext cx="21467809" cy="1961092"/>
            <a:chOff x="-5996785" y="2448454"/>
            <a:chExt cx="21467809" cy="1961092"/>
          </a:xfrm>
          <a:effectLst>
            <a:outerShdw blurRad="12700" dist="50800" dir="2700000" algn="tl" rotWithShape="0">
              <a:schemeClr val="tx1">
                <a:alpha val="40000"/>
              </a:schemeClr>
            </a:outerShdw>
          </a:effectLst>
        </p:grpSpPr>
        <p:grpSp>
          <p:nvGrpSpPr>
            <p:cNvPr id="65" name="Group 64">
              <a:extLst>
                <a:ext uri="{FF2B5EF4-FFF2-40B4-BE49-F238E27FC236}">
                  <a16:creationId xmlns:a16="http://schemas.microsoft.com/office/drawing/2014/main" id="{F32ADBCB-CCDA-AB5A-9A6C-A33D0076C102}"/>
                </a:ext>
              </a:extLst>
            </p:cNvPr>
            <p:cNvGrpSpPr/>
            <p:nvPr/>
          </p:nvGrpSpPr>
          <p:grpSpPr>
            <a:xfrm>
              <a:off x="7372077"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E34598D7-5C0D-9276-4E08-EB0E9A10249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6DB0601B-94A2-DA29-1C32-AF618A47726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F3668B2B-9249-20A1-778A-BC03CF8E0E0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62A31AA3-0A3F-C808-705E-D98DE9A6710F}"/>
                </a:ext>
              </a:extLst>
            </p:cNvPr>
            <p:cNvGrpSpPr/>
            <p:nvPr/>
          </p:nvGrpSpPr>
          <p:grpSpPr>
            <a:xfrm>
              <a:off x="4702657" y="2448455"/>
              <a:ext cx="2738174" cy="1961091"/>
              <a:chOff x="4726913" y="2438401"/>
              <a:chExt cx="2738174" cy="1961091"/>
            </a:xfrm>
          </p:grpSpPr>
          <p:sp>
            <p:nvSpPr>
              <p:cNvPr id="91" name="Graphic 2" descr="Film strip outline">
                <a:extLst>
                  <a:ext uri="{FF2B5EF4-FFF2-40B4-BE49-F238E27FC236}">
                    <a16:creationId xmlns:a16="http://schemas.microsoft.com/office/drawing/2014/main" id="{725B2238-D3DD-D5FE-EF2B-5A786DE82F9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A693D059-3929-2BA1-34BE-E765184637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6C80000D-1411-857A-7DEE-9116F215B23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7" name="Group 66">
              <a:extLst>
                <a:ext uri="{FF2B5EF4-FFF2-40B4-BE49-F238E27FC236}">
                  <a16:creationId xmlns:a16="http://schemas.microsoft.com/office/drawing/2014/main" id="{29D41CF2-2D89-A9DD-4BF6-6F4190D8E7DD}"/>
                </a:ext>
              </a:extLst>
            </p:cNvPr>
            <p:cNvGrpSpPr/>
            <p:nvPr/>
          </p:nvGrpSpPr>
          <p:grpSpPr>
            <a:xfrm>
              <a:off x="12732850" y="2448455"/>
              <a:ext cx="2738174" cy="1961091"/>
              <a:chOff x="4726913" y="2438401"/>
              <a:chExt cx="2738174" cy="1961091"/>
            </a:xfrm>
          </p:grpSpPr>
          <p:sp>
            <p:nvSpPr>
              <p:cNvPr id="88" name="Graphic 2" descr="Film strip outline">
                <a:extLst>
                  <a:ext uri="{FF2B5EF4-FFF2-40B4-BE49-F238E27FC236}">
                    <a16:creationId xmlns:a16="http://schemas.microsoft.com/office/drawing/2014/main" id="{608F6F95-86C6-527B-0AC5-9D54F77C322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647648A6-41EA-1324-DD35-CEBF128B0C2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DE943E6A-A874-A253-8060-C2E372B7F9B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8" name="Group 67">
              <a:extLst>
                <a:ext uri="{FF2B5EF4-FFF2-40B4-BE49-F238E27FC236}">
                  <a16:creationId xmlns:a16="http://schemas.microsoft.com/office/drawing/2014/main" id="{0D3E0EC4-2376-6D05-CF8D-7F4F2DD1CA51}"/>
                </a:ext>
              </a:extLst>
            </p:cNvPr>
            <p:cNvGrpSpPr/>
            <p:nvPr/>
          </p:nvGrpSpPr>
          <p:grpSpPr>
            <a:xfrm>
              <a:off x="10063430"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2DB4136A-711C-E893-0CEF-D17B561338B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388A25EA-DE60-8AE4-C493-D93D9D62160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A7919DFA-07B9-9E9A-CA38-E7A67957563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9" name="Group 68">
              <a:extLst>
                <a:ext uri="{FF2B5EF4-FFF2-40B4-BE49-F238E27FC236}">
                  <a16:creationId xmlns:a16="http://schemas.microsoft.com/office/drawing/2014/main" id="{252A0EC3-FF44-7CAD-F40F-BDE3B4932E58}"/>
                </a:ext>
              </a:extLst>
            </p:cNvPr>
            <p:cNvGrpSpPr/>
            <p:nvPr/>
          </p:nvGrpSpPr>
          <p:grpSpPr>
            <a:xfrm>
              <a:off x="-3327365"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51E83DC4-FCAD-A38E-9F6B-7C1FCB661E9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A42F8D48-B2F9-1C8E-F4F6-FC09B259EED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E3F244FB-6D4A-320C-26AC-C6393227985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0" name="Group 69">
              <a:extLst>
                <a:ext uri="{FF2B5EF4-FFF2-40B4-BE49-F238E27FC236}">
                  <a16:creationId xmlns:a16="http://schemas.microsoft.com/office/drawing/2014/main" id="{C6FC4698-61CF-E597-90EA-E3EFB318AA3E}"/>
                </a:ext>
              </a:extLst>
            </p:cNvPr>
            <p:cNvGrpSpPr/>
            <p:nvPr/>
          </p:nvGrpSpPr>
          <p:grpSpPr>
            <a:xfrm>
              <a:off x="-5996785" y="2448454"/>
              <a:ext cx="2738174" cy="1961091"/>
              <a:chOff x="4726913" y="2438401"/>
              <a:chExt cx="2738174" cy="1961091"/>
            </a:xfrm>
          </p:grpSpPr>
          <p:sp>
            <p:nvSpPr>
              <p:cNvPr id="79" name="Graphic 2" descr="Film strip outline">
                <a:extLst>
                  <a:ext uri="{FF2B5EF4-FFF2-40B4-BE49-F238E27FC236}">
                    <a16:creationId xmlns:a16="http://schemas.microsoft.com/office/drawing/2014/main" id="{2B5048FB-B94C-FA12-F54F-AC336D1BE1E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CFDF8F29-86C8-D890-BA3A-EA484F125AF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AF516D6E-893F-5477-7270-F7354C8CFFA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1" name="Group 70">
              <a:extLst>
                <a:ext uri="{FF2B5EF4-FFF2-40B4-BE49-F238E27FC236}">
                  <a16:creationId xmlns:a16="http://schemas.microsoft.com/office/drawing/2014/main" id="{8659FF44-D504-9266-F1D0-647E6D6E2336}"/>
                </a:ext>
              </a:extLst>
            </p:cNvPr>
            <p:cNvGrpSpPr/>
            <p:nvPr/>
          </p:nvGrpSpPr>
          <p:grpSpPr>
            <a:xfrm>
              <a:off x="2033408" y="2448454"/>
              <a:ext cx="2738174" cy="1961091"/>
              <a:chOff x="4726913" y="2438401"/>
              <a:chExt cx="2738174" cy="1961091"/>
            </a:xfrm>
          </p:grpSpPr>
          <p:sp>
            <p:nvSpPr>
              <p:cNvPr id="76" name="Graphic 2" descr="Film strip outline">
                <a:extLst>
                  <a:ext uri="{FF2B5EF4-FFF2-40B4-BE49-F238E27FC236}">
                    <a16:creationId xmlns:a16="http://schemas.microsoft.com/office/drawing/2014/main" id="{AED87886-4E50-9339-9180-D34859B0B3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6F489975-1B61-9361-2143-4E3E64723BE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F95BCA80-E1DD-E29B-ACE6-7F36B98F550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2" name="Group 71">
              <a:extLst>
                <a:ext uri="{FF2B5EF4-FFF2-40B4-BE49-F238E27FC236}">
                  <a16:creationId xmlns:a16="http://schemas.microsoft.com/office/drawing/2014/main" id="{185C112D-DDD7-B67A-4800-C17C5AC94A7B}"/>
                </a:ext>
              </a:extLst>
            </p:cNvPr>
            <p:cNvGrpSpPr/>
            <p:nvPr/>
          </p:nvGrpSpPr>
          <p:grpSpPr>
            <a:xfrm>
              <a:off x="-636012"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D17D8660-319B-B44F-4EF7-4F205ABBF26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56FBED01-7681-7221-F039-D1E4D9A5106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0242C703-BDA2-5316-09A7-EFC572EE811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7857751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0C493C-353F-8462-1B5C-4A28792872F9}"/>
              </a:ext>
            </a:extLst>
          </p:cNvPr>
          <p:cNvSpPr txBox="1">
            <a:spLocks noGrp="1"/>
          </p:cNvSpPr>
          <p:nvPr>
            <p:ph type="title" idx="4294967295"/>
          </p:nvPr>
        </p:nvSpPr>
        <p:spPr>
          <a:xfrm>
            <a:off x="3314700" y="514003"/>
            <a:ext cx="5562600" cy="1938992"/>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rPr>
              <a:t>AI-Based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rPr>
              <a:t>Video Compression System (ABVCS)</a:t>
            </a:r>
            <a:endParaRPr kumimoji="0" lang="en-AS" sz="4000" b="0" i="0" u="none" strike="noStrike" kern="1200" cap="none" spc="0" normalizeH="0" baseline="0" noProof="0" dirty="0">
              <a:ln>
                <a:noFill/>
              </a:ln>
              <a:solidFill>
                <a:schemeClr val="tx1"/>
              </a:solidFill>
              <a:effectLst/>
              <a:uLnTx/>
              <a:uFillTx/>
              <a:latin typeface="Oswald" pitchFamily="2" charset="0"/>
              <a:ea typeface="+mn-ea"/>
              <a:cs typeface="Times New Roman" panose="02020603050405020304" pitchFamily="18" charset="0"/>
            </a:endParaRPr>
          </a:p>
        </p:txBody>
      </p:sp>
      <p:sp>
        <p:nvSpPr>
          <p:cNvPr id="3" name="TextBox 2">
            <a:extLst>
              <a:ext uri="{FF2B5EF4-FFF2-40B4-BE49-F238E27FC236}">
                <a16:creationId xmlns:a16="http://schemas.microsoft.com/office/drawing/2014/main" id="{4934522F-F90E-EFF6-C04C-11715D3CA195}"/>
              </a:ext>
            </a:extLst>
          </p:cNvPr>
          <p:cNvSpPr txBox="1"/>
          <p:nvPr/>
        </p:nvSpPr>
        <p:spPr>
          <a:xfrm>
            <a:off x="456411" y="3069391"/>
            <a:ext cx="4933276" cy="3170099"/>
          </a:xfrm>
          <a:prstGeom prst="rect">
            <a:avLst/>
          </a:prstGeom>
          <a:blipFill dpi="0" rotWithShape="1">
            <a:blip>
              <a:alphaModFix amt="60000"/>
              <a:extLst>
                <a:ext uri="{96DAC541-7B7A-43D3-8B79-37D633B846F1}">
                  <asvg:svgBlip xmlns:asvg="http://schemas.microsoft.com/office/drawing/2016/SVG/main" r:embed="rId3"/>
                </a:ext>
              </a:extLst>
            </a:blip>
            <a:srcRect/>
            <a:stretch>
              <a:fillRect/>
            </a:stretch>
          </a:blipFill>
        </p:spPr>
        <p:txBody>
          <a:bodyPr wrap="square" rtlCol="0">
            <a:spAutoFit/>
          </a:bodyPr>
          <a:lstStyle/>
          <a:p>
            <a:pPr marR="0" lvl="0" algn="just" defTabSz="914400" rtl="0" eaLnBrk="1" fontAlgn="auto" latinLnBrk="0" hangingPunct="1">
              <a:spcBef>
                <a:spcPts val="0"/>
              </a:spcBef>
              <a:buClr>
                <a:srgbClr val="FFFFFF"/>
              </a:buClr>
              <a:buSzTx/>
              <a:tabLst/>
              <a:defRPr/>
            </a:pPr>
            <a:r>
              <a:rPr kumimoji="0" lang="en-US" sz="2400" i="0" u="none" strike="noStrike" kern="0" cap="none" spc="0" normalizeH="0" baseline="0" noProof="0" dirty="0">
                <a:ln>
                  <a:noFill/>
                </a:ln>
                <a:effectLst/>
                <a:uLnTx/>
                <a:uFillTx/>
                <a:latin typeface="Times New Roman" panose="02020603050405020304" pitchFamily="18" charset="0"/>
                <a:cs typeface="Times New Roman" panose="02020603050405020304" pitchFamily="18" charset="0"/>
                <a:sym typeface="Arial"/>
              </a:rPr>
              <a:t>Presented By:</a:t>
            </a:r>
          </a:p>
          <a:p>
            <a:pPr marR="0" lvl="0" algn="just" defTabSz="914400" rtl="0" eaLnBrk="1" fontAlgn="auto" latinLnBrk="0" hangingPunct="1">
              <a:spcBef>
                <a:spcPts val="0"/>
              </a:spcBef>
              <a:buClr>
                <a:srgbClr val="FFFFFF"/>
              </a:buClr>
              <a:buSzTx/>
              <a:tabLst/>
              <a:defRPr/>
            </a:pPr>
            <a:endParaRPr kumimoji="0" lang="en-US" sz="2200" i="0" u="none" strike="noStrike" kern="0" cap="none" spc="0" normalizeH="0" baseline="0" noProof="0" dirty="0">
              <a:ln>
                <a:noFill/>
              </a:ln>
              <a:effectLst/>
              <a:uLnTx/>
              <a:uFillTx/>
              <a:latin typeface="Times New Roman" panose="02020603050405020304" pitchFamily="18" charset="0"/>
              <a:cs typeface="Times New Roman" panose="02020603050405020304" pitchFamily="18" charset="0"/>
              <a:sym typeface="Arial"/>
            </a:endParaRP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Mostafa Mohamed Yahia Sayed</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Mahmoud Amr Sherif</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Shehab Eldin Hussien Mahmoud</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Mohand Salah Saeed Sadek  </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Moaz Khalid Ibrahim Ragab</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Mohand Walid Hessen Khalil</a:t>
            </a:r>
          </a:p>
          <a:p>
            <a:pPr marR="0" lvl="0" algn="just" defTabSz="914400" rtl="0" eaLnBrk="1" fontAlgn="auto" latinLnBrk="0" hangingPunct="1">
              <a:spcBef>
                <a:spcPts val="0"/>
              </a:spcBef>
              <a:buClr>
                <a:srgbClr val="FFFFFF"/>
              </a:buClr>
              <a:buSzTx/>
              <a:tabLst/>
              <a:defRPr/>
            </a:pPr>
            <a:r>
              <a:rPr kumimoji="0" lang="en-US" sz="2200" i="0" u="none" strike="noStrike" kern="0" cap="none" normalizeH="0" noProof="0" dirty="0">
                <a:ln>
                  <a:noFill/>
                </a:ln>
                <a:effectLst/>
                <a:uLnTx/>
                <a:uFillTx/>
                <a:latin typeface="Times New Roman" panose="02020603050405020304" pitchFamily="18" charset="0"/>
                <a:cs typeface="Times New Roman" panose="02020603050405020304" pitchFamily="18" charset="0"/>
                <a:sym typeface="Arial"/>
              </a:rPr>
              <a:t>Micheal Party Nasry Labib</a:t>
            </a:r>
          </a:p>
        </p:txBody>
      </p:sp>
      <p:sp>
        <p:nvSpPr>
          <p:cNvPr id="4" name="TextBox 3">
            <a:extLst>
              <a:ext uri="{FF2B5EF4-FFF2-40B4-BE49-F238E27FC236}">
                <a16:creationId xmlns:a16="http://schemas.microsoft.com/office/drawing/2014/main" id="{ADD116D1-E5D0-3F05-4D3A-4824E7B28E70}"/>
              </a:ext>
            </a:extLst>
          </p:cNvPr>
          <p:cNvSpPr txBox="1"/>
          <p:nvPr/>
        </p:nvSpPr>
        <p:spPr>
          <a:xfrm>
            <a:off x="6553200" y="3069391"/>
            <a:ext cx="5372100" cy="1815882"/>
          </a:xfrm>
          <a:prstGeom prst="rect">
            <a:avLst/>
          </a:prstGeom>
          <a:blipFill dpi="0" rotWithShape="1">
            <a:blip>
              <a:alphaModFix amt="60000"/>
              <a:extLst>
                <a:ext uri="{96DAC541-7B7A-43D3-8B79-37D633B846F1}">
                  <asvg:svgBlip xmlns:asvg="http://schemas.microsoft.com/office/drawing/2016/SVG/main" r:embed="rId3"/>
                </a:ext>
              </a:extLst>
            </a:blip>
            <a:srcRect/>
            <a:stretch>
              <a:fillRect/>
            </a:stretch>
          </a:blipFill>
        </p:spPr>
        <p:txBody>
          <a:bodyPr wrap="square" rtlCol="0">
            <a:spAutoFit/>
          </a:bodyPr>
          <a:lstStyle/>
          <a:p>
            <a:pPr lvl="0" algn="just">
              <a:buClr>
                <a:srgbClr val="FFFFFF"/>
              </a:buClr>
              <a:defRPr/>
            </a:pPr>
            <a:r>
              <a:rPr lang="en-US" sz="2400" kern="0" dirty="0">
                <a:latin typeface="Times New Roman" panose="02020603050405020304" pitchFamily="18" charset="0"/>
                <a:cs typeface="Times New Roman" panose="02020603050405020304" pitchFamily="18" charset="0"/>
                <a:sym typeface="Arial"/>
              </a:rPr>
              <a:t>Supervised By:</a:t>
            </a:r>
          </a:p>
          <a:p>
            <a:pPr lvl="0" algn="just">
              <a:buClr>
                <a:srgbClr val="FFFFFF"/>
              </a:buClr>
              <a:defRPr/>
            </a:pPr>
            <a:endParaRPr lang="en-US" sz="2200" kern="0" dirty="0">
              <a:latin typeface="Times New Roman" panose="02020603050405020304" pitchFamily="18" charset="0"/>
              <a:cs typeface="Times New Roman" panose="02020603050405020304" pitchFamily="18" charset="0"/>
              <a:sym typeface="Arial"/>
            </a:endParaRPr>
          </a:p>
          <a:p>
            <a:pPr lvl="0" algn="just">
              <a:buClr>
                <a:srgbClr val="FFFFFF"/>
              </a:buClr>
              <a:defRPr/>
            </a:pPr>
            <a:r>
              <a:rPr lang="en-US" sz="2200" kern="0" dirty="0">
                <a:latin typeface="Times New Roman" panose="02020603050405020304" pitchFamily="18" charset="0"/>
                <a:cs typeface="Times New Roman" panose="02020603050405020304" pitchFamily="18" charset="0"/>
                <a:sym typeface="Arial"/>
              </a:rPr>
              <a:t>Prof. DR. Alaa Abd El-Rahim</a:t>
            </a:r>
          </a:p>
          <a:p>
            <a:pPr lvl="0" algn="just">
              <a:buClr>
                <a:srgbClr val="FFFFFF"/>
              </a:buClr>
              <a:defRPr/>
            </a:pPr>
            <a:r>
              <a:rPr lang="en-US" sz="2200" kern="0" dirty="0">
                <a:latin typeface="Times New Roman" panose="02020603050405020304" pitchFamily="18" charset="0"/>
                <a:cs typeface="Times New Roman" panose="02020603050405020304" pitchFamily="18" charset="0"/>
                <a:sym typeface="Arial"/>
              </a:rPr>
              <a:t>T.A Rehab Ramadan</a:t>
            </a:r>
          </a:p>
          <a:p>
            <a:pPr lvl="0" algn="just">
              <a:buClr>
                <a:srgbClr val="FFFFFF"/>
              </a:buClr>
              <a:defRPr/>
            </a:pPr>
            <a:r>
              <a:rPr lang="en-US" sz="2200" kern="0" dirty="0">
                <a:latin typeface="Times New Roman" panose="02020603050405020304" pitchFamily="18" charset="0"/>
                <a:cs typeface="Times New Roman" panose="02020603050405020304" pitchFamily="18" charset="0"/>
                <a:sym typeface="Arial"/>
              </a:rPr>
              <a:t>T.A Rahma </a:t>
            </a:r>
            <a:r>
              <a:rPr lang="en-US" sz="2200" kern="0" dirty="0" err="1">
                <a:latin typeface="Times New Roman" panose="02020603050405020304" pitchFamily="18" charset="0"/>
                <a:cs typeface="Times New Roman" panose="02020603050405020304" pitchFamily="18" charset="0"/>
                <a:sym typeface="Arial"/>
              </a:rPr>
              <a:t>Noudy</a:t>
            </a:r>
            <a:endParaRPr lang="en-US" sz="2200" kern="0" dirty="0">
              <a:latin typeface="Times New Roman" panose="02020603050405020304" pitchFamily="18" charset="0"/>
              <a:cs typeface="Times New Roman" panose="02020603050405020304" pitchFamily="18" charset="0"/>
              <a:sym typeface="Arial"/>
            </a:endParaRPr>
          </a:p>
        </p:txBody>
      </p:sp>
      <p:sp>
        <p:nvSpPr>
          <p:cNvPr id="7" name="Freeform 3">
            <a:extLst>
              <a:ext uri="{FF2B5EF4-FFF2-40B4-BE49-F238E27FC236}">
                <a16:creationId xmlns:a16="http://schemas.microsoft.com/office/drawing/2014/main" id="{141B978F-AED9-6F70-F0E0-DC637EAE412B}"/>
              </a:ext>
            </a:extLst>
          </p:cNvPr>
          <p:cNvSpPr/>
          <p:nvPr/>
        </p:nvSpPr>
        <p:spPr>
          <a:xfrm>
            <a:off x="-1444890" y="5413110"/>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a:p>
        </p:txBody>
      </p:sp>
      <p:sp>
        <p:nvSpPr>
          <p:cNvPr id="10" name="Freeform 3">
            <a:extLst>
              <a:ext uri="{FF2B5EF4-FFF2-40B4-BE49-F238E27FC236}">
                <a16:creationId xmlns:a16="http://schemas.microsoft.com/office/drawing/2014/main" id="{8EA6D26C-DBB1-398E-0E6F-4ED6AAA55CD6}"/>
              </a:ext>
            </a:extLst>
          </p:cNvPr>
          <p:cNvSpPr/>
          <p:nvPr/>
        </p:nvSpPr>
        <p:spPr>
          <a:xfrm>
            <a:off x="7541809" y="409239"/>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a:p>
        </p:txBody>
      </p:sp>
      <p:grpSp>
        <p:nvGrpSpPr>
          <p:cNvPr id="11" name="Group 6">
            <a:extLst>
              <a:ext uri="{FF2B5EF4-FFF2-40B4-BE49-F238E27FC236}">
                <a16:creationId xmlns:a16="http://schemas.microsoft.com/office/drawing/2014/main" id="{0976DCB6-AE5A-FC76-AF25-A4B99D2459C4}"/>
              </a:ext>
            </a:extLst>
          </p:cNvPr>
          <p:cNvGrpSpPr/>
          <p:nvPr/>
        </p:nvGrpSpPr>
        <p:grpSpPr>
          <a:xfrm>
            <a:off x="0" y="6858000"/>
            <a:ext cx="8305800" cy="2853460"/>
            <a:chOff x="0" y="0"/>
            <a:chExt cx="3151501" cy="1106083"/>
          </a:xfrm>
        </p:grpSpPr>
        <p:sp>
          <p:nvSpPr>
            <p:cNvPr id="12" name="Freeform 7">
              <a:extLst>
                <a:ext uri="{FF2B5EF4-FFF2-40B4-BE49-F238E27FC236}">
                  <a16:creationId xmlns:a16="http://schemas.microsoft.com/office/drawing/2014/main" id="{57F84F32-71AE-2838-4A73-FA3262DE2F27}"/>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13" name="TextBox 8">
              <a:extLst>
                <a:ext uri="{FF2B5EF4-FFF2-40B4-BE49-F238E27FC236}">
                  <a16:creationId xmlns:a16="http://schemas.microsoft.com/office/drawing/2014/main" id="{4E640541-3FEB-652B-BAED-00C0CD291BF9}"/>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grpSp>
        <p:nvGrpSpPr>
          <p:cNvPr id="14" name="Group 16">
            <a:extLst>
              <a:ext uri="{FF2B5EF4-FFF2-40B4-BE49-F238E27FC236}">
                <a16:creationId xmlns:a16="http://schemas.microsoft.com/office/drawing/2014/main" id="{C63FF792-E28F-4DE5-CE6C-885B8BDE0CB6}"/>
              </a:ext>
            </a:extLst>
          </p:cNvPr>
          <p:cNvGrpSpPr/>
          <p:nvPr/>
        </p:nvGrpSpPr>
        <p:grpSpPr>
          <a:xfrm>
            <a:off x="-998322" y="-78006"/>
            <a:ext cx="998322" cy="10421568"/>
            <a:chOff x="0" y="0"/>
            <a:chExt cx="262932" cy="2744775"/>
          </a:xfrm>
        </p:grpSpPr>
        <p:sp>
          <p:nvSpPr>
            <p:cNvPr id="15" name="Freeform 17">
              <a:extLst>
                <a:ext uri="{FF2B5EF4-FFF2-40B4-BE49-F238E27FC236}">
                  <a16:creationId xmlns:a16="http://schemas.microsoft.com/office/drawing/2014/main" id="{84ABA53D-1712-95E3-F12E-A3F07F7764D2}"/>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16" name="TextBox 18">
              <a:extLst>
                <a:ext uri="{FF2B5EF4-FFF2-40B4-BE49-F238E27FC236}">
                  <a16:creationId xmlns:a16="http://schemas.microsoft.com/office/drawing/2014/main" id="{2E3A2ADA-6140-5D39-E1CC-80B6E5DD8A22}"/>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sp>
        <p:nvSpPr>
          <p:cNvPr id="18" name="Freeform 20">
            <a:extLst>
              <a:ext uri="{FF2B5EF4-FFF2-40B4-BE49-F238E27FC236}">
                <a16:creationId xmlns:a16="http://schemas.microsoft.com/office/drawing/2014/main" id="{C07C6177-8F0B-99D6-7018-0496EA98FF7F}"/>
              </a:ext>
            </a:extLst>
          </p:cNvPr>
          <p:cNvSpPr/>
          <p:nvPr/>
        </p:nvSpPr>
        <p:spPr>
          <a:xfrm>
            <a:off x="7875363" y="5714183"/>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5"/>
                </a:ext>
              </a:extLst>
            </a:blip>
            <a:stretch>
              <a:fillRect t="-127827" r="-47370"/>
            </a:stretch>
          </a:blipFill>
        </p:spPr>
        <p:txBody>
          <a:bodyPr/>
          <a:lstStyle/>
          <a:p>
            <a:endParaRPr lang="en-AS"/>
          </a:p>
        </p:txBody>
      </p:sp>
      <p:sp>
        <p:nvSpPr>
          <p:cNvPr id="19" name="Freeform 20">
            <a:extLst>
              <a:ext uri="{FF2B5EF4-FFF2-40B4-BE49-F238E27FC236}">
                <a16:creationId xmlns:a16="http://schemas.microsoft.com/office/drawing/2014/main" id="{BEF59D13-DBC0-3166-115B-823B1B0DEEC0}"/>
              </a:ext>
            </a:extLst>
          </p:cNvPr>
          <p:cNvSpPr/>
          <p:nvPr/>
        </p:nvSpPr>
        <p:spPr>
          <a:xfrm rot="16200000">
            <a:off x="1753963" y="1599068"/>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5"/>
                </a:ext>
              </a:extLst>
            </a:blip>
            <a:stretch>
              <a:fillRect t="-127827" r="-47370"/>
            </a:stretch>
          </a:blipFill>
        </p:spPr>
        <p:txBody>
          <a:bodyPr/>
          <a:lstStyle/>
          <a:p>
            <a:endParaRPr lang="en-AS"/>
          </a:p>
        </p:txBody>
      </p:sp>
      <p:pic>
        <p:nvPicPr>
          <p:cNvPr id="31" name="Picture 30" descr="A logo for a university&#10;&#10;AI-generated content may be incorrect.">
            <a:extLst>
              <a:ext uri="{FF2B5EF4-FFF2-40B4-BE49-F238E27FC236}">
                <a16:creationId xmlns:a16="http://schemas.microsoft.com/office/drawing/2014/main" id="{6DAF08F4-9F41-6BC1-5300-B1369CFB35C1}"/>
              </a:ext>
            </a:extLst>
          </p:cNvPr>
          <p:cNvPicPr>
            <a:picLocks noChangeAspect="1"/>
          </p:cNvPicPr>
          <p:nvPr/>
        </p:nvPicPr>
        <p:blipFill>
          <a:blip r:embed="rId6"/>
          <a:stretch>
            <a:fillRect/>
          </a:stretch>
        </p:blipFill>
        <p:spPr>
          <a:xfrm>
            <a:off x="11001893" y="6096"/>
            <a:ext cx="1190107" cy="1085850"/>
          </a:xfrm>
          <a:prstGeom prst="rect">
            <a:avLst/>
          </a:prstGeom>
        </p:spPr>
      </p:pic>
      <p:grpSp>
        <p:nvGrpSpPr>
          <p:cNvPr id="102" name="!!Film_Tabe_2">
            <a:extLst>
              <a:ext uri="{FF2B5EF4-FFF2-40B4-BE49-F238E27FC236}">
                <a16:creationId xmlns:a16="http://schemas.microsoft.com/office/drawing/2014/main" id="{F87BAD60-375E-7052-8964-20A514FF30BB}"/>
              </a:ext>
            </a:extLst>
          </p:cNvPr>
          <p:cNvGrpSpPr/>
          <p:nvPr/>
        </p:nvGrpSpPr>
        <p:grpSpPr>
          <a:xfrm rot="18000000">
            <a:off x="2154005" y="3424460"/>
            <a:ext cx="21467809" cy="1961092"/>
            <a:chOff x="-5996785" y="2448454"/>
            <a:chExt cx="21467809" cy="1961092"/>
          </a:xfrm>
          <a:effectLst>
            <a:outerShdw blurRad="12700" dist="50800" dir="2700000" algn="tl" rotWithShape="0">
              <a:prstClr val="black">
                <a:alpha val="40000"/>
              </a:prstClr>
            </a:outerShdw>
          </a:effectLst>
        </p:grpSpPr>
        <p:grpSp>
          <p:nvGrpSpPr>
            <p:cNvPr id="103" name="Group 102">
              <a:extLst>
                <a:ext uri="{FF2B5EF4-FFF2-40B4-BE49-F238E27FC236}">
                  <a16:creationId xmlns:a16="http://schemas.microsoft.com/office/drawing/2014/main" id="{DB99D305-6BDA-3348-06C8-F6EE330D9ABD}"/>
                </a:ext>
              </a:extLst>
            </p:cNvPr>
            <p:cNvGrpSpPr/>
            <p:nvPr/>
          </p:nvGrpSpPr>
          <p:grpSpPr>
            <a:xfrm>
              <a:off x="7372077" y="2448455"/>
              <a:ext cx="2738174" cy="1961091"/>
              <a:chOff x="4726913" y="2438401"/>
              <a:chExt cx="2738174" cy="1961091"/>
            </a:xfrm>
          </p:grpSpPr>
          <p:sp>
            <p:nvSpPr>
              <p:cNvPr id="132" name="Graphic 2" descr="Film strip outline">
                <a:extLst>
                  <a:ext uri="{FF2B5EF4-FFF2-40B4-BE49-F238E27FC236}">
                    <a16:creationId xmlns:a16="http://schemas.microsoft.com/office/drawing/2014/main" id="{F3AD4827-94FF-A82C-7214-6FC9481757E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3" name="Straight Connector 132">
                <a:extLst>
                  <a:ext uri="{FF2B5EF4-FFF2-40B4-BE49-F238E27FC236}">
                    <a16:creationId xmlns:a16="http://schemas.microsoft.com/office/drawing/2014/main" id="{14B6CB64-BFF5-EECB-1FB2-FF6FCCEFEE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4" name="TextBox 133">
                <a:extLst>
                  <a:ext uri="{FF2B5EF4-FFF2-40B4-BE49-F238E27FC236}">
                    <a16:creationId xmlns:a16="http://schemas.microsoft.com/office/drawing/2014/main" id="{59C3FC8B-D5E2-77F4-708D-F0EF6DCB7C6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4" name="Group 103">
              <a:extLst>
                <a:ext uri="{FF2B5EF4-FFF2-40B4-BE49-F238E27FC236}">
                  <a16:creationId xmlns:a16="http://schemas.microsoft.com/office/drawing/2014/main" id="{D0633DD3-EBCB-BDC3-D48D-8C57D12D0B1C}"/>
                </a:ext>
              </a:extLst>
            </p:cNvPr>
            <p:cNvGrpSpPr/>
            <p:nvPr/>
          </p:nvGrpSpPr>
          <p:grpSpPr>
            <a:xfrm>
              <a:off x="4702657" y="2448455"/>
              <a:ext cx="2738174" cy="1961091"/>
              <a:chOff x="4726913" y="2438401"/>
              <a:chExt cx="2738174" cy="1961091"/>
            </a:xfrm>
          </p:grpSpPr>
          <p:sp>
            <p:nvSpPr>
              <p:cNvPr id="129" name="Graphic 2" descr="Film strip outline">
                <a:extLst>
                  <a:ext uri="{FF2B5EF4-FFF2-40B4-BE49-F238E27FC236}">
                    <a16:creationId xmlns:a16="http://schemas.microsoft.com/office/drawing/2014/main" id="{FDD97D05-BB36-3AA2-5B17-598D08AB584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0" name="Straight Connector 129">
                <a:extLst>
                  <a:ext uri="{FF2B5EF4-FFF2-40B4-BE49-F238E27FC236}">
                    <a16:creationId xmlns:a16="http://schemas.microsoft.com/office/drawing/2014/main" id="{CD61535F-3ECA-6B5E-8354-7489F743756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1" name="TextBox 130">
                <a:extLst>
                  <a:ext uri="{FF2B5EF4-FFF2-40B4-BE49-F238E27FC236}">
                    <a16:creationId xmlns:a16="http://schemas.microsoft.com/office/drawing/2014/main" id="{7037F4CF-C594-7E0A-F51F-66C9A824184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5" name="Group 104">
              <a:extLst>
                <a:ext uri="{FF2B5EF4-FFF2-40B4-BE49-F238E27FC236}">
                  <a16:creationId xmlns:a16="http://schemas.microsoft.com/office/drawing/2014/main" id="{94DBB201-D373-DCD2-5747-F6D6F97B3974}"/>
                </a:ext>
              </a:extLst>
            </p:cNvPr>
            <p:cNvGrpSpPr/>
            <p:nvPr/>
          </p:nvGrpSpPr>
          <p:grpSpPr>
            <a:xfrm>
              <a:off x="12732850" y="2448455"/>
              <a:ext cx="2738174" cy="1961091"/>
              <a:chOff x="4726913" y="2438401"/>
              <a:chExt cx="2738174" cy="1961091"/>
            </a:xfrm>
          </p:grpSpPr>
          <p:sp>
            <p:nvSpPr>
              <p:cNvPr id="126" name="Graphic 2" descr="Film strip outline">
                <a:extLst>
                  <a:ext uri="{FF2B5EF4-FFF2-40B4-BE49-F238E27FC236}">
                    <a16:creationId xmlns:a16="http://schemas.microsoft.com/office/drawing/2014/main" id="{5BB06C43-4224-435B-F814-173CC63426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7" name="Straight Connector 126">
                <a:extLst>
                  <a:ext uri="{FF2B5EF4-FFF2-40B4-BE49-F238E27FC236}">
                    <a16:creationId xmlns:a16="http://schemas.microsoft.com/office/drawing/2014/main" id="{CFF8B7F8-78A2-C4D5-9478-360E893BFDF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8" name="TextBox 127">
                <a:extLst>
                  <a:ext uri="{FF2B5EF4-FFF2-40B4-BE49-F238E27FC236}">
                    <a16:creationId xmlns:a16="http://schemas.microsoft.com/office/drawing/2014/main" id="{EDE6FAE5-68C1-F7A6-2077-EA453C8213A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6" name="Group 105">
              <a:extLst>
                <a:ext uri="{FF2B5EF4-FFF2-40B4-BE49-F238E27FC236}">
                  <a16:creationId xmlns:a16="http://schemas.microsoft.com/office/drawing/2014/main" id="{897201CE-F6CE-6188-E969-047675207ABE}"/>
                </a:ext>
              </a:extLst>
            </p:cNvPr>
            <p:cNvGrpSpPr/>
            <p:nvPr/>
          </p:nvGrpSpPr>
          <p:grpSpPr>
            <a:xfrm>
              <a:off x="10063430" y="2448455"/>
              <a:ext cx="2738174" cy="1961091"/>
              <a:chOff x="4726913" y="2438401"/>
              <a:chExt cx="2738174" cy="1961091"/>
            </a:xfrm>
          </p:grpSpPr>
          <p:sp>
            <p:nvSpPr>
              <p:cNvPr id="123" name="Graphic 2" descr="Film strip outline">
                <a:extLst>
                  <a:ext uri="{FF2B5EF4-FFF2-40B4-BE49-F238E27FC236}">
                    <a16:creationId xmlns:a16="http://schemas.microsoft.com/office/drawing/2014/main" id="{29DA6468-5F30-72C0-958F-2FC8BE16D96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4" name="Straight Connector 123">
                <a:extLst>
                  <a:ext uri="{FF2B5EF4-FFF2-40B4-BE49-F238E27FC236}">
                    <a16:creationId xmlns:a16="http://schemas.microsoft.com/office/drawing/2014/main" id="{592816D6-14C3-C00D-A2C0-60B3D9E986C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5" name="TextBox 124">
                <a:extLst>
                  <a:ext uri="{FF2B5EF4-FFF2-40B4-BE49-F238E27FC236}">
                    <a16:creationId xmlns:a16="http://schemas.microsoft.com/office/drawing/2014/main" id="{3782D9F2-040E-98E7-28AD-C67D47452A5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7" name="Group 106">
              <a:extLst>
                <a:ext uri="{FF2B5EF4-FFF2-40B4-BE49-F238E27FC236}">
                  <a16:creationId xmlns:a16="http://schemas.microsoft.com/office/drawing/2014/main" id="{C1D5707A-4704-AAF2-F662-549570629548}"/>
                </a:ext>
              </a:extLst>
            </p:cNvPr>
            <p:cNvGrpSpPr/>
            <p:nvPr/>
          </p:nvGrpSpPr>
          <p:grpSpPr>
            <a:xfrm>
              <a:off x="-3327365" y="2448454"/>
              <a:ext cx="2738174" cy="1961091"/>
              <a:chOff x="4726913" y="2438401"/>
              <a:chExt cx="2738174" cy="1961091"/>
            </a:xfrm>
          </p:grpSpPr>
          <p:sp>
            <p:nvSpPr>
              <p:cNvPr id="120" name="Graphic 2" descr="Film strip outline">
                <a:extLst>
                  <a:ext uri="{FF2B5EF4-FFF2-40B4-BE49-F238E27FC236}">
                    <a16:creationId xmlns:a16="http://schemas.microsoft.com/office/drawing/2014/main" id="{72199DAA-5C5E-A673-CC2B-7CEA65BBF6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1" name="Straight Connector 120">
                <a:extLst>
                  <a:ext uri="{FF2B5EF4-FFF2-40B4-BE49-F238E27FC236}">
                    <a16:creationId xmlns:a16="http://schemas.microsoft.com/office/drawing/2014/main" id="{D0BDDC64-6B74-94CF-03D7-BE17F347A1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2" name="TextBox 121">
                <a:extLst>
                  <a:ext uri="{FF2B5EF4-FFF2-40B4-BE49-F238E27FC236}">
                    <a16:creationId xmlns:a16="http://schemas.microsoft.com/office/drawing/2014/main" id="{E57AE2C1-A3A3-7DC4-012B-7F2E28020B8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8" name="Group 107">
              <a:extLst>
                <a:ext uri="{FF2B5EF4-FFF2-40B4-BE49-F238E27FC236}">
                  <a16:creationId xmlns:a16="http://schemas.microsoft.com/office/drawing/2014/main" id="{73CB2DA7-FB26-D38E-3FF1-27C82DDEC2A5}"/>
                </a:ext>
              </a:extLst>
            </p:cNvPr>
            <p:cNvGrpSpPr/>
            <p:nvPr/>
          </p:nvGrpSpPr>
          <p:grpSpPr>
            <a:xfrm>
              <a:off x="-5996785" y="2448454"/>
              <a:ext cx="2738174" cy="1961091"/>
              <a:chOff x="4726913" y="2438401"/>
              <a:chExt cx="2738174" cy="1961091"/>
            </a:xfrm>
          </p:grpSpPr>
          <p:sp>
            <p:nvSpPr>
              <p:cNvPr id="117" name="Graphic 2" descr="Film strip outline">
                <a:extLst>
                  <a:ext uri="{FF2B5EF4-FFF2-40B4-BE49-F238E27FC236}">
                    <a16:creationId xmlns:a16="http://schemas.microsoft.com/office/drawing/2014/main" id="{E0731B13-71F9-EBA2-E0AA-EF48C1C7DB7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8" name="Straight Connector 117">
                <a:extLst>
                  <a:ext uri="{FF2B5EF4-FFF2-40B4-BE49-F238E27FC236}">
                    <a16:creationId xmlns:a16="http://schemas.microsoft.com/office/drawing/2014/main" id="{E28DDE5D-0C6B-586D-B352-23D1F6491B1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9" name="TextBox 118">
                <a:extLst>
                  <a:ext uri="{FF2B5EF4-FFF2-40B4-BE49-F238E27FC236}">
                    <a16:creationId xmlns:a16="http://schemas.microsoft.com/office/drawing/2014/main" id="{FF601B4B-9062-37FD-8484-D77A214113C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9" name="Group 108">
              <a:extLst>
                <a:ext uri="{FF2B5EF4-FFF2-40B4-BE49-F238E27FC236}">
                  <a16:creationId xmlns:a16="http://schemas.microsoft.com/office/drawing/2014/main" id="{FCCA6DE3-0005-8CFB-8389-74EEDC911B40}"/>
                </a:ext>
              </a:extLst>
            </p:cNvPr>
            <p:cNvGrpSpPr/>
            <p:nvPr/>
          </p:nvGrpSpPr>
          <p:grpSpPr>
            <a:xfrm>
              <a:off x="2033408" y="2448454"/>
              <a:ext cx="2738174" cy="1961091"/>
              <a:chOff x="4726913" y="2438401"/>
              <a:chExt cx="2738174" cy="1961091"/>
            </a:xfrm>
          </p:grpSpPr>
          <p:sp>
            <p:nvSpPr>
              <p:cNvPr id="114" name="Graphic 2" descr="Film strip outline">
                <a:extLst>
                  <a:ext uri="{FF2B5EF4-FFF2-40B4-BE49-F238E27FC236}">
                    <a16:creationId xmlns:a16="http://schemas.microsoft.com/office/drawing/2014/main" id="{9A9954F9-6E30-83EE-567A-6ED441E8DC6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5" name="Straight Connector 114">
                <a:extLst>
                  <a:ext uri="{FF2B5EF4-FFF2-40B4-BE49-F238E27FC236}">
                    <a16:creationId xmlns:a16="http://schemas.microsoft.com/office/drawing/2014/main" id="{338AB1AA-5D03-172D-1B3B-704F9BC5D11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6" name="TextBox 115">
                <a:extLst>
                  <a:ext uri="{FF2B5EF4-FFF2-40B4-BE49-F238E27FC236}">
                    <a16:creationId xmlns:a16="http://schemas.microsoft.com/office/drawing/2014/main" id="{AA7F4EF5-4A10-505C-AFA4-E182A34357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0" name="Group 109">
              <a:extLst>
                <a:ext uri="{FF2B5EF4-FFF2-40B4-BE49-F238E27FC236}">
                  <a16:creationId xmlns:a16="http://schemas.microsoft.com/office/drawing/2014/main" id="{7DA0CAB7-C167-77B9-8650-374A5A4896D8}"/>
                </a:ext>
              </a:extLst>
            </p:cNvPr>
            <p:cNvGrpSpPr/>
            <p:nvPr/>
          </p:nvGrpSpPr>
          <p:grpSpPr>
            <a:xfrm>
              <a:off x="-636012" y="2448454"/>
              <a:ext cx="2738174" cy="1961091"/>
              <a:chOff x="4726913" y="2438401"/>
              <a:chExt cx="2738174" cy="1961091"/>
            </a:xfrm>
          </p:grpSpPr>
          <p:sp>
            <p:nvSpPr>
              <p:cNvPr id="111" name="Graphic 2" descr="Film strip outline">
                <a:extLst>
                  <a:ext uri="{FF2B5EF4-FFF2-40B4-BE49-F238E27FC236}">
                    <a16:creationId xmlns:a16="http://schemas.microsoft.com/office/drawing/2014/main" id="{995D4DF5-DABA-78CE-32E8-F7416B8C2EA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2" name="Straight Connector 111">
                <a:extLst>
                  <a:ext uri="{FF2B5EF4-FFF2-40B4-BE49-F238E27FC236}">
                    <a16:creationId xmlns:a16="http://schemas.microsoft.com/office/drawing/2014/main" id="{042B66C1-A9DB-B9E5-1EF0-E8D4AB305EC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3" name="TextBox 112">
                <a:extLst>
                  <a:ext uri="{FF2B5EF4-FFF2-40B4-BE49-F238E27FC236}">
                    <a16:creationId xmlns:a16="http://schemas.microsoft.com/office/drawing/2014/main" id="{7DC13CEF-2765-2B0E-2ABB-FFC4466237E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35" name="!!Film_Tabe_1">
            <a:extLst>
              <a:ext uri="{FF2B5EF4-FFF2-40B4-BE49-F238E27FC236}">
                <a16:creationId xmlns:a16="http://schemas.microsoft.com/office/drawing/2014/main" id="{0148B6D5-0469-73C6-5553-D88D175D9295}"/>
              </a:ext>
            </a:extLst>
          </p:cNvPr>
          <p:cNvGrpSpPr/>
          <p:nvPr/>
        </p:nvGrpSpPr>
        <p:grpSpPr>
          <a:xfrm rot="18000000">
            <a:off x="-11441769" y="502953"/>
            <a:ext cx="21467809" cy="1961092"/>
            <a:chOff x="-5996785" y="2448454"/>
            <a:chExt cx="21467809" cy="1961092"/>
          </a:xfrm>
          <a:effectLst>
            <a:outerShdw blurRad="12700" dist="50800" dir="2700000" algn="tl" rotWithShape="0">
              <a:schemeClr val="tx1">
                <a:alpha val="40000"/>
              </a:schemeClr>
            </a:outerShdw>
          </a:effectLst>
        </p:grpSpPr>
        <p:grpSp>
          <p:nvGrpSpPr>
            <p:cNvPr id="136" name="Group 135">
              <a:extLst>
                <a:ext uri="{FF2B5EF4-FFF2-40B4-BE49-F238E27FC236}">
                  <a16:creationId xmlns:a16="http://schemas.microsoft.com/office/drawing/2014/main" id="{6898E59B-8627-00F3-1346-0D3A3613A36F}"/>
                </a:ext>
              </a:extLst>
            </p:cNvPr>
            <p:cNvGrpSpPr/>
            <p:nvPr/>
          </p:nvGrpSpPr>
          <p:grpSpPr>
            <a:xfrm>
              <a:off x="7372077" y="2448455"/>
              <a:ext cx="2738174" cy="1961091"/>
              <a:chOff x="4726913" y="2438401"/>
              <a:chExt cx="2738174" cy="1961091"/>
            </a:xfrm>
          </p:grpSpPr>
          <p:sp>
            <p:nvSpPr>
              <p:cNvPr id="165" name="Graphic 2" descr="Film strip outline">
                <a:extLst>
                  <a:ext uri="{FF2B5EF4-FFF2-40B4-BE49-F238E27FC236}">
                    <a16:creationId xmlns:a16="http://schemas.microsoft.com/office/drawing/2014/main" id="{AC17D036-CC5F-774A-FA27-47E08BA6E47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6" name="Straight Connector 165">
                <a:extLst>
                  <a:ext uri="{FF2B5EF4-FFF2-40B4-BE49-F238E27FC236}">
                    <a16:creationId xmlns:a16="http://schemas.microsoft.com/office/drawing/2014/main" id="{93A87ADF-A538-9B69-8227-BCC89E63B92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7" name="TextBox 166">
                <a:extLst>
                  <a:ext uri="{FF2B5EF4-FFF2-40B4-BE49-F238E27FC236}">
                    <a16:creationId xmlns:a16="http://schemas.microsoft.com/office/drawing/2014/main" id="{ECEDC02D-C2A5-76BF-F63F-7B1F9245AA1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7" name="Group 136">
              <a:extLst>
                <a:ext uri="{FF2B5EF4-FFF2-40B4-BE49-F238E27FC236}">
                  <a16:creationId xmlns:a16="http://schemas.microsoft.com/office/drawing/2014/main" id="{598DA318-B1D3-D739-107D-D140D51B4857}"/>
                </a:ext>
              </a:extLst>
            </p:cNvPr>
            <p:cNvGrpSpPr/>
            <p:nvPr/>
          </p:nvGrpSpPr>
          <p:grpSpPr>
            <a:xfrm>
              <a:off x="4702657" y="2448455"/>
              <a:ext cx="2738174" cy="1961091"/>
              <a:chOff x="4726913" y="2438401"/>
              <a:chExt cx="2738174" cy="1961091"/>
            </a:xfrm>
          </p:grpSpPr>
          <p:sp>
            <p:nvSpPr>
              <p:cNvPr id="162" name="Graphic 2" descr="Film strip outline">
                <a:extLst>
                  <a:ext uri="{FF2B5EF4-FFF2-40B4-BE49-F238E27FC236}">
                    <a16:creationId xmlns:a16="http://schemas.microsoft.com/office/drawing/2014/main" id="{7B4FAF93-3E27-80C7-01F1-E94E262575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3" name="Straight Connector 162">
                <a:extLst>
                  <a:ext uri="{FF2B5EF4-FFF2-40B4-BE49-F238E27FC236}">
                    <a16:creationId xmlns:a16="http://schemas.microsoft.com/office/drawing/2014/main" id="{84417DA7-4FA3-9A50-1E3F-252273E91D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4" name="TextBox 163">
                <a:extLst>
                  <a:ext uri="{FF2B5EF4-FFF2-40B4-BE49-F238E27FC236}">
                    <a16:creationId xmlns:a16="http://schemas.microsoft.com/office/drawing/2014/main" id="{90684E26-A3A9-7B9F-8F93-B6685366E70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8" name="Group 137">
              <a:extLst>
                <a:ext uri="{FF2B5EF4-FFF2-40B4-BE49-F238E27FC236}">
                  <a16:creationId xmlns:a16="http://schemas.microsoft.com/office/drawing/2014/main" id="{F3168ECE-8E5B-A3E6-5BE4-27A6106F9CE9}"/>
                </a:ext>
              </a:extLst>
            </p:cNvPr>
            <p:cNvGrpSpPr/>
            <p:nvPr/>
          </p:nvGrpSpPr>
          <p:grpSpPr>
            <a:xfrm>
              <a:off x="12732850" y="2448455"/>
              <a:ext cx="2738174" cy="1961091"/>
              <a:chOff x="4726913" y="2438401"/>
              <a:chExt cx="2738174" cy="1961091"/>
            </a:xfrm>
          </p:grpSpPr>
          <p:sp>
            <p:nvSpPr>
              <p:cNvPr id="159" name="Graphic 2" descr="Film strip outline">
                <a:extLst>
                  <a:ext uri="{FF2B5EF4-FFF2-40B4-BE49-F238E27FC236}">
                    <a16:creationId xmlns:a16="http://schemas.microsoft.com/office/drawing/2014/main" id="{641C1D74-C200-BA50-B209-D2A99EDD677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0" name="Straight Connector 159">
                <a:extLst>
                  <a:ext uri="{FF2B5EF4-FFF2-40B4-BE49-F238E27FC236}">
                    <a16:creationId xmlns:a16="http://schemas.microsoft.com/office/drawing/2014/main" id="{254FC4C2-8646-A2CF-4627-98FCD4F1A85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1" name="TextBox 160">
                <a:extLst>
                  <a:ext uri="{FF2B5EF4-FFF2-40B4-BE49-F238E27FC236}">
                    <a16:creationId xmlns:a16="http://schemas.microsoft.com/office/drawing/2014/main" id="{36B07C45-86C7-D7F8-76F1-DAB269A70F1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9" name="Group 138">
              <a:extLst>
                <a:ext uri="{FF2B5EF4-FFF2-40B4-BE49-F238E27FC236}">
                  <a16:creationId xmlns:a16="http://schemas.microsoft.com/office/drawing/2014/main" id="{DAF5570C-A473-C461-8395-6F436C4C32DE}"/>
                </a:ext>
              </a:extLst>
            </p:cNvPr>
            <p:cNvGrpSpPr/>
            <p:nvPr/>
          </p:nvGrpSpPr>
          <p:grpSpPr>
            <a:xfrm>
              <a:off x="10063430" y="2448455"/>
              <a:ext cx="2738174" cy="1961091"/>
              <a:chOff x="4726913" y="2438401"/>
              <a:chExt cx="2738174" cy="1961091"/>
            </a:xfrm>
          </p:grpSpPr>
          <p:sp>
            <p:nvSpPr>
              <p:cNvPr id="156" name="Graphic 2" descr="Film strip outline">
                <a:extLst>
                  <a:ext uri="{FF2B5EF4-FFF2-40B4-BE49-F238E27FC236}">
                    <a16:creationId xmlns:a16="http://schemas.microsoft.com/office/drawing/2014/main" id="{76F79ED4-3F9B-CBBD-A1F2-95D83D502F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7" name="Straight Connector 156">
                <a:extLst>
                  <a:ext uri="{FF2B5EF4-FFF2-40B4-BE49-F238E27FC236}">
                    <a16:creationId xmlns:a16="http://schemas.microsoft.com/office/drawing/2014/main" id="{4CB250B8-AB73-77D2-E845-E0A24F6F714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8" name="TextBox 157">
                <a:extLst>
                  <a:ext uri="{FF2B5EF4-FFF2-40B4-BE49-F238E27FC236}">
                    <a16:creationId xmlns:a16="http://schemas.microsoft.com/office/drawing/2014/main" id="{93FDD94D-5DF8-8BD7-B1CC-90C2ECDE910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0" name="Group 139">
              <a:extLst>
                <a:ext uri="{FF2B5EF4-FFF2-40B4-BE49-F238E27FC236}">
                  <a16:creationId xmlns:a16="http://schemas.microsoft.com/office/drawing/2014/main" id="{65FBAF2C-D52B-FBE4-6038-88BF7529320E}"/>
                </a:ext>
              </a:extLst>
            </p:cNvPr>
            <p:cNvGrpSpPr/>
            <p:nvPr/>
          </p:nvGrpSpPr>
          <p:grpSpPr>
            <a:xfrm>
              <a:off x="-3327365" y="2448454"/>
              <a:ext cx="2738174" cy="1961091"/>
              <a:chOff x="4726913" y="2438401"/>
              <a:chExt cx="2738174" cy="1961091"/>
            </a:xfrm>
          </p:grpSpPr>
          <p:sp>
            <p:nvSpPr>
              <p:cNvPr id="153" name="Graphic 2" descr="Film strip outline">
                <a:extLst>
                  <a:ext uri="{FF2B5EF4-FFF2-40B4-BE49-F238E27FC236}">
                    <a16:creationId xmlns:a16="http://schemas.microsoft.com/office/drawing/2014/main" id="{18FA5FAC-82F2-9E56-A6ED-EB40A9B60A5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4" name="Straight Connector 153">
                <a:extLst>
                  <a:ext uri="{FF2B5EF4-FFF2-40B4-BE49-F238E27FC236}">
                    <a16:creationId xmlns:a16="http://schemas.microsoft.com/office/drawing/2014/main" id="{AC79F558-CD0C-5AD1-29A2-654654500B5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5" name="TextBox 154">
                <a:extLst>
                  <a:ext uri="{FF2B5EF4-FFF2-40B4-BE49-F238E27FC236}">
                    <a16:creationId xmlns:a16="http://schemas.microsoft.com/office/drawing/2014/main" id="{E1B81A05-15C4-3258-2431-D7FB35E7A4C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1" name="Group 140">
              <a:extLst>
                <a:ext uri="{FF2B5EF4-FFF2-40B4-BE49-F238E27FC236}">
                  <a16:creationId xmlns:a16="http://schemas.microsoft.com/office/drawing/2014/main" id="{991C76CF-357C-4A7B-98C4-4FBA7CF56818}"/>
                </a:ext>
              </a:extLst>
            </p:cNvPr>
            <p:cNvGrpSpPr/>
            <p:nvPr/>
          </p:nvGrpSpPr>
          <p:grpSpPr>
            <a:xfrm>
              <a:off x="-5996785" y="2448454"/>
              <a:ext cx="2738174" cy="1961091"/>
              <a:chOff x="4726913" y="2438401"/>
              <a:chExt cx="2738174" cy="1961091"/>
            </a:xfrm>
          </p:grpSpPr>
          <p:sp>
            <p:nvSpPr>
              <p:cNvPr id="150" name="Graphic 2" descr="Film strip outline">
                <a:extLst>
                  <a:ext uri="{FF2B5EF4-FFF2-40B4-BE49-F238E27FC236}">
                    <a16:creationId xmlns:a16="http://schemas.microsoft.com/office/drawing/2014/main" id="{D327547C-17A1-F564-BA4F-97855A9AEF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1" name="Straight Connector 150">
                <a:extLst>
                  <a:ext uri="{FF2B5EF4-FFF2-40B4-BE49-F238E27FC236}">
                    <a16:creationId xmlns:a16="http://schemas.microsoft.com/office/drawing/2014/main" id="{73230DC9-8B02-8BF5-03C3-525080D8D68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2" name="TextBox 151">
                <a:extLst>
                  <a:ext uri="{FF2B5EF4-FFF2-40B4-BE49-F238E27FC236}">
                    <a16:creationId xmlns:a16="http://schemas.microsoft.com/office/drawing/2014/main" id="{95FCBD15-4330-E7EE-E834-A3BF55BBFC2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2" name="Group 141">
              <a:extLst>
                <a:ext uri="{FF2B5EF4-FFF2-40B4-BE49-F238E27FC236}">
                  <a16:creationId xmlns:a16="http://schemas.microsoft.com/office/drawing/2014/main" id="{F71DC8B4-99BF-FF80-FB17-7E82DB3B1324}"/>
                </a:ext>
              </a:extLst>
            </p:cNvPr>
            <p:cNvGrpSpPr/>
            <p:nvPr/>
          </p:nvGrpSpPr>
          <p:grpSpPr>
            <a:xfrm>
              <a:off x="2033408" y="2448454"/>
              <a:ext cx="2738174" cy="1961091"/>
              <a:chOff x="4726913" y="2438401"/>
              <a:chExt cx="2738174" cy="1961091"/>
            </a:xfrm>
          </p:grpSpPr>
          <p:sp>
            <p:nvSpPr>
              <p:cNvPr id="147" name="Graphic 2" descr="Film strip outline">
                <a:extLst>
                  <a:ext uri="{FF2B5EF4-FFF2-40B4-BE49-F238E27FC236}">
                    <a16:creationId xmlns:a16="http://schemas.microsoft.com/office/drawing/2014/main" id="{F6E4B68C-F282-26C9-C695-4E521E59E4E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8" name="Straight Connector 147">
                <a:extLst>
                  <a:ext uri="{FF2B5EF4-FFF2-40B4-BE49-F238E27FC236}">
                    <a16:creationId xmlns:a16="http://schemas.microsoft.com/office/drawing/2014/main" id="{000FD068-3C52-875B-D8E0-8C02C7C614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9" name="TextBox 148">
                <a:extLst>
                  <a:ext uri="{FF2B5EF4-FFF2-40B4-BE49-F238E27FC236}">
                    <a16:creationId xmlns:a16="http://schemas.microsoft.com/office/drawing/2014/main" id="{E09FAB4D-925F-E2AC-236E-A634C0066B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3" name="Group 142">
              <a:extLst>
                <a:ext uri="{FF2B5EF4-FFF2-40B4-BE49-F238E27FC236}">
                  <a16:creationId xmlns:a16="http://schemas.microsoft.com/office/drawing/2014/main" id="{4EC894BD-EC83-982D-7A19-1B42082002A8}"/>
                </a:ext>
              </a:extLst>
            </p:cNvPr>
            <p:cNvGrpSpPr/>
            <p:nvPr/>
          </p:nvGrpSpPr>
          <p:grpSpPr>
            <a:xfrm>
              <a:off x="-636012" y="2448454"/>
              <a:ext cx="2738174" cy="1961091"/>
              <a:chOff x="4726913" y="2438401"/>
              <a:chExt cx="2738174" cy="1961091"/>
            </a:xfrm>
          </p:grpSpPr>
          <p:sp>
            <p:nvSpPr>
              <p:cNvPr id="144" name="Graphic 2" descr="Film strip outline">
                <a:extLst>
                  <a:ext uri="{FF2B5EF4-FFF2-40B4-BE49-F238E27FC236}">
                    <a16:creationId xmlns:a16="http://schemas.microsoft.com/office/drawing/2014/main" id="{0330B5F4-F0F4-3EEE-E233-F4D99877566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5" name="Straight Connector 144">
                <a:extLst>
                  <a:ext uri="{FF2B5EF4-FFF2-40B4-BE49-F238E27FC236}">
                    <a16:creationId xmlns:a16="http://schemas.microsoft.com/office/drawing/2014/main" id="{0EB9F8FE-51A6-75F9-D19C-14B113BF835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6" name="TextBox 145">
                <a:extLst>
                  <a:ext uri="{FF2B5EF4-FFF2-40B4-BE49-F238E27FC236}">
                    <a16:creationId xmlns:a16="http://schemas.microsoft.com/office/drawing/2014/main" id="{CA10B4C8-EB8E-15F5-FD7A-B91DE5519C8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5" name="Freeform: Shape 4">
            <a:extLst>
              <a:ext uri="{FF2B5EF4-FFF2-40B4-BE49-F238E27FC236}">
                <a16:creationId xmlns:a16="http://schemas.microsoft.com/office/drawing/2014/main" id="{514E3D0C-1BF2-8946-60DE-CA88ADBEF290}"/>
              </a:ext>
            </a:extLst>
          </p:cNvPr>
          <p:cNvSpPr/>
          <p:nvPr/>
        </p:nvSpPr>
        <p:spPr>
          <a:xfrm>
            <a:off x="12419609" y="1120438"/>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6" name="Rectangle 5">
            <a:extLst>
              <a:ext uri="{FF2B5EF4-FFF2-40B4-BE49-F238E27FC236}">
                <a16:creationId xmlns:a16="http://schemas.microsoft.com/office/drawing/2014/main" id="{8B744C31-58A8-FA86-6C6F-B8F6E096B05C}"/>
              </a:ext>
            </a:extLst>
          </p:cNvPr>
          <p:cNvSpPr/>
          <p:nvPr/>
        </p:nvSpPr>
        <p:spPr>
          <a:xfrm>
            <a:off x="14096150" y="186032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 name="Rectangle 7">
            <a:extLst>
              <a:ext uri="{FF2B5EF4-FFF2-40B4-BE49-F238E27FC236}">
                <a16:creationId xmlns:a16="http://schemas.microsoft.com/office/drawing/2014/main" id="{6F3DC1E4-490D-FCEC-596B-F9A2577BFB1F}"/>
              </a:ext>
            </a:extLst>
          </p:cNvPr>
          <p:cNvSpPr>
            <a:spLocks/>
          </p:cNvSpPr>
          <p:nvPr/>
        </p:nvSpPr>
        <p:spPr>
          <a:xfrm>
            <a:off x="14096150" y="246436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 name="Rectangle 8">
            <a:extLst>
              <a:ext uri="{FF2B5EF4-FFF2-40B4-BE49-F238E27FC236}">
                <a16:creationId xmlns:a16="http://schemas.microsoft.com/office/drawing/2014/main" id="{7951A5A4-F147-0D59-46C9-50720C376875}"/>
              </a:ext>
            </a:extLst>
          </p:cNvPr>
          <p:cNvSpPr>
            <a:spLocks/>
          </p:cNvSpPr>
          <p:nvPr/>
        </p:nvSpPr>
        <p:spPr>
          <a:xfrm>
            <a:off x="14096150" y="3068413"/>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 name="Rectangle 16">
            <a:extLst>
              <a:ext uri="{FF2B5EF4-FFF2-40B4-BE49-F238E27FC236}">
                <a16:creationId xmlns:a16="http://schemas.microsoft.com/office/drawing/2014/main" id="{7F4155A3-5AAD-6A05-66A1-151855AAC9B3}"/>
              </a:ext>
            </a:extLst>
          </p:cNvPr>
          <p:cNvSpPr>
            <a:spLocks/>
          </p:cNvSpPr>
          <p:nvPr/>
        </p:nvSpPr>
        <p:spPr>
          <a:xfrm>
            <a:off x="14096150" y="427650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0" name="Rectangle 19">
            <a:extLst>
              <a:ext uri="{FF2B5EF4-FFF2-40B4-BE49-F238E27FC236}">
                <a16:creationId xmlns:a16="http://schemas.microsoft.com/office/drawing/2014/main" id="{37FB5AA1-474A-F1CF-99EC-B23F164A36A8}"/>
              </a:ext>
            </a:extLst>
          </p:cNvPr>
          <p:cNvSpPr>
            <a:spLocks/>
          </p:cNvSpPr>
          <p:nvPr/>
        </p:nvSpPr>
        <p:spPr>
          <a:xfrm>
            <a:off x="14096150" y="488054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D4D76810-338F-6C8E-2BC7-6E44F2E7CB0D}"/>
              </a:ext>
            </a:extLst>
          </p:cNvPr>
          <p:cNvSpPr>
            <a:spLocks/>
          </p:cNvSpPr>
          <p:nvPr/>
        </p:nvSpPr>
        <p:spPr>
          <a:xfrm>
            <a:off x="14096150" y="548459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2" name="Rectangle 21">
            <a:extLst>
              <a:ext uri="{FF2B5EF4-FFF2-40B4-BE49-F238E27FC236}">
                <a16:creationId xmlns:a16="http://schemas.microsoft.com/office/drawing/2014/main" id="{24622CC2-6808-1BAF-12DC-A28CE5224C53}"/>
              </a:ext>
            </a:extLst>
          </p:cNvPr>
          <p:cNvSpPr/>
          <p:nvPr/>
        </p:nvSpPr>
        <p:spPr>
          <a:xfrm>
            <a:off x="13183877" y="1760312"/>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3" name="Rectangle 22">
            <a:extLst>
              <a:ext uri="{FF2B5EF4-FFF2-40B4-BE49-F238E27FC236}">
                <a16:creationId xmlns:a16="http://schemas.microsoft.com/office/drawing/2014/main" id="{0D06902F-C02C-F340-6286-BB8ECABB78D1}"/>
              </a:ext>
            </a:extLst>
          </p:cNvPr>
          <p:cNvSpPr/>
          <p:nvPr/>
        </p:nvSpPr>
        <p:spPr>
          <a:xfrm>
            <a:off x="13183877" y="2363959"/>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4" name="Rectangle 23">
            <a:extLst>
              <a:ext uri="{FF2B5EF4-FFF2-40B4-BE49-F238E27FC236}">
                <a16:creationId xmlns:a16="http://schemas.microsoft.com/office/drawing/2014/main" id="{E9F0473A-5E3E-9D97-405C-7D7DF697A4CA}"/>
              </a:ext>
            </a:extLst>
          </p:cNvPr>
          <p:cNvSpPr/>
          <p:nvPr/>
        </p:nvSpPr>
        <p:spPr>
          <a:xfrm>
            <a:off x="13183877" y="296760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5" name="Rectangle 24">
            <a:extLst>
              <a:ext uri="{FF2B5EF4-FFF2-40B4-BE49-F238E27FC236}">
                <a16:creationId xmlns:a16="http://schemas.microsoft.com/office/drawing/2014/main" id="{AEBD5294-739B-5728-D4D8-6D69865503AA}"/>
              </a:ext>
            </a:extLst>
          </p:cNvPr>
          <p:cNvSpPr/>
          <p:nvPr/>
        </p:nvSpPr>
        <p:spPr>
          <a:xfrm>
            <a:off x="13183877" y="3571253"/>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6" name="Rectangle 25">
            <a:extLst>
              <a:ext uri="{FF2B5EF4-FFF2-40B4-BE49-F238E27FC236}">
                <a16:creationId xmlns:a16="http://schemas.microsoft.com/office/drawing/2014/main" id="{8AE329C7-D41E-2C36-B21C-58E314A49622}"/>
              </a:ext>
            </a:extLst>
          </p:cNvPr>
          <p:cNvSpPr/>
          <p:nvPr/>
        </p:nvSpPr>
        <p:spPr>
          <a:xfrm>
            <a:off x="13183877" y="417490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A7A5E155-0A44-3E8B-6963-D1AE48EE639D}"/>
              </a:ext>
            </a:extLst>
          </p:cNvPr>
          <p:cNvSpPr/>
          <p:nvPr/>
        </p:nvSpPr>
        <p:spPr>
          <a:xfrm>
            <a:off x="13183877" y="477854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8" name="Rectangle 27">
            <a:extLst>
              <a:ext uri="{FF2B5EF4-FFF2-40B4-BE49-F238E27FC236}">
                <a16:creationId xmlns:a16="http://schemas.microsoft.com/office/drawing/2014/main" id="{BC0FB0DB-14A9-C915-8451-B8E430060497}"/>
              </a:ext>
            </a:extLst>
          </p:cNvPr>
          <p:cNvSpPr/>
          <p:nvPr/>
        </p:nvSpPr>
        <p:spPr>
          <a:xfrm>
            <a:off x="13183877" y="5382195"/>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Freeform: Shape 28">
            <a:extLst>
              <a:ext uri="{FF2B5EF4-FFF2-40B4-BE49-F238E27FC236}">
                <a16:creationId xmlns:a16="http://schemas.microsoft.com/office/drawing/2014/main" id="{4F9284DA-D2E8-43A5-CB93-70BDB240B6B2}"/>
              </a:ext>
            </a:extLst>
          </p:cNvPr>
          <p:cNvSpPr/>
          <p:nvPr/>
        </p:nvSpPr>
        <p:spPr>
          <a:xfrm>
            <a:off x="13117945" y="161926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30" name="Rectangle 29">
            <a:extLst>
              <a:ext uri="{FF2B5EF4-FFF2-40B4-BE49-F238E27FC236}">
                <a16:creationId xmlns:a16="http://schemas.microsoft.com/office/drawing/2014/main" id="{FDC19D84-1AA9-268C-7E6B-C07AA4135648}"/>
              </a:ext>
            </a:extLst>
          </p:cNvPr>
          <p:cNvSpPr>
            <a:spLocks/>
          </p:cNvSpPr>
          <p:nvPr/>
        </p:nvSpPr>
        <p:spPr>
          <a:xfrm>
            <a:off x="14101029" y="3672457"/>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5254782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061BB633-07E5-D3A1-8281-45A8547BF8BD}"/>
            </a:ext>
          </a:extLst>
        </p:cNvPr>
        <p:cNvGrpSpPr/>
        <p:nvPr/>
      </p:nvGrpSpPr>
      <p:grpSpPr>
        <a:xfrm>
          <a:off x="0" y="0"/>
          <a:ext cx="0" cy="0"/>
          <a:chOff x="0" y="0"/>
          <a:chExt cx="0" cy="0"/>
        </a:xfrm>
      </p:grpSpPr>
      <p:sp>
        <p:nvSpPr>
          <p:cNvPr id="6" name="Freeform: Shape 5">
            <a:extLst>
              <a:ext uri="{FF2B5EF4-FFF2-40B4-BE49-F238E27FC236}">
                <a16:creationId xmlns:a16="http://schemas.microsoft.com/office/drawing/2014/main" id="{9B9B424B-160F-B8F6-29F3-1221EA1D6A64}"/>
              </a:ext>
            </a:extLst>
          </p:cNvPr>
          <p:cNvSpPr/>
          <p:nvPr/>
        </p:nvSpPr>
        <p:spPr>
          <a:xfrm>
            <a:off x="70064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8" name="Rectangle 7">
            <a:extLst>
              <a:ext uri="{FF2B5EF4-FFF2-40B4-BE49-F238E27FC236}">
                <a16:creationId xmlns:a16="http://schemas.microsoft.com/office/drawing/2014/main" id="{AD59A209-BA35-4F1A-B703-C04BB5C49AB5}"/>
              </a:ext>
            </a:extLst>
          </p:cNvPr>
          <p:cNvSpPr/>
          <p:nvPr/>
        </p:nvSpPr>
        <p:spPr>
          <a:xfrm>
            <a:off x="86830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0470861E-EBA0-5905-CC51-501FDEC0059E}"/>
              </a:ext>
            </a:extLst>
          </p:cNvPr>
          <p:cNvSpPr>
            <a:spLocks/>
          </p:cNvSpPr>
          <p:nvPr/>
        </p:nvSpPr>
        <p:spPr>
          <a:xfrm>
            <a:off x="86830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3A6941E1-A500-390F-C704-4A58B839F7FD}"/>
              </a:ext>
            </a:extLst>
          </p:cNvPr>
          <p:cNvSpPr>
            <a:spLocks/>
          </p:cNvSpPr>
          <p:nvPr/>
        </p:nvSpPr>
        <p:spPr>
          <a:xfrm>
            <a:off x="86830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DC078EEC-B961-478A-6509-CA6650E57763}"/>
              </a:ext>
            </a:extLst>
          </p:cNvPr>
          <p:cNvSpPr>
            <a:spLocks/>
          </p:cNvSpPr>
          <p:nvPr/>
        </p:nvSpPr>
        <p:spPr>
          <a:xfrm>
            <a:off x="86830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3" name="Rectangle 32">
            <a:extLst>
              <a:ext uri="{FF2B5EF4-FFF2-40B4-BE49-F238E27FC236}">
                <a16:creationId xmlns:a16="http://schemas.microsoft.com/office/drawing/2014/main" id="{613CD266-11CB-E19F-9CD0-2AAF053257FC}"/>
              </a:ext>
            </a:extLst>
          </p:cNvPr>
          <p:cNvSpPr>
            <a:spLocks/>
          </p:cNvSpPr>
          <p:nvPr/>
        </p:nvSpPr>
        <p:spPr>
          <a:xfrm>
            <a:off x="86830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Rectangle 34">
            <a:extLst>
              <a:ext uri="{FF2B5EF4-FFF2-40B4-BE49-F238E27FC236}">
                <a16:creationId xmlns:a16="http://schemas.microsoft.com/office/drawing/2014/main" id="{52096C06-F50C-DD77-62B1-0583C343293C}"/>
              </a:ext>
            </a:extLst>
          </p:cNvPr>
          <p:cNvSpPr>
            <a:spLocks/>
          </p:cNvSpPr>
          <p:nvPr/>
        </p:nvSpPr>
        <p:spPr>
          <a:xfrm>
            <a:off x="86830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5" name="Rectangle 94">
            <a:extLst>
              <a:ext uri="{FF2B5EF4-FFF2-40B4-BE49-F238E27FC236}">
                <a16:creationId xmlns:a16="http://schemas.microsoft.com/office/drawing/2014/main" id="{48651D7A-556A-81F7-5811-0BE8929D6B0E}"/>
              </a:ext>
            </a:extLst>
          </p:cNvPr>
          <p:cNvSpPr/>
          <p:nvPr/>
        </p:nvSpPr>
        <p:spPr>
          <a:xfrm>
            <a:off x="7770756" y="1705963"/>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7" name="Rectangle 96">
            <a:extLst>
              <a:ext uri="{FF2B5EF4-FFF2-40B4-BE49-F238E27FC236}">
                <a16:creationId xmlns:a16="http://schemas.microsoft.com/office/drawing/2014/main" id="{A08AB84D-3A40-F9E6-7D96-B8D580377232}"/>
              </a:ext>
            </a:extLst>
          </p:cNvPr>
          <p:cNvSpPr/>
          <p:nvPr/>
        </p:nvSpPr>
        <p:spPr>
          <a:xfrm>
            <a:off x="7770756" y="230961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9" name="Rectangle 98">
            <a:extLst>
              <a:ext uri="{FF2B5EF4-FFF2-40B4-BE49-F238E27FC236}">
                <a16:creationId xmlns:a16="http://schemas.microsoft.com/office/drawing/2014/main" id="{12F64543-D6A6-B714-55CB-E443AB220354}"/>
              </a:ext>
            </a:extLst>
          </p:cNvPr>
          <p:cNvSpPr/>
          <p:nvPr/>
        </p:nvSpPr>
        <p:spPr>
          <a:xfrm>
            <a:off x="77707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1" name="Rectangle 100">
            <a:extLst>
              <a:ext uri="{FF2B5EF4-FFF2-40B4-BE49-F238E27FC236}">
                <a16:creationId xmlns:a16="http://schemas.microsoft.com/office/drawing/2014/main" id="{7EC23FAC-DAC0-47D1-1328-C1685D692C7E}"/>
              </a:ext>
            </a:extLst>
          </p:cNvPr>
          <p:cNvSpPr/>
          <p:nvPr/>
        </p:nvSpPr>
        <p:spPr>
          <a:xfrm>
            <a:off x="77707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3" name="Rectangle 102">
            <a:extLst>
              <a:ext uri="{FF2B5EF4-FFF2-40B4-BE49-F238E27FC236}">
                <a16:creationId xmlns:a16="http://schemas.microsoft.com/office/drawing/2014/main" id="{FB1F85A0-5CBD-9366-DC31-4572470E380B}"/>
              </a:ext>
            </a:extLst>
          </p:cNvPr>
          <p:cNvSpPr/>
          <p:nvPr/>
        </p:nvSpPr>
        <p:spPr>
          <a:xfrm>
            <a:off x="77707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5" name="Rectangle 104">
            <a:extLst>
              <a:ext uri="{FF2B5EF4-FFF2-40B4-BE49-F238E27FC236}">
                <a16:creationId xmlns:a16="http://schemas.microsoft.com/office/drawing/2014/main" id="{AB82722F-FC0C-4F0F-5166-A7789EB266F9}"/>
              </a:ext>
            </a:extLst>
          </p:cNvPr>
          <p:cNvSpPr/>
          <p:nvPr/>
        </p:nvSpPr>
        <p:spPr>
          <a:xfrm>
            <a:off x="77707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7" name="Rectangle 106">
            <a:extLst>
              <a:ext uri="{FF2B5EF4-FFF2-40B4-BE49-F238E27FC236}">
                <a16:creationId xmlns:a16="http://schemas.microsoft.com/office/drawing/2014/main" id="{4959813E-4FE9-56B6-B0CE-6DBC145385A9}"/>
              </a:ext>
            </a:extLst>
          </p:cNvPr>
          <p:cNvSpPr/>
          <p:nvPr/>
        </p:nvSpPr>
        <p:spPr>
          <a:xfrm>
            <a:off x="77707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9" name="Freeform: Shape 108">
            <a:extLst>
              <a:ext uri="{FF2B5EF4-FFF2-40B4-BE49-F238E27FC236}">
                <a16:creationId xmlns:a16="http://schemas.microsoft.com/office/drawing/2014/main" id="{A5757CB6-E144-A79D-72FC-E4ECE36F7A4F}"/>
              </a:ext>
            </a:extLst>
          </p:cNvPr>
          <p:cNvSpPr/>
          <p:nvPr/>
        </p:nvSpPr>
        <p:spPr>
          <a:xfrm>
            <a:off x="7703640" y="1562587"/>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2" name="Title 1">
            <a:extLst>
              <a:ext uri="{FF2B5EF4-FFF2-40B4-BE49-F238E27FC236}">
                <a16:creationId xmlns:a16="http://schemas.microsoft.com/office/drawing/2014/main" id="{FB34DDE4-4173-0702-ED2C-B11E986D1D97}"/>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20" name="Freeform 20">
            <a:extLst>
              <a:ext uri="{FF2B5EF4-FFF2-40B4-BE49-F238E27FC236}">
                <a16:creationId xmlns:a16="http://schemas.microsoft.com/office/drawing/2014/main" id="{3474669E-8D7E-BC56-1587-94F4DCA6EA8B}"/>
              </a:ext>
            </a:extLst>
          </p:cNvPr>
          <p:cNvSpPr/>
          <p:nvPr/>
        </p:nvSpPr>
        <p:spPr>
          <a:xfrm rot="5400000">
            <a:off x="-144451" y="5317494"/>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4"/>
                </a:ext>
              </a:extLst>
            </a:blip>
            <a:stretch>
              <a:fillRect t="-127827" r="-47370"/>
            </a:stretch>
          </a:blipFill>
        </p:spPr>
        <p:txBody>
          <a:bodyPr/>
          <a:lstStyle/>
          <a:p>
            <a:endParaRPr lang="en-AS"/>
          </a:p>
        </p:txBody>
      </p:sp>
      <p:sp>
        <p:nvSpPr>
          <p:cNvPr id="24" name="Footer Placeholder 23">
            <a:extLst>
              <a:ext uri="{FF2B5EF4-FFF2-40B4-BE49-F238E27FC236}">
                <a16:creationId xmlns:a16="http://schemas.microsoft.com/office/drawing/2014/main" id="{0022E13F-B7E4-BB2F-F621-579A97279DDA}"/>
              </a:ext>
            </a:extLst>
          </p:cNvPr>
          <p:cNvSpPr>
            <a:spLocks noGrp="1"/>
          </p:cNvSpPr>
          <p:nvPr>
            <p:ph type="ftr" sz="quarter" idx="11"/>
          </p:nvPr>
        </p:nvSpPr>
        <p:spPr>
          <a:xfrm>
            <a:off x="363600" y="6492875"/>
            <a:ext cx="4114800" cy="365125"/>
          </a:xfrm>
        </p:spPr>
        <p:txBody>
          <a:bodyPr/>
          <a:lstStyle/>
          <a:p>
            <a:pPr algn="l"/>
            <a:r>
              <a:rPr lang="en-US" dirty="0"/>
              <a:t>ABVCS</a:t>
            </a:r>
            <a:endParaRPr lang="en-AS" dirty="0"/>
          </a:p>
        </p:txBody>
      </p:sp>
      <p:sp>
        <p:nvSpPr>
          <p:cNvPr id="25" name="Slide Number Placeholder 24">
            <a:extLst>
              <a:ext uri="{FF2B5EF4-FFF2-40B4-BE49-F238E27FC236}">
                <a16:creationId xmlns:a16="http://schemas.microsoft.com/office/drawing/2014/main" id="{ADA1CD82-87CB-B8B2-FE0B-9AFBE8F8D77D}"/>
              </a:ext>
            </a:extLst>
          </p:cNvPr>
          <p:cNvSpPr>
            <a:spLocks noGrp="1"/>
          </p:cNvSpPr>
          <p:nvPr>
            <p:ph type="sldNum" sz="quarter" idx="12"/>
          </p:nvPr>
        </p:nvSpPr>
        <p:spPr>
          <a:xfrm>
            <a:off x="0" y="6492875"/>
            <a:ext cx="363600" cy="365125"/>
          </a:xfrm>
          <a:noFill/>
          <a:ln>
            <a:noFill/>
          </a:ln>
        </p:spPr>
        <p:txBody>
          <a:bodyPr/>
          <a:lstStyle/>
          <a:p>
            <a:fld id="{AD91D796-2600-4CB1-AF8F-6B90FC341573}" type="slidenum">
              <a:rPr lang="en-AS" smtClean="0"/>
              <a:t>3</a:t>
            </a:fld>
            <a:endParaRPr lang="en-AS" dirty="0"/>
          </a:p>
        </p:txBody>
      </p:sp>
      <p:sp>
        <p:nvSpPr>
          <p:cNvPr id="26" name="Freeform 3">
            <a:extLst>
              <a:ext uri="{FF2B5EF4-FFF2-40B4-BE49-F238E27FC236}">
                <a16:creationId xmlns:a16="http://schemas.microsoft.com/office/drawing/2014/main" id="{55EED11C-2CBC-B594-0F62-945A35FBE7D2}"/>
              </a:ext>
            </a:extLst>
          </p:cNvPr>
          <p:cNvSpPr/>
          <p:nvPr/>
        </p:nvSpPr>
        <p:spPr>
          <a:xfrm>
            <a:off x="9895072" y="-499564"/>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5"/>
                </a:ext>
              </a:extLst>
            </a:blip>
            <a:stretch>
              <a:fillRect/>
            </a:stretch>
          </a:blipFill>
        </p:spPr>
        <p:txBody>
          <a:bodyPr/>
          <a:lstStyle/>
          <a:p>
            <a:endParaRPr lang="en-AS"/>
          </a:p>
        </p:txBody>
      </p:sp>
      <p:pic>
        <p:nvPicPr>
          <p:cNvPr id="4" name="Graphic 3" descr="Clapper board with solid fill">
            <a:extLst>
              <a:ext uri="{FF2B5EF4-FFF2-40B4-BE49-F238E27FC236}">
                <a16:creationId xmlns:a16="http://schemas.microsoft.com/office/drawing/2014/main" id="{A6A7EEA3-5015-017F-16DC-DEE94358F7E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10" name="!!Film_Tabe_2">
            <a:extLst>
              <a:ext uri="{FF2B5EF4-FFF2-40B4-BE49-F238E27FC236}">
                <a16:creationId xmlns:a16="http://schemas.microsoft.com/office/drawing/2014/main" id="{B4B59808-C1B4-D3DB-407B-B50A1A93D253}"/>
              </a:ext>
            </a:extLst>
          </p:cNvPr>
          <p:cNvGrpSpPr/>
          <p:nvPr/>
        </p:nvGrpSpPr>
        <p:grpSpPr>
          <a:xfrm rot="18000000">
            <a:off x="5329100" y="-2103201"/>
            <a:ext cx="21467809" cy="1961092"/>
            <a:chOff x="-5996785" y="2448454"/>
            <a:chExt cx="21467809" cy="1961092"/>
          </a:xfrm>
          <a:effectLst>
            <a:outerShdw blurRad="12700" dist="50800" dir="2700000" algn="tl" rotWithShape="0">
              <a:prstClr val="black">
                <a:alpha val="40000"/>
              </a:prstClr>
            </a:outerShdw>
          </a:effectLst>
        </p:grpSpPr>
        <p:grpSp>
          <p:nvGrpSpPr>
            <p:cNvPr id="11" name="Group 10">
              <a:extLst>
                <a:ext uri="{FF2B5EF4-FFF2-40B4-BE49-F238E27FC236}">
                  <a16:creationId xmlns:a16="http://schemas.microsoft.com/office/drawing/2014/main" id="{1B7D1DAD-5C02-A16A-AE45-60A375C8AF5C}"/>
                </a:ext>
              </a:extLst>
            </p:cNvPr>
            <p:cNvGrpSpPr/>
            <p:nvPr/>
          </p:nvGrpSpPr>
          <p:grpSpPr>
            <a:xfrm>
              <a:off x="7372077" y="2448455"/>
              <a:ext cx="2738174" cy="1961091"/>
              <a:chOff x="4726913" y="2438401"/>
              <a:chExt cx="2738174" cy="1961091"/>
            </a:xfrm>
          </p:grpSpPr>
          <p:sp>
            <p:nvSpPr>
              <p:cNvPr id="59" name="Graphic 2" descr="Film strip outline">
                <a:extLst>
                  <a:ext uri="{FF2B5EF4-FFF2-40B4-BE49-F238E27FC236}">
                    <a16:creationId xmlns:a16="http://schemas.microsoft.com/office/drawing/2014/main" id="{D990D34D-C393-92FD-EBC2-047C936D740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0" name="Straight Connector 59">
                <a:extLst>
                  <a:ext uri="{FF2B5EF4-FFF2-40B4-BE49-F238E27FC236}">
                    <a16:creationId xmlns:a16="http://schemas.microsoft.com/office/drawing/2014/main" id="{0808C503-FFE8-D308-8064-65B3B4717DB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1" name="TextBox 60">
                <a:extLst>
                  <a:ext uri="{FF2B5EF4-FFF2-40B4-BE49-F238E27FC236}">
                    <a16:creationId xmlns:a16="http://schemas.microsoft.com/office/drawing/2014/main" id="{6347F88D-4E4F-E255-0E24-7835094FF61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 name="Group 11">
              <a:extLst>
                <a:ext uri="{FF2B5EF4-FFF2-40B4-BE49-F238E27FC236}">
                  <a16:creationId xmlns:a16="http://schemas.microsoft.com/office/drawing/2014/main" id="{C393A95D-6B91-2FD9-09EE-41C13342767C}"/>
                </a:ext>
              </a:extLst>
            </p:cNvPr>
            <p:cNvGrpSpPr/>
            <p:nvPr/>
          </p:nvGrpSpPr>
          <p:grpSpPr>
            <a:xfrm>
              <a:off x="4702657" y="2448455"/>
              <a:ext cx="2738174" cy="1961091"/>
              <a:chOff x="4726913" y="2438401"/>
              <a:chExt cx="2738174" cy="1961091"/>
            </a:xfrm>
          </p:grpSpPr>
          <p:sp>
            <p:nvSpPr>
              <p:cNvPr id="56" name="Graphic 2" descr="Film strip outline">
                <a:extLst>
                  <a:ext uri="{FF2B5EF4-FFF2-40B4-BE49-F238E27FC236}">
                    <a16:creationId xmlns:a16="http://schemas.microsoft.com/office/drawing/2014/main" id="{89FA1245-45F6-6C48-5400-95250FBA8B7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7" name="Straight Connector 56">
                <a:extLst>
                  <a:ext uri="{FF2B5EF4-FFF2-40B4-BE49-F238E27FC236}">
                    <a16:creationId xmlns:a16="http://schemas.microsoft.com/office/drawing/2014/main" id="{DF9E8622-3096-6501-4671-2D36FA083DF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8" name="TextBox 57">
                <a:extLst>
                  <a:ext uri="{FF2B5EF4-FFF2-40B4-BE49-F238E27FC236}">
                    <a16:creationId xmlns:a16="http://schemas.microsoft.com/office/drawing/2014/main" id="{F97D0FB8-EF9C-F20D-055D-A4F81EAFFEE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57F3A2E1-F355-5CF1-FA79-993D07FC3100}"/>
                </a:ext>
              </a:extLst>
            </p:cNvPr>
            <p:cNvGrpSpPr/>
            <p:nvPr/>
          </p:nvGrpSpPr>
          <p:grpSpPr>
            <a:xfrm>
              <a:off x="12732850" y="2448455"/>
              <a:ext cx="2738174" cy="1961091"/>
              <a:chOff x="4726913" y="2438401"/>
              <a:chExt cx="2738174" cy="1961091"/>
            </a:xfrm>
          </p:grpSpPr>
          <p:sp>
            <p:nvSpPr>
              <p:cNvPr id="53" name="Graphic 2" descr="Film strip outline">
                <a:extLst>
                  <a:ext uri="{FF2B5EF4-FFF2-40B4-BE49-F238E27FC236}">
                    <a16:creationId xmlns:a16="http://schemas.microsoft.com/office/drawing/2014/main" id="{2598EB24-411D-D62E-532B-86614D657A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4" name="Straight Connector 53">
                <a:extLst>
                  <a:ext uri="{FF2B5EF4-FFF2-40B4-BE49-F238E27FC236}">
                    <a16:creationId xmlns:a16="http://schemas.microsoft.com/office/drawing/2014/main" id="{DC972FB8-53F7-CE5F-3917-7313DC972B7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5" name="TextBox 54">
                <a:extLst>
                  <a:ext uri="{FF2B5EF4-FFF2-40B4-BE49-F238E27FC236}">
                    <a16:creationId xmlns:a16="http://schemas.microsoft.com/office/drawing/2014/main" id="{F24CD0AB-7BEC-D04B-35D2-C1618796486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387638AE-253B-F8A1-9122-8EDB20019839}"/>
                </a:ext>
              </a:extLst>
            </p:cNvPr>
            <p:cNvGrpSpPr/>
            <p:nvPr/>
          </p:nvGrpSpPr>
          <p:grpSpPr>
            <a:xfrm>
              <a:off x="10063430" y="2448455"/>
              <a:ext cx="2738174" cy="1961091"/>
              <a:chOff x="4726913" y="2438401"/>
              <a:chExt cx="2738174" cy="1961091"/>
            </a:xfrm>
          </p:grpSpPr>
          <p:sp>
            <p:nvSpPr>
              <p:cNvPr id="50" name="Graphic 2" descr="Film strip outline">
                <a:extLst>
                  <a:ext uri="{FF2B5EF4-FFF2-40B4-BE49-F238E27FC236}">
                    <a16:creationId xmlns:a16="http://schemas.microsoft.com/office/drawing/2014/main" id="{516B1B79-95EB-F9CB-D93B-906DE8DD236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1" name="Straight Connector 50">
                <a:extLst>
                  <a:ext uri="{FF2B5EF4-FFF2-40B4-BE49-F238E27FC236}">
                    <a16:creationId xmlns:a16="http://schemas.microsoft.com/office/drawing/2014/main" id="{0C57AF67-FF56-0625-314B-512E66864F8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CAA41E43-B115-631C-1C96-91A1BD632EB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A9761AED-6615-D2BE-8BAD-7F0891705E32}"/>
                </a:ext>
              </a:extLst>
            </p:cNvPr>
            <p:cNvGrpSpPr/>
            <p:nvPr/>
          </p:nvGrpSpPr>
          <p:grpSpPr>
            <a:xfrm>
              <a:off x="-3327365" y="2448454"/>
              <a:ext cx="2738174" cy="1961091"/>
              <a:chOff x="4726913" y="2438401"/>
              <a:chExt cx="2738174" cy="1961091"/>
            </a:xfrm>
          </p:grpSpPr>
          <p:sp>
            <p:nvSpPr>
              <p:cNvPr id="47" name="Graphic 2" descr="Film strip outline">
                <a:extLst>
                  <a:ext uri="{FF2B5EF4-FFF2-40B4-BE49-F238E27FC236}">
                    <a16:creationId xmlns:a16="http://schemas.microsoft.com/office/drawing/2014/main" id="{1E1128E1-3089-BA50-8ACB-03C6A735F88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 name="Straight Connector 47">
                <a:extLst>
                  <a:ext uri="{FF2B5EF4-FFF2-40B4-BE49-F238E27FC236}">
                    <a16:creationId xmlns:a16="http://schemas.microsoft.com/office/drawing/2014/main" id="{122809F4-3420-7FCA-AC16-9A159C59021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B7DC3535-E25C-65C3-90BE-B4DCF124A0E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F0E9B28A-9E68-F913-463E-B37F3FF2ECE6}"/>
                </a:ext>
              </a:extLst>
            </p:cNvPr>
            <p:cNvGrpSpPr/>
            <p:nvPr/>
          </p:nvGrpSpPr>
          <p:grpSpPr>
            <a:xfrm>
              <a:off x="-5996785" y="2448454"/>
              <a:ext cx="2738174" cy="1961091"/>
              <a:chOff x="4726913" y="2438401"/>
              <a:chExt cx="2738174" cy="1961091"/>
            </a:xfrm>
          </p:grpSpPr>
          <p:sp>
            <p:nvSpPr>
              <p:cNvPr id="44" name="Graphic 2" descr="Film strip outline">
                <a:extLst>
                  <a:ext uri="{FF2B5EF4-FFF2-40B4-BE49-F238E27FC236}">
                    <a16:creationId xmlns:a16="http://schemas.microsoft.com/office/drawing/2014/main" id="{D38474C3-42F1-0F64-0B25-3FE957CBA77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 name="Straight Connector 44">
                <a:extLst>
                  <a:ext uri="{FF2B5EF4-FFF2-40B4-BE49-F238E27FC236}">
                    <a16:creationId xmlns:a16="http://schemas.microsoft.com/office/drawing/2014/main" id="{AAA430BB-FB42-38C1-1DE1-B0D6DFDEEB5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E9C857BE-5AB0-20DC-C793-1AD0FF9BD49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6A44E893-DD15-C55B-A3F1-837986681931}"/>
                </a:ext>
              </a:extLst>
            </p:cNvPr>
            <p:cNvGrpSpPr/>
            <p:nvPr/>
          </p:nvGrpSpPr>
          <p:grpSpPr>
            <a:xfrm>
              <a:off x="2033408" y="2448454"/>
              <a:ext cx="2738174" cy="1961091"/>
              <a:chOff x="4726913" y="2438401"/>
              <a:chExt cx="2738174" cy="1961091"/>
            </a:xfrm>
          </p:grpSpPr>
          <p:sp>
            <p:nvSpPr>
              <p:cNvPr id="41" name="Graphic 2" descr="Film strip outline">
                <a:extLst>
                  <a:ext uri="{FF2B5EF4-FFF2-40B4-BE49-F238E27FC236}">
                    <a16:creationId xmlns:a16="http://schemas.microsoft.com/office/drawing/2014/main" id="{AB895497-6906-D0A1-179F-C968FB14DB6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2" name="Straight Connector 41">
                <a:extLst>
                  <a:ext uri="{FF2B5EF4-FFF2-40B4-BE49-F238E27FC236}">
                    <a16:creationId xmlns:a16="http://schemas.microsoft.com/office/drawing/2014/main" id="{4F6A68A4-D0E7-D41E-8915-779D4CAA8EF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D2EC304B-9F0C-73BA-A1DD-50BEDAB04C7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7" name="Group 36">
              <a:extLst>
                <a:ext uri="{FF2B5EF4-FFF2-40B4-BE49-F238E27FC236}">
                  <a16:creationId xmlns:a16="http://schemas.microsoft.com/office/drawing/2014/main" id="{D558AE7E-96E6-B439-020E-B42BFD6319CC}"/>
                </a:ext>
              </a:extLst>
            </p:cNvPr>
            <p:cNvGrpSpPr/>
            <p:nvPr/>
          </p:nvGrpSpPr>
          <p:grpSpPr>
            <a:xfrm>
              <a:off x="-636012" y="2448454"/>
              <a:ext cx="2738174" cy="1961091"/>
              <a:chOff x="4726913" y="2438401"/>
              <a:chExt cx="2738174" cy="1961091"/>
            </a:xfrm>
          </p:grpSpPr>
          <p:sp>
            <p:nvSpPr>
              <p:cNvPr id="38" name="Graphic 2" descr="Film strip outline">
                <a:extLst>
                  <a:ext uri="{FF2B5EF4-FFF2-40B4-BE49-F238E27FC236}">
                    <a16:creationId xmlns:a16="http://schemas.microsoft.com/office/drawing/2014/main" id="{BB3F7E5D-978C-55B4-521F-3C6E3BA963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6B7E9534-52C7-5EEA-0EF8-0FFFA5F0A47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AAD44C5B-EFFF-D321-B4F1-E33258E9BB0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62" name="!!Film_Tabe_1">
            <a:extLst>
              <a:ext uri="{FF2B5EF4-FFF2-40B4-BE49-F238E27FC236}">
                <a16:creationId xmlns:a16="http://schemas.microsoft.com/office/drawing/2014/main" id="{7A0FD258-15E3-AD9A-9F9E-051E5480A5DF}"/>
              </a:ext>
            </a:extLst>
          </p:cNvPr>
          <p:cNvGrpSpPr/>
          <p:nvPr/>
        </p:nvGrpSpPr>
        <p:grpSpPr>
          <a:xfrm rot="18000000">
            <a:off x="-15241907" y="7286401"/>
            <a:ext cx="21467809" cy="1961092"/>
            <a:chOff x="-5996785" y="2448454"/>
            <a:chExt cx="21467809" cy="1961092"/>
          </a:xfrm>
          <a:effectLst>
            <a:outerShdw blurRad="12700" dist="50800" dir="2700000" algn="tl" rotWithShape="0">
              <a:schemeClr val="tx1">
                <a:alpha val="40000"/>
              </a:schemeClr>
            </a:outerShdw>
          </a:effectLst>
        </p:grpSpPr>
        <p:grpSp>
          <p:nvGrpSpPr>
            <p:cNvPr id="63" name="Group 62">
              <a:extLst>
                <a:ext uri="{FF2B5EF4-FFF2-40B4-BE49-F238E27FC236}">
                  <a16:creationId xmlns:a16="http://schemas.microsoft.com/office/drawing/2014/main" id="{450FA7E8-9F86-A056-5D3B-E3EA197220B0}"/>
                </a:ext>
              </a:extLst>
            </p:cNvPr>
            <p:cNvGrpSpPr/>
            <p:nvPr/>
          </p:nvGrpSpPr>
          <p:grpSpPr>
            <a:xfrm>
              <a:off x="7372077" y="2448455"/>
              <a:ext cx="2738174" cy="1961091"/>
              <a:chOff x="4726913" y="2438401"/>
              <a:chExt cx="2738174" cy="1961091"/>
            </a:xfrm>
          </p:grpSpPr>
          <p:sp>
            <p:nvSpPr>
              <p:cNvPr id="92" name="Graphic 2" descr="Film strip outline">
                <a:extLst>
                  <a:ext uri="{FF2B5EF4-FFF2-40B4-BE49-F238E27FC236}">
                    <a16:creationId xmlns:a16="http://schemas.microsoft.com/office/drawing/2014/main" id="{3D3F3A0B-0112-298E-5E54-51861D4172E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3" name="Straight Connector 92">
                <a:extLst>
                  <a:ext uri="{FF2B5EF4-FFF2-40B4-BE49-F238E27FC236}">
                    <a16:creationId xmlns:a16="http://schemas.microsoft.com/office/drawing/2014/main" id="{A565E163-D88C-534D-1EC4-F3D0ACFE996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4" name="TextBox 93">
                <a:extLst>
                  <a:ext uri="{FF2B5EF4-FFF2-40B4-BE49-F238E27FC236}">
                    <a16:creationId xmlns:a16="http://schemas.microsoft.com/office/drawing/2014/main" id="{3A76971F-87FF-241D-D7B1-E4201DF13A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86B4DA18-6FE4-1888-BA52-4BD965397A33}"/>
                </a:ext>
              </a:extLst>
            </p:cNvPr>
            <p:cNvGrpSpPr/>
            <p:nvPr/>
          </p:nvGrpSpPr>
          <p:grpSpPr>
            <a:xfrm>
              <a:off x="4702657" y="2448455"/>
              <a:ext cx="2738174" cy="1961091"/>
              <a:chOff x="4726913" y="2438401"/>
              <a:chExt cx="2738174" cy="1961091"/>
            </a:xfrm>
          </p:grpSpPr>
          <p:sp>
            <p:nvSpPr>
              <p:cNvPr id="89" name="Graphic 2" descr="Film strip outline">
                <a:extLst>
                  <a:ext uri="{FF2B5EF4-FFF2-40B4-BE49-F238E27FC236}">
                    <a16:creationId xmlns:a16="http://schemas.microsoft.com/office/drawing/2014/main" id="{09AEE552-7A45-AB2B-967B-8FB515A9ACD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0" name="Straight Connector 89">
                <a:extLst>
                  <a:ext uri="{FF2B5EF4-FFF2-40B4-BE49-F238E27FC236}">
                    <a16:creationId xmlns:a16="http://schemas.microsoft.com/office/drawing/2014/main" id="{C9D3348F-7907-CEAE-57F5-B615A2E3E2B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1" name="TextBox 90">
                <a:extLst>
                  <a:ext uri="{FF2B5EF4-FFF2-40B4-BE49-F238E27FC236}">
                    <a16:creationId xmlns:a16="http://schemas.microsoft.com/office/drawing/2014/main" id="{88F8A927-2ACA-7FD8-DD17-8756B82F66E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69F2040D-98AA-7C12-D171-D6FF58814FC5}"/>
                </a:ext>
              </a:extLst>
            </p:cNvPr>
            <p:cNvGrpSpPr/>
            <p:nvPr/>
          </p:nvGrpSpPr>
          <p:grpSpPr>
            <a:xfrm>
              <a:off x="12732850" y="2448455"/>
              <a:ext cx="2738174" cy="1961091"/>
              <a:chOff x="4726913" y="2438401"/>
              <a:chExt cx="2738174" cy="1961091"/>
            </a:xfrm>
          </p:grpSpPr>
          <p:sp>
            <p:nvSpPr>
              <p:cNvPr id="86" name="Graphic 2" descr="Film strip outline">
                <a:extLst>
                  <a:ext uri="{FF2B5EF4-FFF2-40B4-BE49-F238E27FC236}">
                    <a16:creationId xmlns:a16="http://schemas.microsoft.com/office/drawing/2014/main" id="{00CB0478-A733-0DD4-6386-9583DB1898E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7" name="Straight Connector 86">
                <a:extLst>
                  <a:ext uri="{FF2B5EF4-FFF2-40B4-BE49-F238E27FC236}">
                    <a16:creationId xmlns:a16="http://schemas.microsoft.com/office/drawing/2014/main" id="{D5B94C0F-273A-DE7E-8ED0-5BE6E263939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8" name="TextBox 87">
                <a:extLst>
                  <a:ext uri="{FF2B5EF4-FFF2-40B4-BE49-F238E27FC236}">
                    <a16:creationId xmlns:a16="http://schemas.microsoft.com/office/drawing/2014/main" id="{73B7C010-CDBA-88B0-8AC3-6F5EECFD115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A3D32B62-ABCE-AAD9-901B-E15136DF28E5}"/>
                </a:ext>
              </a:extLst>
            </p:cNvPr>
            <p:cNvGrpSpPr/>
            <p:nvPr/>
          </p:nvGrpSpPr>
          <p:grpSpPr>
            <a:xfrm>
              <a:off x="10063430" y="2448455"/>
              <a:ext cx="2738174" cy="1961091"/>
              <a:chOff x="4726913" y="2438401"/>
              <a:chExt cx="2738174" cy="1961091"/>
            </a:xfrm>
          </p:grpSpPr>
          <p:sp>
            <p:nvSpPr>
              <p:cNvPr id="83" name="Graphic 2" descr="Film strip outline">
                <a:extLst>
                  <a:ext uri="{FF2B5EF4-FFF2-40B4-BE49-F238E27FC236}">
                    <a16:creationId xmlns:a16="http://schemas.microsoft.com/office/drawing/2014/main" id="{CBE10034-4C7F-6A44-00D7-87208811680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4" name="Straight Connector 83">
                <a:extLst>
                  <a:ext uri="{FF2B5EF4-FFF2-40B4-BE49-F238E27FC236}">
                    <a16:creationId xmlns:a16="http://schemas.microsoft.com/office/drawing/2014/main" id="{73C57E7D-8CA7-7900-386E-632C1B798E8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5" name="TextBox 84">
                <a:extLst>
                  <a:ext uri="{FF2B5EF4-FFF2-40B4-BE49-F238E27FC236}">
                    <a16:creationId xmlns:a16="http://schemas.microsoft.com/office/drawing/2014/main" id="{4D056308-C33C-9513-8F65-40D2F6140BA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7" name="Group 66">
              <a:extLst>
                <a:ext uri="{FF2B5EF4-FFF2-40B4-BE49-F238E27FC236}">
                  <a16:creationId xmlns:a16="http://schemas.microsoft.com/office/drawing/2014/main" id="{46674F0A-6AE3-A013-CD01-08E4805BD4AE}"/>
                </a:ext>
              </a:extLst>
            </p:cNvPr>
            <p:cNvGrpSpPr/>
            <p:nvPr/>
          </p:nvGrpSpPr>
          <p:grpSpPr>
            <a:xfrm>
              <a:off x="-3327365" y="2448454"/>
              <a:ext cx="2738174" cy="1961091"/>
              <a:chOff x="4726913" y="2438401"/>
              <a:chExt cx="2738174" cy="1961091"/>
            </a:xfrm>
          </p:grpSpPr>
          <p:sp>
            <p:nvSpPr>
              <p:cNvPr id="80" name="Graphic 2" descr="Film strip outline">
                <a:extLst>
                  <a:ext uri="{FF2B5EF4-FFF2-40B4-BE49-F238E27FC236}">
                    <a16:creationId xmlns:a16="http://schemas.microsoft.com/office/drawing/2014/main" id="{0316D573-5545-4B74-6722-9A15CB351BF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1" name="Straight Connector 80">
                <a:extLst>
                  <a:ext uri="{FF2B5EF4-FFF2-40B4-BE49-F238E27FC236}">
                    <a16:creationId xmlns:a16="http://schemas.microsoft.com/office/drawing/2014/main" id="{A4984945-5D35-EEE2-DBBC-2A303D767C7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2" name="TextBox 81">
                <a:extLst>
                  <a:ext uri="{FF2B5EF4-FFF2-40B4-BE49-F238E27FC236}">
                    <a16:creationId xmlns:a16="http://schemas.microsoft.com/office/drawing/2014/main" id="{136EAD14-BCA3-B4FC-1D12-54D4E99C32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8" name="Group 67">
              <a:extLst>
                <a:ext uri="{FF2B5EF4-FFF2-40B4-BE49-F238E27FC236}">
                  <a16:creationId xmlns:a16="http://schemas.microsoft.com/office/drawing/2014/main" id="{D071C2BC-6D98-5F5F-6D08-BDE04C752E1D}"/>
                </a:ext>
              </a:extLst>
            </p:cNvPr>
            <p:cNvGrpSpPr/>
            <p:nvPr/>
          </p:nvGrpSpPr>
          <p:grpSpPr>
            <a:xfrm>
              <a:off x="-5996785" y="2448454"/>
              <a:ext cx="2738174" cy="1961091"/>
              <a:chOff x="4726913" y="2438401"/>
              <a:chExt cx="2738174" cy="1961091"/>
            </a:xfrm>
          </p:grpSpPr>
          <p:sp>
            <p:nvSpPr>
              <p:cNvPr id="77" name="Graphic 2" descr="Film strip outline">
                <a:extLst>
                  <a:ext uri="{FF2B5EF4-FFF2-40B4-BE49-F238E27FC236}">
                    <a16:creationId xmlns:a16="http://schemas.microsoft.com/office/drawing/2014/main" id="{7823A304-2E3D-EECD-E119-4A39201B950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8" name="Straight Connector 77">
                <a:extLst>
                  <a:ext uri="{FF2B5EF4-FFF2-40B4-BE49-F238E27FC236}">
                    <a16:creationId xmlns:a16="http://schemas.microsoft.com/office/drawing/2014/main" id="{0F4A760B-490C-64E1-E756-82E936565FB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9" name="TextBox 78">
                <a:extLst>
                  <a:ext uri="{FF2B5EF4-FFF2-40B4-BE49-F238E27FC236}">
                    <a16:creationId xmlns:a16="http://schemas.microsoft.com/office/drawing/2014/main" id="{430AEE88-8994-FBAD-F4A8-6A729127AD1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9" name="Group 68">
              <a:extLst>
                <a:ext uri="{FF2B5EF4-FFF2-40B4-BE49-F238E27FC236}">
                  <a16:creationId xmlns:a16="http://schemas.microsoft.com/office/drawing/2014/main" id="{9ED71392-9A9E-A6DC-84BE-77AF7E82936F}"/>
                </a:ext>
              </a:extLst>
            </p:cNvPr>
            <p:cNvGrpSpPr/>
            <p:nvPr/>
          </p:nvGrpSpPr>
          <p:grpSpPr>
            <a:xfrm>
              <a:off x="2033408" y="2448454"/>
              <a:ext cx="2738174" cy="1961091"/>
              <a:chOff x="4726913" y="2438401"/>
              <a:chExt cx="2738174" cy="1961091"/>
            </a:xfrm>
          </p:grpSpPr>
          <p:sp>
            <p:nvSpPr>
              <p:cNvPr id="74" name="Graphic 2" descr="Film strip outline">
                <a:extLst>
                  <a:ext uri="{FF2B5EF4-FFF2-40B4-BE49-F238E27FC236}">
                    <a16:creationId xmlns:a16="http://schemas.microsoft.com/office/drawing/2014/main" id="{5CFABC46-587D-3FED-1E61-7C7CB207FCA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5" name="Straight Connector 74">
                <a:extLst>
                  <a:ext uri="{FF2B5EF4-FFF2-40B4-BE49-F238E27FC236}">
                    <a16:creationId xmlns:a16="http://schemas.microsoft.com/office/drawing/2014/main" id="{0508A43E-9D57-CE37-A726-366578EC29F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69950754-92AA-4AAA-01C3-5935F0FF8E3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0" name="Group 69">
              <a:extLst>
                <a:ext uri="{FF2B5EF4-FFF2-40B4-BE49-F238E27FC236}">
                  <a16:creationId xmlns:a16="http://schemas.microsoft.com/office/drawing/2014/main" id="{08BD6E44-F0C5-931F-43D5-3E502469F832}"/>
                </a:ext>
              </a:extLst>
            </p:cNvPr>
            <p:cNvGrpSpPr/>
            <p:nvPr/>
          </p:nvGrpSpPr>
          <p:grpSpPr>
            <a:xfrm>
              <a:off x="-636012" y="2448454"/>
              <a:ext cx="2738174" cy="1961091"/>
              <a:chOff x="4726913" y="2438401"/>
              <a:chExt cx="2738174" cy="1961091"/>
            </a:xfrm>
          </p:grpSpPr>
          <p:sp>
            <p:nvSpPr>
              <p:cNvPr id="71" name="Graphic 2" descr="Film strip outline">
                <a:extLst>
                  <a:ext uri="{FF2B5EF4-FFF2-40B4-BE49-F238E27FC236}">
                    <a16:creationId xmlns:a16="http://schemas.microsoft.com/office/drawing/2014/main" id="{5A022213-4F9F-B29C-6F82-065C5E0E09C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90E6195D-6982-0664-192C-A53E649FEAF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2F4835D9-8068-F6D4-6D4C-014CAEF11FA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5" name="TextBox 4">
            <a:extLst>
              <a:ext uri="{FF2B5EF4-FFF2-40B4-BE49-F238E27FC236}">
                <a16:creationId xmlns:a16="http://schemas.microsoft.com/office/drawing/2014/main" id="{82AB84C1-152A-6013-D1F6-7A6606470B62}"/>
              </a:ext>
            </a:extLst>
          </p:cNvPr>
          <p:cNvSpPr txBox="1"/>
          <p:nvPr/>
        </p:nvSpPr>
        <p:spPr>
          <a:xfrm>
            <a:off x="1752980" y="12532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grpSp>
        <p:nvGrpSpPr>
          <p:cNvPr id="18" name="Group 17">
            <a:extLst>
              <a:ext uri="{FF2B5EF4-FFF2-40B4-BE49-F238E27FC236}">
                <a16:creationId xmlns:a16="http://schemas.microsoft.com/office/drawing/2014/main" id="{66144F39-21EF-1371-297C-8D84AB4BFABE}"/>
              </a:ext>
            </a:extLst>
          </p:cNvPr>
          <p:cNvGrpSpPr/>
          <p:nvPr/>
        </p:nvGrpSpPr>
        <p:grpSpPr>
          <a:xfrm rot="2700000">
            <a:off x="3620443" y="-3366088"/>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19" name="Graphic 37" descr="Film strip outline">
              <a:extLst>
                <a:ext uri="{FF2B5EF4-FFF2-40B4-BE49-F238E27FC236}">
                  <a16:creationId xmlns:a16="http://schemas.microsoft.com/office/drawing/2014/main" id="{F797F2AF-22B5-73D6-5370-D51F3080F153}"/>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1" name="Graphic 37" descr="Film strip outline">
              <a:extLst>
                <a:ext uri="{FF2B5EF4-FFF2-40B4-BE49-F238E27FC236}">
                  <a16:creationId xmlns:a16="http://schemas.microsoft.com/office/drawing/2014/main" id="{50C5ACDA-F1AF-4A78-CB0C-77EBEF09E6F2}"/>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2" name="Graphic 37" descr="Film strip outline">
              <a:extLst>
                <a:ext uri="{FF2B5EF4-FFF2-40B4-BE49-F238E27FC236}">
                  <a16:creationId xmlns:a16="http://schemas.microsoft.com/office/drawing/2014/main" id="{256C6C2C-B7D4-201E-D5EE-0592F0F1704A}"/>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3" name="Graphic 37" descr="Film strip outline">
              <a:extLst>
                <a:ext uri="{FF2B5EF4-FFF2-40B4-BE49-F238E27FC236}">
                  <a16:creationId xmlns:a16="http://schemas.microsoft.com/office/drawing/2014/main" id="{1637F0FE-A433-CB87-6AD8-098D32F302A7}"/>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110" name="Rectangle 109">
            <a:extLst>
              <a:ext uri="{FF2B5EF4-FFF2-40B4-BE49-F238E27FC236}">
                <a16:creationId xmlns:a16="http://schemas.microsoft.com/office/drawing/2014/main" id="{C4E3D3C2-F490-81F2-C1DD-2B241E57EAD5}"/>
              </a:ext>
            </a:extLst>
          </p:cNvPr>
          <p:cNvSpPr>
            <a:spLocks/>
          </p:cNvSpPr>
          <p:nvPr/>
        </p:nvSpPr>
        <p:spPr>
          <a:xfrm>
            <a:off x="86830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6962271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left)">
                                      <p:cBhvr>
                                        <p:cTn id="7" dur="500"/>
                                        <p:tgtEl>
                                          <p:spTgt spid="5">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wipe(left)">
                                      <p:cBhvr>
                                        <p:cTn id="10" dur="500"/>
                                        <p:tgtEl>
                                          <p:spTgt spid="5">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wipe(left)">
                                      <p:cBhvr>
                                        <p:cTn id="13" dur="500"/>
                                        <p:tgtEl>
                                          <p:spTgt spid="5">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5">
                                            <p:txEl>
                                              <p:pRg st="3" end="3"/>
                                            </p:txEl>
                                          </p:spTgt>
                                        </p:tgtEl>
                                        <p:attrNameLst>
                                          <p:attrName>style.visibility</p:attrName>
                                        </p:attrNameLst>
                                      </p:cBhvr>
                                      <p:to>
                                        <p:strVal val="visible"/>
                                      </p:to>
                                    </p:set>
                                    <p:animEffect transition="in" filter="wipe(left)">
                                      <p:cBhvr>
                                        <p:cTn id="16" dur="500"/>
                                        <p:tgtEl>
                                          <p:spTgt spid="5">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5">
                                            <p:txEl>
                                              <p:pRg st="4" end="4"/>
                                            </p:txEl>
                                          </p:spTgt>
                                        </p:tgtEl>
                                        <p:attrNameLst>
                                          <p:attrName>style.visibility</p:attrName>
                                        </p:attrNameLst>
                                      </p:cBhvr>
                                      <p:to>
                                        <p:strVal val="visible"/>
                                      </p:to>
                                    </p:set>
                                    <p:animEffect transition="in" filter="wipe(left)">
                                      <p:cBhvr>
                                        <p:cTn id="19" dur="500"/>
                                        <p:tgtEl>
                                          <p:spTgt spid="5">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5">
                                            <p:txEl>
                                              <p:pRg st="5" end="5"/>
                                            </p:txEl>
                                          </p:spTgt>
                                        </p:tgtEl>
                                        <p:attrNameLst>
                                          <p:attrName>style.visibility</p:attrName>
                                        </p:attrNameLst>
                                      </p:cBhvr>
                                      <p:to>
                                        <p:strVal val="visible"/>
                                      </p:to>
                                    </p:set>
                                    <p:animEffect transition="in" filter="wipe(left)">
                                      <p:cBhvr>
                                        <p:cTn id="22" dur="500"/>
                                        <p:tgtEl>
                                          <p:spTgt spid="5">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5">
                                            <p:txEl>
                                              <p:pRg st="6" end="6"/>
                                            </p:txEl>
                                          </p:spTgt>
                                        </p:tgtEl>
                                        <p:attrNameLst>
                                          <p:attrName>style.visibility</p:attrName>
                                        </p:attrNameLst>
                                      </p:cBhvr>
                                      <p:to>
                                        <p:strVal val="visible"/>
                                      </p:to>
                                    </p:set>
                                    <p:animEffect transition="in" filter="wipe(left)">
                                      <p:cBhvr>
                                        <p:cTn id="25" dur="500"/>
                                        <p:tgtEl>
                                          <p:spTgt spid="5">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100" fill="hold">
                                          <p:stCondLst>
                                            <p:cond delay="0"/>
                                          </p:stCondLst>
                                        </p:cTn>
                                        <p:tgtEl>
                                          <p:spTgt spid="5">
                                            <p:txEl>
                                              <p:pRg st="0" end="0"/>
                                            </p:txEl>
                                          </p:spTgt>
                                        </p:tgtEl>
                                        <p:attrNameLst>
                                          <p:attrName>r</p:attrName>
                                        </p:attrNameLst>
                                      </p:cBhvr>
                                    </p:animRot>
                                    <p:animRot by="-240000">
                                      <p:cBhvr>
                                        <p:cTn id="30" dur="200" fill="hold">
                                          <p:stCondLst>
                                            <p:cond delay="200"/>
                                          </p:stCondLst>
                                        </p:cTn>
                                        <p:tgtEl>
                                          <p:spTgt spid="5">
                                            <p:txEl>
                                              <p:pRg st="0" end="0"/>
                                            </p:txEl>
                                          </p:spTgt>
                                        </p:tgtEl>
                                        <p:attrNameLst>
                                          <p:attrName>r</p:attrName>
                                        </p:attrNameLst>
                                      </p:cBhvr>
                                    </p:animRot>
                                    <p:animRot by="240000">
                                      <p:cBhvr>
                                        <p:cTn id="31" dur="200" fill="hold">
                                          <p:stCondLst>
                                            <p:cond delay="400"/>
                                          </p:stCondLst>
                                        </p:cTn>
                                        <p:tgtEl>
                                          <p:spTgt spid="5">
                                            <p:txEl>
                                              <p:pRg st="0" end="0"/>
                                            </p:txEl>
                                          </p:spTgt>
                                        </p:tgtEl>
                                        <p:attrNameLst>
                                          <p:attrName>r</p:attrName>
                                        </p:attrNameLst>
                                      </p:cBhvr>
                                    </p:animRot>
                                    <p:animRot by="-240000">
                                      <p:cBhvr>
                                        <p:cTn id="32" dur="200" fill="hold">
                                          <p:stCondLst>
                                            <p:cond delay="600"/>
                                          </p:stCondLst>
                                        </p:cTn>
                                        <p:tgtEl>
                                          <p:spTgt spid="5">
                                            <p:txEl>
                                              <p:pRg st="0" end="0"/>
                                            </p:txEl>
                                          </p:spTgt>
                                        </p:tgtEl>
                                        <p:attrNameLst>
                                          <p:attrName>r</p:attrName>
                                        </p:attrNameLst>
                                      </p:cBhvr>
                                    </p:animRot>
                                    <p:animRot by="120000">
                                      <p:cBhvr>
                                        <p:cTn id="33" dur="200" fill="hold">
                                          <p:stCondLst>
                                            <p:cond delay="800"/>
                                          </p:stCondLst>
                                        </p:cTn>
                                        <p:tgtEl>
                                          <p:spTgt spid="5">
                                            <p:txEl>
                                              <p:pRg st="0" end="0"/>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5">
                                            <p:txEl>
                                              <p:pRg st="0" end="0"/>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5">
                                            <p:txEl>
                                              <p:pRg st="0" end="0"/>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xit" presetSubtype="0" fill="hold" grpId="0" nodeType="withEffect">
                                  <p:stCondLst>
                                    <p:cond delay="0"/>
                                  </p:stCondLst>
                                  <p:childTnLst>
                                    <p:animEffect transition="out" filter="fade">
                                      <p:cBhvr>
                                        <p:cTn id="42" dur="500"/>
                                        <p:tgtEl>
                                          <p:spTgt spid="95"/>
                                        </p:tgtEl>
                                      </p:cBhvr>
                                    </p:animEffect>
                                    <p:set>
                                      <p:cBhvr>
                                        <p:cTn id="43" dur="1" fill="hold">
                                          <p:stCondLst>
                                            <p:cond delay="499"/>
                                          </p:stCondLst>
                                        </p:cTn>
                                        <p:tgtEl>
                                          <p:spTgt spid="9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109" grpId="0" animBg="1"/>
      <p:bldP spid="5" grpId="0" uiExpand="1" build="allAtOnce"/>
    </p:bldLst>
  </p:timing>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FB4950EB-7FE1-7583-97E9-29A41ED62AB1}"/>
            </a:ext>
          </a:extLst>
        </p:cNvPr>
        <p:cNvGrpSpPr/>
        <p:nvPr/>
      </p:nvGrpSpPr>
      <p:grpSpPr>
        <a:xfrm>
          <a:off x="0" y="0"/>
          <a:ext cx="0" cy="0"/>
          <a:chOff x="0" y="0"/>
          <a:chExt cx="0" cy="0"/>
        </a:xfrm>
      </p:grpSpPr>
      <p:pic>
        <p:nvPicPr>
          <p:cNvPr id="39" name="Graphic 38" descr="Document outline">
            <a:extLst>
              <a:ext uri="{FF2B5EF4-FFF2-40B4-BE49-F238E27FC236}">
                <a16:creationId xmlns:a16="http://schemas.microsoft.com/office/drawing/2014/main" id="{FCE46E9C-EE89-7B12-49D6-005BB677245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004744" y="492246"/>
            <a:ext cx="6248401" cy="6248402"/>
          </a:xfrm>
          <a:prstGeom prst="rect">
            <a:avLst/>
          </a:prstGeom>
        </p:spPr>
      </p:pic>
      <p:sp>
        <p:nvSpPr>
          <p:cNvPr id="25" name="Title 24">
            <a:extLst>
              <a:ext uri="{FF2B5EF4-FFF2-40B4-BE49-F238E27FC236}">
                <a16:creationId xmlns:a16="http://schemas.microsoft.com/office/drawing/2014/main" id="{39943C06-4920-0553-2B8C-6D38CDB4FCD4}"/>
              </a:ext>
            </a:extLst>
          </p:cNvPr>
          <p:cNvSpPr txBox="1">
            <a:spLocks noGrp="1"/>
          </p:cNvSpPr>
          <p:nvPr>
            <p:ph type="title" idx="4294967295"/>
          </p:nvPr>
        </p:nvSpPr>
        <p:spPr>
          <a:xfrm>
            <a:off x="1235836" y="298050"/>
            <a:ext cx="5388484" cy="55399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Project Introduction </a:t>
            </a:r>
          </a:p>
        </p:txBody>
      </p:sp>
      <mc:AlternateContent xmlns:mc="http://schemas.openxmlformats.org/markup-compatibility/2006" xmlns:a14="http://schemas.microsoft.com/office/drawing/2010/main">
        <mc:Choice Requires="a14">
          <p:sp>
            <p:nvSpPr>
              <p:cNvPr id="28" name="Google Shape;621;p13">
                <a:extLst>
                  <a:ext uri="{FF2B5EF4-FFF2-40B4-BE49-F238E27FC236}">
                    <a16:creationId xmlns:a16="http://schemas.microsoft.com/office/drawing/2014/main" id="{99A4659C-A205-6953-F5F4-A3C276327DB4}"/>
                  </a:ext>
                </a:extLst>
              </p:cNvPr>
              <p:cNvSpPr txBox="1"/>
              <p:nvPr/>
            </p:nvSpPr>
            <p:spPr>
              <a:xfrm>
                <a:off x="795092" y="1583252"/>
                <a:ext cx="10390909" cy="3877985"/>
              </a:xfrm>
              <a:prstGeom prst="rect">
                <a:avLst/>
              </a:prstGeom>
              <a:noFill/>
              <a:ln>
                <a:noFill/>
              </a:ln>
            </p:spPr>
            <p:txBody>
              <a:bodyPr spcFirstLastPara="1" wrap="square" lIns="0" tIns="0" rIns="0" bIns="0" anchor="t" anchorCtr="0">
                <a:spAutoFit/>
              </a:bodyPr>
              <a:lstStyle/>
              <a:p>
                <a:pPr marL="342900" indent="-342900">
                  <a:lnSpc>
                    <a:spcPct val="150000"/>
                  </a:lnSpc>
                  <a:buFont typeface="Arial" panose="020B0604020202020204" pitchFamily="34" charset="0"/>
                  <a:buChar char="•"/>
                </a:pPr>
                <a:r>
                  <a:rPr lang="en-US" sz="2400" dirty="0">
                    <a:latin typeface="Times New Roman" panose="02020603050405020304" pitchFamily="18" charset="0"/>
                    <a:cs typeface="Times New Roman" panose="02020603050405020304" pitchFamily="18" charset="0"/>
                  </a:rPr>
                  <a:t>Growing demand for 4K/8K video, streaming, and cloud storage requires more efficient video compression.</a:t>
                </a:r>
              </a:p>
              <a:p>
                <a:pPr marL="342900" indent="-342900">
                  <a:lnSpc>
                    <a:spcPct val="150000"/>
                  </a:lnSpc>
                  <a:buFont typeface="Arial" panose="020B0604020202020204" pitchFamily="34" charset="0"/>
                  <a:buChar char="•"/>
                </a:pPr>
                <a:r>
                  <a:rPr lang="en-US" sz="2400" dirty="0">
                    <a:latin typeface="Times New Roman" panose="02020603050405020304" pitchFamily="18" charset="0"/>
                    <a:cs typeface="Times New Roman" panose="02020603050405020304" pitchFamily="18" charset="0"/>
                  </a:rPr>
                  <a:t>Traditional codecs </a:t>
                </a:r>
                <a14:m>
                  <m:oMath xmlns:m="http://schemas.openxmlformats.org/officeDocument/2006/math">
                    <m:r>
                      <a:rPr lang="en-US" sz="2400" i="1" dirty="0" smtClean="0">
                        <a:latin typeface="Cambria Math" panose="02040503050406030204" pitchFamily="18" charset="0"/>
                        <a:cs typeface="Times New Roman" panose="02020603050405020304" pitchFamily="18" charset="0"/>
                      </a:rPr>
                      <m:t>(</m:t>
                    </m:r>
                    <m:r>
                      <m:rPr>
                        <m:sty m:val="p"/>
                      </m:rPr>
                      <a:rPr lang="en-US" sz="2400" i="0" dirty="0" smtClean="0">
                        <a:latin typeface="Cambria Math" panose="02040503050406030204" pitchFamily="18" charset="0"/>
                        <a:cs typeface="Times New Roman" panose="02020603050405020304" pitchFamily="18" charset="0"/>
                      </a:rPr>
                      <m:t>H</m:t>
                    </m:r>
                    <m:r>
                      <a:rPr lang="en-US" sz="2400" i="1" dirty="0" smtClean="0">
                        <a:latin typeface="Cambria Math" panose="02040503050406030204" pitchFamily="18" charset="0"/>
                        <a:cs typeface="Times New Roman" panose="02020603050405020304" pitchFamily="18" charset="0"/>
                      </a:rPr>
                      <m:t>.</m:t>
                    </m:r>
                    <m:r>
                      <a:rPr lang="en-US" sz="2400" i="1" dirty="0" smtClean="0">
                        <a:latin typeface="Cambria Math" panose="02040503050406030204" pitchFamily="18" charset="0"/>
                        <a:cs typeface="Times New Roman" panose="02020603050405020304" pitchFamily="18" charset="0"/>
                      </a:rPr>
                      <m:t>264</m:t>
                    </m:r>
                    <m:r>
                      <a:rPr lang="en-US" sz="2400" i="1" dirty="0" smtClean="0">
                        <a:latin typeface="Cambria Math" panose="02040503050406030204" pitchFamily="18" charset="0"/>
                        <a:cs typeface="Times New Roman" panose="02020603050405020304" pitchFamily="18" charset="0"/>
                      </a:rPr>
                      <m:t>/</m:t>
                    </m:r>
                    <m:r>
                      <m:rPr>
                        <m:sty m:val="p"/>
                      </m:rPr>
                      <a:rPr lang="en-US" sz="2400" i="0" dirty="0" smtClean="0">
                        <a:latin typeface="Cambria Math" panose="02040503050406030204" pitchFamily="18" charset="0"/>
                        <a:cs typeface="Times New Roman" panose="02020603050405020304" pitchFamily="18" charset="0"/>
                      </a:rPr>
                      <m:t>H</m:t>
                    </m:r>
                    <m:r>
                      <a:rPr lang="en-US" sz="2400" i="1" dirty="0" smtClean="0">
                        <a:latin typeface="Cambria Math" panose="02040503050406030204" pitchFamily="18" charset="0"/>
                        <a:cs typeface="Times New Roman" panose="02020603050405020304" pitchFamily="18" charset="0"/>
                      </a:rPr>
                      <m:t>.</m:t>
                    </m:r>
                    <m:r>
                      <a:rPr lang="en-US" sz="2400" i="1" dirty="0" smtClean="0">
                        <a:latin typeface="Cambria Math" panose="02040503050406030204" pitchFamily="18" charset="0"/>
                        <a:cs typeface="Times New Roman" panose="02020603050405020304" pitchFamily="18" charset="0"/>
                      </a:rPr>
                      <m:t>265</m:t>
                    </m:r>
                    <m:r>
                      <a:rPr lang="en-US" sz="2400" i="1" dirty="0" smtClean="0">
                        <a:latin typeface="Cambria Math" panose="02040503050406030204" pitchFamily="18" charset="0"/>
                        <a:cs typeface="Times New Roman" panose="02020603050405020304" pitchFamily="18" charset="0"/>
                      </a:rPr>
                      <m:t>) </m:t>
                    </m:r>
                  </m:oMath>
                </a14:m>
                <a:r>
                  <a:rPr lang="en-US" sz="2400" dirty="0">
                    <a:latin typeface="Times New Roman" panose="02020603050405020304" pitchFamily="18" charset="0"/>
                    <a:cs typeface="Times New Roman" panose="02020603050405020304" pitchFamily="18" charset="0"/>
                  </a:rPr>
                  <a:t>struggle to balance compression ratio, quality, and complexity at high compression levels.</a:t>
                </a:r>
              </a:p>
              <a:p>
                <a:pPr marL="342900" indent="-342900">
                  <a:lnSpc>
                    <a:spcPct val="150000"/>
                  </a:lnSpc>
                  <a:buFont typeface="Arial" panose="020B0604020202020204" pitchFamily="34" charset="0"/>
                  <a:buChar char="•"/>
                </a:pPr>
                <a:r>
                  <a:rPr lang="en-US" sz="2400" dirty="0">
                    <a:latin typeface="Times New Roman" panose="02020603050405020304" pitchFamily="18" charset="0"/>
                    <a:cs typeface="Times New Roman" panose="02020603050405020304" pitchFamily="18" charset="0"/>
                  </a:rPr>
                  <a:t>This project uses deep learning to optimize video compression automatically.</a:t>
                </a:r>
                <a:endParaRPr lang="ar-EG" sz="2400" dirty="0">
                  <a:latin typeface="Times New Roman" panose="02020603050405020304" pitchFamily="18" charset="0"/>
                  <a:cs typeface="Times New Roman" panose="02020603050405020304" pitchFamily="18" charset="0"/>
                </a:endParaRPr>
              </a:p>
              <a:p>
                <a:pPr marL="342900" indent="-342900">
                  <a:lnSpc>
                    <a:spcPct val="150000"/>
                  </a:lnSpc>
                  <a:buFont typeface="Arial" panose="020B0604020202020204" pitchFamily="34" charset="0"/>
                  <a:buChar char="•"/>
                </a:pPr>
                <a:r>
                  <a:rPr lang="en-US" sz="2400" dirty="0">
                    <a:latin typeface="Times New Roman" panose="02020603050405020304" pitchFamily="18" charset="0"/>
                    <a:cs typeface="Times New Roman" panose="02020603050405020304" pitchFamily="18" charset="0"/>
                  </a:rPr>
                  <a:t>Aim: achieve higher compression efficiency, reduced storage needs, and improved visual quality compared to conventional codecs.</a:t>
                </a:r>
              </a:p>
            </p:txBody>
          </p:sp>
        </mc:Choice>
        <mc:Fallback xmlns="">
          <p:sp>
            <p:nvSpPr>
              <p:cNvPr id="28" name="Google Shape;621;p13">
                <a:extLst>
                  <a:ext uri="{FF2B5EF4-FFF2-40B4-BE49-F238E27FC236}">
                    <a16:creationId xmlns:a16="http://schemas.microsoft.com/office/drawing/2014/main" id="{99A4659C-A205-6953-F5F4-A3C276327DB4}"/>
                  </a:ext>
                </a:extLst>
              </p:cNvPr>
              <p:cNvSpPr txBox="1">
                <a:spLocks noRot="1" noChangeAspect="1" noMove="1" noResize="1" noEditPoints="1" noAdjustHandles="1" noChangeArrowheads="1" noChangeShapeType="1" noTextEdit="1"/>
              </p:cNvSpPr>
              <p:nvPr/>
            </p:nvSpPr>
            <p:spPr>
              <a:xfrm>
                <a:off x="795092" y="1583252"/>
                <a:ext cx="10390909" cy="3877985"/>
              </a:xfrm>
              <a:prstGeom prst="rect">
                <a:avLst/>
              </a:prstGeom>
              <a:blipFill>
                <a:blip r:embed="rId5"/>
                <a:stretch>
                  <a:fillRect l="-1642" r="-2463" b="-2201"/>
                </a:stretch>
              </a:blipFill>
              <a:ln>
                <a:noFill/>
              </a:ln>
            </p:spPr>
            <p:txBody>
              <a:bodyPr/>
              <a:lstStyle/>
              <a:p>
                <a:r>
                  <a:rPr lang="en-US">
                    <a:noFill/>
                  </a:rPr>
                  <a:t> </a:t>
                </a:r>
              </a:p>
            </p:txBody>
          </p:sp>
        </mc:Fallback>
      </mc:AlternateContent>
      <p:sp>
        <p:nvSpPr>
          <p:cNvPr id="10" name="TextBox 9">
            <a:extLst>
              <a:ext uri="{FF2B5EF4-FFF2-40B4-BE49-F238E27FC236}">
                <a16:creationId xmlns:a16="http://schemas.microsoft.com/office/drawing/2014/main" id="{555F68C5-570C-B5F0-757B-950DC4AF4D16}"/>
              </a:ext>
            </a:extLst>
          </p:cNvPr>
          <p:cNvSpPr txBox="1"/>
          <p:nvPr/>
        </p:nvSpPr>
        <p:spPr>
          <a:xfrm>
            <a:off x="1087279" y="1090809"/>
            <a:ext cx="5388484" cy="492443"/>
          </a:xfrm>
          <a:prstGeom prst="rect">
            <a:avLst/>
          </a:prstGeom>
          <a:noFill/>
        </p:spPr>
        <p:txBody>
          <a:bodyPr wrap="square" rtlCol="0">
            <a:spAutoFit/>
          </a:bodyPr>
          <a:lstStyle/>
          <a:p>
            <a:r>
              <a:rPr lang="en-US" sz="2600" dirty="0">
                <a:solidFill>
                  <a:schemeClr val="tx2"/>
                </a:solidFill>
                <a:latin typeface="Times New Roman" panose="02020603050405020304" pitchFamily="18" charset="0"/>
                <a:cs typeface="Times New Roman" panose="02020603050405020304" pitchFamily="18" charset="0"/>
              </a:rPr>
              <a:t>Introduction </a:t>
            </a:r>
          </a:p>
        </p:txBody>
      </p:sp>
      <p:sp>
        <p:nvSpPr>
          <p:cNvPr id="13" name="Footer Placeholder 12">
            <a:extLst>
              <a:ext uri="{FF2B5EF4-FFF2-40B4-BE49-F238E27FC236}">
                <a16:creationId xmlns:a16="http://schemas.microsoft.com/office/drawing/2014/main" id="{53B9902A-4624-7275-1893-18F71D4E5DFA}"/>
              </a:ext>
            </a:extLst>
          </p:cNvPr>
          <p:cNvSpPr>
            <a:spLocks noGrp="1"/>
          </p:cNvSpPr>
          <p:nvPr>
            <p:ph type="ftr" sz="quarter" idx="11"/>
          </p:nvPr>
        </p:nvSpPr>
        <p:spPr>
          <a:xfrm>
            <a:off x="363600" y="6492873"/>
            <a:ext cx="4114800" cy="365125"/>
          </a:xfrm>
        </p:spPr>
        <p:txBody>
          <a:bodyPr/>
          <a:lstStyle/>
          <a:p>
            <a:pPr algn="l"/>
            <a:r>
              <a:rPr lang="en-US"/>
              <a:t>ABVCS</a:t>
            </a:r>
            <a:endParaRPr lang="en-AS"/>
          </a:p>
        </p:txBody>
      </p:sp>
      <p:sp>
        <p:nvSpPr>
          <p:cNvPr id="14" name="Slide Number Placeholder 13">
            <a:extLst>
              <a:ext uri="{FF2B5EF4-FFF2-40B4-BE49-F238E27FC236}">
                <a16:creationId xmlns:a16="http://schemas.microsoft.com/office/drawing/2014/main" id="{B6640BDB-5F8A-29D6-FFA5-D4B7DA0474B5}"/>
              </a:ext>
            </a:extLst>
          </p:cNvPr>
          <p:cNvSpPr>
            <a:spLocks noGrp="1"/>
          </p:cNvSpPr>
          <p:nvPr>
            <p:ph type="sldNum" sz="quarter" idx="12"/>
          </p:nvPr>
        </p:nvSpPr>
        <p:spPr>
          <a:xfrm>
            <a:off x="0" y="6492874"/>
            <a:ext cx="363600" cy="365125"/>
          </a:xfrm>
        </p:spPr>
        <p:txBody>
          <a:bodyPr/>
          <a:lstStyle/>
          <a:p>
            <a:fld id="{AD91D796-2600-4CB1-AF8F-6B90FC341573}" type="slidenum">
              <a:rPr lang="en-AS" smtClean="0"/>
              <a:t>4</a:t>
            </a:fld>
            <a:endParaRPr lang="en-AS"/>
          </a:p>
        </p:txBody>
      </p:sp>
      <p:grpSp>
        <p:nvGrpSpPr>
          <p:cNvPr id="93" name="!!Film_Tabe_2">
            <a:extLst>
              <a:ext uri="{FF2B5EF4-FFF2-40B4-BE49-F238E27FC236}">
                <a16:creationId xmlns:a16="http://schemas.microsoft.com/office/drawing/2014/main" id="{BE72D4A6-1845-C580-B550-5D923247B426}"/>
              </a:ext>
            </a:extLst>
          </p:cNvPr>
          <p:cNvGrpSpPr/>
          <p:nvPr/>
        </p:nvGrpSpPr>
        <p:grpSpPr>
          <a:xfrm rot="18000000">
            <a:off x="2800489" y="2277974"/>
            <a:ext cx="21467809" cy="1961092"/>
            <a:chOff x="-5996785" y="2448454"/>
            <a:chExt cx="21467809" cy="1961092"/>
          </a:xfrm>
          <a:effectLst>
            <a:outerShdw blurRad="12700" dist="50800" dir="2700000" algn="tl" rotWithShape="0">
              <a:prstClr val="black">
                <a:alpha val="40000"/>
              </a:prstClr>
            </a:outerShdw>
          </a:effectLst>
        </p:grpSpPr>
        <p:grpSp>
          <p:nvGrpSpPr>
            <p:cNvPr id="94" name="Group 93">
              <a:extLst>
                <a:ext uri="{FF2B5EF4-FFF2-40B4-BE49-F238E27FC236}">
                  <a16:creationId xmlns:a16="http://schemas.microsoft.com/office/drawing/2014/main" id="{F90F08CB-0EE2-E111-6A3C-681EACAF04B4}"/>
                </a:ext>
              </a:extLst>
            </p:cNvPr>
            <p:cNvGrpSpPr/>
            <p:nvPr/>
          </p:nvGrpSpPr>
          <p:grpSpPr>
            <a:xfrm>
              <a:off x="7372077" y="2448455"/>
              <a:ext cx="2738174" cy="1961091"/>
              <a:chOff x="4726913" y="2438401"/>
              <a:chExt cx="2738174" cy="1961091"/>
            </a:xfrm>
          </p:grpSpPr>
          <p:sp>
            <p:nvSpPr>
              <p:cNvPr id="123" name="Graphic 2" descr="Film strip outline">
                <a:extLst>
                  <a:ext uri="{FF2B5EF4-FFF2-40B4-BE49-F238E27FC236}">
                    <a16:creationId xmlns:a16="http://schemas.microsoft.com/office/drawing/2014/main" id="{B76D19B0-C15A-7AF5-7A8C-8A757AEABF8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4" name="Straight Connector 123">
                <a:extLst>
                  <a:ext uri="{FF2B5EF4-FFF2-40B4-BE49-F238E27FC236}">
                    <a16:creationId xmlns:a16="http://schemas.microsoft.com/office/drawing/2014/main" id="{656462E3-D8AE-1A53-F83F-E6EB36F184B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5" name="TextBox 124">
                <a:extLst>
                  <a:ext uri="{FF2B5EF4-FFF2-40B4-BE49-F238E27FC236}">
                    <a16:creationId xmlns:a16="http://schemas.microsoft.com/office/drawing/2014/main" id="{8F5B67AC-3F0E-BE08-AA99-285377830CF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5" name="Group 94">
              <a:extLst>
                <a:ext uri="{FF2B5EF4-FFF2-40B4-BE49-F238E27FC236}">
                  <a16:creationId xmlns:a16="http://schemas.microsoft.com/office/drawing/2014/main" id="{031CA8BA-1B8F-8D86-4D0B-F9AAA9F80995}"/>
                </a:ext>
              </a:extLst>
            </p:cNvPr>
            <p:cNvGrpSpPr/>
            <p:nvPr/>
          </p:nvGrpSpPr>
          <p:grpSpPr>
            <a:xfrm>
              <a:off x="4702657" y="2448455"/>
              <a:ext cx="2738174" cy="1961091"/>
              <a:chOff x="4726913" y="2438401"/>
              <a:chExt cx="2738174" cy="1961091"/>
            </a:xfrm>
          </p:grpSpPr>
          <p:sp>
            <p:nvSpPr>
              <p:cNvPr id="120" name="Graphic 2" descr="Film strip outline">
                <a:extLst>
                  <a:ext uri="{FF2B5EF4-FFF2-40B4-BE49-F238E27FC236}">
                    <a16:creationId xmlns:a16="http://schemas.microsoft.com/office/drawing/2014/main" id="{2EFFDF22-CB5C-1C38-61AC-6B4A5B31EF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1" name="Straight Connector 120">
                <a:extLst>
                  <a:ext uri="{FF2B5EF4-FFF2-40B4-BE49-F238E27FC236}">
                    <a16:creationId xmlns:a16="http://schemas.microsoft.com/office/drawing/2014/main" id="{133DF941-9285-62E4-2733-CC30E92BB8A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2" name="TextBox 121">
                <a:extLst>
                  <a:ext uri="{FF2B5EF4-FFF2-40B4-BE49-F238E27FC236}">
                    <a16:creationId xmlns:a16="http://schemas.microsoft.com/office/drawing/2014/main" id="{EC274696-5281-3A35-4E08-969814335E4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6" name="Group 95">
              <a:extLst>
                <a:ext uri="{FF2B5EF4-FFF2-40B4-BE49-F238E27FC236}">
                  <a16:creationId xmlns:a16="http://schemas.microsoft.com/office/drawing/2014/main" id="{C42A9AA2-8A56-6A6F-10B9-2C9108CB7A1E}"/>
                </a:ext>
              </a:extLst>
            </p:cNvPr>
            <p:cNvGrpSpPr/>
            <p:nvPr/>
          </p:nvGrpSpPr>
          <p:grpSpPr>
            <a:xfrm>
              <a:off x="12732850" y="2448455"/>
              <a:ext cx="2738174" cy="1961091"/>
              <a:chOff x="4726913" y="2438401"/>
              <a:chExt cx="2738174" cy="1961091"/>
            </a:xfrm>
          </p:grpSpPr>
          <p:sp>
            <p:nvSpPr>
              <p:cNvPr id="117" name="Graphic 2" descr="Film strip outline">
                <a:extLst>
                  <a:ext uri="{FF2B5EF4-FFF2-40B4-BE49-F238E27FC236}">
                    <a16:creationId xmlns:a16="http://schemas.microsoft.com/office/drawing/2014/main" id="{A14FE80D-B18E-C946-62A9-E64F77C00E6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8" name="Straight Connector 117">
                <a:extLst>
                  <a:ext uri="{FF2B5EF4-FFF2-40B4-BE49-F238E27FC236}">
                    <a16:creationId xmlns:a16="http://schemas.microsoft.com/office/drawing/2014/main" id="{1C6D1380-8F6F-6813-070C-1B9A6D6E34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9" name="TextBox 118">
                <a:extLst>
                  <a:ext uri="{FF2B5EF4-FFF2-40B4-BE49-F238E27FC236}">
                    <a16:creationId xmlns:a16="http://schemas.microsoft.com/office/drawing/2014/main" id="{056AD4D1-908D-96BF-CA35-17DD1DA3E7F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7" name="Group 96">
              <a:extLst>
                <a:ext uri="{FF2B5EF4-FFF2-40B4-BE49-F238E27FC236}">
                  <a16:creationId xmlns:a16="http://schemas.microsoft.com/office/drawing/2014/main" id="{CCE39832-3954-79D2-F459-BD92B2B16AC5}"/>
                </a:ext>
              </a:extLst>
            </p:cNvPr>
            <p:cNvGrpSpPr/>
            <p:nvPr/>
          </p:nvGrpSpPr>
          <p:grpSpPr>
            <a:xfrm>
              <a:off x="10063430" y="2448455"/>
              <a:ext cx="2738174" cy="1961091"/>
              <a:chOff x="4726913" y="2438401"/>
              <a:chExt cx="2738174" cy="1961091"/>
            </a:xfrm>
          </p:grpSpPr>
          <p:sp>
            <p:nvSpPr>
              <p:cNvPr id="114" name="Graphic 2" descr="Film strip outline">
                <a:extLst>
                  <a:ext uri="{FF2B5EF4-FFF2-40B4-BE49-F238E27FC236}">
                    <a16:creationId xmlns:a16="http://schemas.microsoft.com/office/drawing/2014/main" id="{7EAB7E45-4E39-14DA-E27E-71D0AA82BC0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5" name="Straight Connector 114">
                <a:extLst>
                  <a:ext uri="{FF2B5EF4-FFF2-40B4-BE49-F238E27FC236}">
                    <a16:creationId xmlns:a16="http://schemas.microsoft.com/office/drawing/2014/main" id="{3B1AE7F7-5C84-EF9E-9200-F6F1412FBE5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6" name="TextBox 115">
                <a:extLst>
                  <a:ext uri="{FF2B5EF4-FFF2-40B4-BE49-F238E27FC236}">
                    <a16:creationId xmlns:a16="http://schemas.microsoft.com/office/drawing/2014/main" id="{A9B2D930-5E40-A7AF-DAB0-E09929BCF22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8" name="Group 97">
              <a:extLst>
                <a:ext uri="{FF2B5EF4-FFF2-40B4-BE49-F238E27FC236}">
                  <a16:creationId xmlns:a16="http://schemas.microsoft.com/office/drawing/2014/main" id="{1619F6F3-5DA4-0437-6FA5-6CDC4EBB853B}"/>
                </a:ext>
              </a:extLst>
            </p:cNvPr>
            <p:cNvGrpSpPr/>
            <p:nvPr/>
          </p:nvGrpSpPr>
          <p:grpSpPr>
            <a:xfrm>
              <a:off x="-3327365" y="2448454"/>
              <a:ext cx="2738174" cy="1961091"/>
              <a:chOff x="4726913" y="2438401"/>
              <a:chExt cx="2738174" cy="1961091"/>
            </a:xfrm>
          </p:grpSpPr>
          <p:sp>
            <p:nvSpPr>
              <p:cNvPr id="111" name="Graphic 2" descr="Film strip outline">
                <a:extLst>
                  <a:ext uri="{FF2B5EF4-FFF2-40B4-BE49-F238E27FC236}">
                    <a16:creationId xmlns:a16="http://schemas.microsoft.com/office/drawing/2014/main" id="{23C31080-B40A-D04C-3E05-15AE030C6EE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2" name="Straight Connector 111">
                <a:extLst>
                  <a:ext uri="{FF2B5EF4-FFF2-40B4-BE49-F238E27FC236}">
                    <a16:creationId xmlns:a16="http://schemas.microsoft.com/office/drawing/2014/main" id="{F71A0289-9D98-B4B3-D770-5D9B0E58580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3" name="TextBox 112">
                <a:extLst>
                  <a:ext uri="{FF2B5EF4-FFF2-40B4-BE49-F238E27FC236}">
                    <a16:creationId xmlns:a16="http://schemas.microsoft.com/office/drawing/2014/main" id="{3DE9AAE8-7E65-CC91-4403-A45B759253C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9" name="Group 98">
              <a:extLst>
                <a:ext uri="{FF2B5EF4-FFF2-40B4-BE49-F238E27FC236}">
                  <a16:creationId xmlns:a16="http://schemas.microsoft.com/office/drawing/2014/main" id="{74F965BB-7104-20ED-C248-72A0FBCA55C5}"/>
                </a:ext>
              </a:extLst>
            </p:cNvPr>
            <p:cNvGrpSpPr/>
            <p:nvPr/>
          </p:nvGrpSpPr>
          <p:grpSpPr>
            <a:xfrm>
              <a:off x="-5996785" y="2448454"/>
              <a:ext cx="2738174" cy="1961091"/>
              <a:chOff x="4726913" y="2438401"/>
              <a:chExt cx="2738174" cy="1961091"/>
            </a:xfrm>
          </p:grpSpPr>
          <p:sp>
            <p:nvSpPr>
              <p:cNvPr id="108" name="Graphic 2" descr="Film strip outline">
                <a:extLst>
                  <a:ext uri="{FF2B5EF4-FFF2-40B4-BE49-F238E27FC236}">
                    <a16:creationId xmlns:a16="http://schemas.microsoft.com/office/drawing/2014/main" id="{DEA73930-F954-5E71-1103-79B85884536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9" name="Straight Connector 108">
                <a:extLst>
                  <a:ext uri="{FF2B5EF4-FFF2-40B4-BE49-F238E27FC236}">
                    <a16:creationId xmlns:a16="http://schemas.microsoft.com/office/drawing/2014/main" id="{259ED965-8974-C82D-7CDE-A2BA3513776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0" name="TextBox 109">
                <a:extLst>
                  <a:ext uri="{FF2B5EF4-FFF2-40B4-BE49-F238E27FC236}">
                    <a16:creationId xmlns:a16="http://schemas.microsoft.com/office/drawing/2014/main" id="{24389241-B5EB-89FB-CA23-C8EAC4A9C1F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0" name="Group 99">
              <a:extLst>
                <a:ext uri="{FF2B5EF4-FFF2-40B4-BE49-F238E27FC236}">
                  <a16:creationId xmlns:a16="http://schemas.microsoft.com/office/drawing/2014/main" id="{E8AE5180-82DD-D793-A27D-9D22E569E64E}"/>
                </a:ext>
              </a:extLst>
            </p:cNvPr>
            <p:cNvGrpSpPr/>
            <p:nvPr/>
          </p:nvGrpSpPr>
          <p:grpSpPr>
            <a:xfrm>
              <a:off x="2033408" y="2448454"/>
              <a:ext cx="2738174" cy="1961091"/>
              <a:chOff x="4726913" y="2438401"/>
              <a:chExt cx="2738174" cy="1961091"/>
            </a:xfrm>
          </p:grpSpPr>
          <p:sp>
            <p:nvSpPr>
              <p:cNvPr id="105" name="Graphic 2" descr="Film strip outline">
                <a:extLst>
                  <a:ext uri="{FF2B5EF4-FFF2-40B4-BE49-F238E27FC236}">
                    <a16:creationId xmlns:a16="http://schemas.microsoft.com/office/drawing/2014/main" id="{80398AEF-ED7D-3928-838C-2A323314D97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6" name="Straight Connector 105">
                <a:extLst>
                  <a:ext uri="{FF2B5EF4-FFF2-40B4-BE49-F238E27FC236}">
                    <a16:creationId xmlns:a16="http://schemas.microsoft.com/office/drawing/2014/main" id="{273774B4-8875-27B9-CBC4-339B8F0E8AC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402E863F-78D9-38AB-14B0-FF4DEA3B8CB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1" name="Group 100">
              <a:extLst>
                <a:ext uri="{FF2B5EF4-FFF2-40B4-BE49-F238E27FC236}">
                  <a16:creationId xmlns:a16="http://schemas.microsoft.com/office/drawing/2014/main" id="{83030064-5E45-192B-2EE2-D6D27A703C7E}"/>
                </a:ext>
              </a:extLst>
            </p:cNvPr>
            <p:cNvGrpSpPr/>
            <p:nvPr/>
          </p:nvGrpSpPr>
          <p:grpSpPr>
            <a:xfrm>
              <a:off x="-636012" y="2448454"/>
              <a:ext cx="2738174" cy="1961091"/>
              <a:chOff x="4726913" y="2438401"/>
              <a:chExt cx="2738174" cy="1961091"/>
            </a:xfrm>
          </p:grpSpPr>
          <p:sp>
            <p:nvSpPr>
              <p:cNvPr id="102" name="Graphic 2" descr="Film strip outline">
                <a:extLst>
                  <a:ext uri="{FF2B5EF4-FFF2-40B4-BE49-F238E27FC236}">
                    <a16:creationId xmlns:a16="http://schemas.microsoft.com/office/drawing/2014/main" id="{B031C676-5271-22D5-2D73-3CB08E46BFC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3" name="Straight Connector 102">
                <a:extLst>
                  <a:ext uri="{FF2B5EF4-FFF2-40B4-BE49-F238E27FC236}">
                    <a16:creationId xmlns:a16="http://schemas.microsoft.com/office/drawing/2014/main" id="{AB0E7045-AC8A-7649-EF83-224517A1390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7FB1DEE0-C5E9-1E23-6357-3B0466CBFF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26" name="!!Film_Tabe_1">
            <a:extLst>
              <a:ext uri="{FF2B5EF4-FFF2-40B4-BE49-F238E27FC236}">
                <a16:creationId xmlns:a16="http://schemas.microsoft.com/office/drawing/2014/main" id="{FCA7124D-B3DD-1133-96C2-18E1B2FBD6EA}"/>
              </a:ext>
            </a:extLst>
          </p:cNvPr>
          <p:cNvGrpSpPr/>
          <p:nvPr/>
        </p:nvGrpSpPr>
        <p:grpSpPr>
          <a:xfrm rot="18000000">
            <a:off x="-12972205" y="3300364"/>
            <a:ext cx="21467809" cy="1961092"/>
            <a:chOff x="-5996785" y="2448454"/>
            <a:chExt cx="21467809" cy="1961092"/>
          </a:xfrm>
          <a:effectLst>
            <a:outerShdw blurRad="12700" dist="50800" dir="2700000" algn="tl" rotWithShape="0">
              <a:schemeClr val="tx1">
                <a:alpha val="40000"/>
              </a:schemeClr>
            </a:outerShdw>
          </a:effectLst>
        </p:grpSpPr>
        <p:grpSp>
          <p:nvGrpSpPr>
            <p:cNvPr id="127" name="Group 126">
              <a:extLst>
                <a:ext uri="{FF2B5EF4-FFF2-40B4-BE49-F238E27FC236}">
                  <a16:creationId xmlns:a16="http://schemas.microsoft.com/office/drawing/2014/main" id="{CCFCABC0-67D2-160C-21BA-88EE393A131C}"/>
                </a:ext>
              </a:extLst>
            </p:cNvPr>
            <p:cNvGrpSpPr/>
            <p:nvPr/>
          </p:nvGrpSpPr>
          <p:grpSpPr>
            <a:xfrm>
              <a:off x="7372077" y="2448455"/>
              <a:ext cx="2738174" cy="1961091"/>
              <a:chOff x="4726913" y="2438401"/>
              <a:chExt cx="2738174" cy="1961091"/>
            </a:xfrm>
          </p:grpSpPr>
          <p:sp>
            <p:nvSpPr>
              <p:cNvPr id="156" name="Graphic 2" descr="Film strip outline">
                <a:extLst>
                  <a:ext uri="{FF2B5EF4-FFF2-40B4-BE49-F238E27FC236}">
                    <a16:creationId xmlns:a16="http://schemas.microsoft.com/office/drawing/2014/main" id="{A5AA18FA-B031-D6F6-EDC0-47D00EDB813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7" name="Straight Connector 156">
                <a:extLst>
                  <a:ext uri="{FF2B5EF4-FFF2-40B4-BE49-F238E27FC236}">
                    <a16:creationId xmlns:a16="http://schemas.microsoft.com/office/drawing/2014/main" id="{52A3D011-45F8-7ED1-48B9-A91C0742DE4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8" name="TextBox 157">
                <a:extLst>
                  <a:ext uri="{FF2B5EF4-FFF2-40B4-BE49-F238E27FC236}">
                    <a16:creationId xmlns:a16="http://schemas.microsoft.com/office/drawing/2014/main" id="{2DFF79DE-028B-9838-7798-CA94451EFB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8" name="Group 127">
              <a:extLst>
                <a:ext uri="{FF2B5EF4-FFF2-40B4-BE49-F238E27FC236}">
                  <a16:creationId xmlns:a16="http://schemas.microsoft.com/office/drawing/2014/main" id="{4458ED6B-6304-9BCC-93ED-FDE105BFB1EC}"/>
                </a:ext>
              </a:extLst>
            </p:cNvPr>
            <p:cNvGrpSpPr/>
            <p:nvPr/>
          </p:nvGrpSpPr>
          <p:grpSpPr>
            <a:xfrm>
              <a:off x="4702657" y="2448455"/>
              <a:ext cx="2738174" cy="1961091"/>
              <a:chOff x="4726913" y="2438401"/>
              <a:chExt cx="2738174" cy="1961091"/>
            </a:xfrm>
          </p:grpSpPr>
          <p:sp>
            <p:nvSpPr>
              <p:cNvPr id="153" name="Graphic 2" descr="Film strip outline">
                <a:extLst>
                  <a:ext uri="{FF2B5EF4-FFF2-40B4-BE49-F238E27FC236}">
                    <a16:creationId xmlns:a16="http://schemas.microsoft.com/office/drawing/2014/main" id="{4F82DF1C-9F83-C7E7-549B-CC286ECBA4C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4" name="Straight Connector 153">
                <a:extLst>
                  <a:ext uri="{FF2B5EF4-FFF2-40B4-BE49-F238E27FC236}">
                    <a16:creationId xmlns:a16="http://schemas.microsoft.com/office/drawing/2014/main" id="{AD70FAE8-8282-29BA-A8AE-F5E49E7230A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5" name="TextBox 154">
                <a:extLst>
                  <a:ext uri="{FF2B5EF4-FFF2-40B4-BE49-F238E27FC236}">
                    <a16:creationId xmlns:a16="http://schemas.microsoft.com/office/drawing/2014/main" id="{D3366052-681F-CE3A-1B51-4A4D6C5FC56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9" name="Group 128">
              <a:extLst>
                <a:ext uri="{FF2B5EF4-FFF2-40B4-BE49-F238E27FC236}">
                  <a16:creationId xmlns:a16="http://schemas.microsoft.com/office/drawing/2014/main" id="{F1EFF6B3-CC76-9E1A-FE08-509F85ABDD5F}"/>
                </a:ext>
              </a:extLst>
            </p:cNvPr>
            <p:cNvGrpSpPr/>
            <p:nvPr/>
          </p:nvGrpSpPr>
          <p:grpSpPr>
            <a:xfrm>
              <a:off x="12732850" y="2448455"/>
              <a:ext cx="2738174" cy="1961091"/>
              <a:chOff x="4726913" y="2438401"/>
              <a:chExt cx="2738174" cy="1961091"/>
            </a:xfrm>
          </p:grpSpPr>
          <p:sp>
            <p:nvSpPr>
              <p:cNvPr id="150" name="Graphic 2" descr="Film strip outline">
                <a:extLst>
                  <a:ext uri="{FF2B5EF4-FFF2-40B4-BE49-F238E27FC236}">
                    <a16:creationId xmlns:a16="http://schemas.microsoft.com/office/drawing/2014/main" id="{A292B6C9-3BC6-2DA2-01AF-C40380276DE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1" name="Straight Connector 150">
                <a:extLst>
                  <a:ext uri="{FF2B5EF4-FFF2-40B4-BE49-F238E27FC236}">
                    <a16:creationId xmlns:a16="http://schemas.microsoft.com/office/drawing/2014/main" id="{62499E64-B5EB-5D89-EF49-572281AC670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2" name="TextBox 151">
                <a:extLst>
                  <a:ext uri="{FF2B5EF4-FFF2-40B4-BE49-F238E27FC236}">
                    <a16:creationId xmlns:a16="http://schemas.microsoft.com/office/drawing/2014/main" id="{6D97ECDD-3EE7-DE7B-3085-A68268FEBE1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0" name="Group 129">
              <a:extLst>
                <a:ext uri="{FF2B5EF4-FFF2-40B4-BE49-F238E27FC236}">
                  <a16:creationId xmlns:a16="http://schemas.microsoft.com/office/drawing/2014/main" id="{54703B7E-2755-1104-4C48-BD22B98C3D30}"/>
                </a:ext>
              </a:extLst>
            </p:cNvPr>
            <p:cNvGrpSpPr/>
            <p:nvPr/>
          </p:nvGrpSpPr>
          <p:grpSpPr>
            <a:xfrm>
              <a:off x="10063430" y="2448455"/>
              <a:ext cx="2738174" cy="1961091"/>
              <a:chOff x="4726913" y="2438401"/>
              <a:chExt cx="2738174" cy="1961091"/>
            </a:xfrm>
          </p:grpSpPr>
          <p:sp>
            <p:nvSpPr>
              <p:cNvPr id="147" name="Graphic 2" descr="Film strip outline">
                <a:extLst>
                  <a:ext uri="{FF2B5EF4-FFF2-40B4-BE49-F238E27FC236}">
                    <a16:creationId xmlns:a16="http://schemas.microsoft.com/office/drawing/2014/main" id="{D0C54374-6727-375C-FC15-17B893F7D1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8" name="Straight Connector 147">
                <a:extLst>
                  <a:ext uri="{FF2B5EF4-FFF2-40B4-BE49-F238E27FC236}">
                    <a16:creationId xmlns:a16="http://schemas.microsoft.com/office/drawing/2014/main" id="{037405B8-C8F0-C4A7-ED21-16CB9593AF3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9" name="TextBox 148">
                <a:extLst>
                  <a:ext uri="{FF2B5EF4-FFF2-40B4-BE49-F238E27FC236}">
                    <a16:creationId xmlns:a16="http://schemas.microsoft.com/office/drawing/2014/main" id="{AAE42664-1724-386A-7392-EAC1A1CA7D0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1" name="Group 130">
              <a:extLst>
                <a:ext uri="{FF2B5EF4-FFF2-40B4-BE49-F238E27FC236}">
                  <a16:creationId xmlns:a16="http://schemas.microsoft.com/office/drawing/2014/main" id="{8D011034-13FC-A785-6634-E1F72B044C2D}"/>
                </a:ext>
              </a:extLst>
            </p:cNvPr>
            <p:cNvGrpSpPr/>
            <p:nvPr/>
          </p:nvGrpSpPr>
          <p:grpSpPr>
            <a:xfrm>
              <a:off x="-3327365" y="2448454"/>
              <a:ext cx="2738174" cy="1961091"/>
              <a:chOff x="4726913" y="2438401"/>
              <a:chExt cx="2738174" cy="1961091"/>
            </a:xfrm>
          </p:grpSpPr>
          <p:sp>
            <p:nvSpPr>
              <p:cNvPr id="144" name="Graphic 2" descr="Film strip outline">
                <a:extLst>
                  <a:ext uri="{FF2B5EF4-FFF2-40B4-BE49-F238E27FC236}">
                    <a16:creationId xmlns:a16="http://schemas.microsoft.com/office/drawing/2014/main" id="{663BD502-E3CF-C657-632E-84FAF259CB0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5" name="Straight Connector 144">
                <a:extLst>
                  <a:ext uri="{FF2B5EF4-FFF2-40B4-BE49-F238E27FC236}">
                    <a16:creationId xmlns:a16="http://schemas.microsoft.com/office/drawing/2014/main" id="{30C2BD24-E5B1-7064-1DCE-594F96FBD9E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6" name="TextBox 145">
                <a:extLst>
                  <a:ext uri="{FF2B5EF4-FFF2-40B4-BE49-F238E27FC236}">
                    <a16:creationId xmlns:a16="http://schemas.microsoft.com/office/drawing/2014/main" id="{D16A16E1-3CCA-2495-244D-34A042FC96F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2" name="Group 131">
              <a:extLst>
                <a:ext uri="{FF2B5EF4-FFF2-40B4-BE49-F238E27FC236}">
                  <a16:creationId xmlns:a16="http://schemas.microsoft.com/office/drawing/2014/main" id="{5BEEE19A-5FAA-93EA-064F-9C9991FF972F}"/>
                </a:ext>
              </a:extLst>
            </p:cNvPr>
            <p:cNvGrpSpPr/>
            <p:nvPr/>
          </p:nvGrpSpPr>
          <p:grpSpPr>
            <a:xfrm>
              <a:off x="-5996785" y="2448454"/>
              <a:ext cx="2738174" cy="1961091"/>
              <a:chOff x="4726913" y="2438401"/>
              <a:chExt cx="2738174" cy="1961091"/>
            </a:xfrm>
          </p:grpSpPr>
          <p:sp>
            <p:nvSpPr>
              <p:cNvPr id="141" name="Graphic 2" descr="Film strip outline">
                <a:extLst>
                  <a:ext uri="{FF2B5EF4-FFF2-40B4-BE49-F238E27FC236}">
                    <a16:creationId xmlns:a16="http://schemas.microsoft.com/office/drawing/2014/main" id="{509AD077-2470-8E41-171C-8E642393493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2" name="Straight Connector 141">
                <a:extLst>
                  <a:ext uri="{FF2B5EF4-FFF2-40B4-BE49-F238E27FC236}">
                    <a16:creationId xmlns:a16="http://schemas.microsoft.com/office/drawing/2014/main" id="{B5259FCA-1306-50B1-E2D7-8815D5C8A6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3" name="TextBox 142">
                <a:extLst>
                  <a:ext uri="{FF2B5EF4-FFF2-40B4-BE49-F238E27FC236}">
                    <a16:creationId xmlns:a16="http://schemas.microsoft.com/office/drawing/2014/main" id="{5DACF518-5B16-F9D7-B493-51871CB27A1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3" name="Group 132">
              <a:extLst>
                <a:ext uri="{FF2B5EF4-FFF2-40B4-BE49-F238E27FC236}">
                  <a16:creationId xmlns:a16="http://schemas.microsoft.com/office/drawing/2014/main" id="{75E2AE62-614D-010F-10D6-4A49DECD3CDA}"/>
                </a:ext>
              </a:extLst>
            </p:cNvPr>
            <p:cNvGrpSpPr/>
            <p:nvPr/>
          </p:nvGrpSpPr>
          <p:grpSpPr>
            <a:xfrm>
              <a:off x="2033408" y="2448454"/>
              <a:ext cx="2738174" cy="1961091"/>
              <a:chOff x="4726913" y="2438401"/>
              <a:chExt cx="2738174" cy="1961091"/>
            </a:xfrm>
          </p:grpSpPr>
          <p:sp>
            <p:nvSpPr>
              <p:cNvPr id="138" name="Graphic 2" descr="Film strip outline">
                <a:extLst>
                  <a:ext uri="{FF2B5EF4-FFF2-40B4-BE49-F238E27FC236}">
                    <a16:creationId xmlns:a16="http://schemas.microsoft.com/office/drawing/2014/main" id="{F3BFECCA-269C-BA20-9121-33EED129BAA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9" name="Straight Connector 138">
                <a:extLst>
                  <a:ext uri="{FF2B5EF4-FFF2-40B4-BE49-F238E27FC236}">
                    <a16:creationId xmlns:a16="http://schemas.microsoft.com/office/drawing/2014/main" id="{D2CE4D51-E441-6EE5-D331-052EE8E25A6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0" name="TextBox 139">
                <a:extLst>
                  <a:ext uri="{FF2B5EF4-FFF2-40B4-BE49-F238E27FC236}">
                    <a16:creationId xmlns:a16="http://schemas.microsoft.com/office/drawing/2014/main" id="{37A912EF-55A1-13A9-C854-EF05226A990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4" name="Group 133">
              <a:extLst>
                <a:ext uri="{FF2B5EF4-FFF2-40B4-BE49-F238E27FC236}">
                  <a16:creationId xmlns:a16="http://schemas.microsoft.com/office/drawing/2014/main" id="{741C8684-25E4-1E62-5695-125699B4B59A}"/>
                </a:ext>
              </a:extLst>
            </p:cNvPr>
            <p:cNvGrpSpPr/>
            <p:nvPr/>
          </p:nvGrpSpPr>
          <p:grpSpPr>
            <a:xfrm>
              <a:off x="-636012" y="2448454"/>
              <a:ext cx="2738174" cy="1961091"/>
              <a:chOff x="4726913" y="2438401"/>
              <a:chExt cx="2738174" cy="1961091"/>
            </a:xfrm>
          </p:grpSpPr>
          <p:sp>
            <p:nvSpPr>
              <p:cNvPr id="135" name="Graphic 2" descr="Film strip outline">
                <a:extLst>
                  <a:ext uri="{FF2B5EF4-FFF2-40B4-BE49-F238E27FC236}">
                    <a16:creationId xmlns:a16="http://schemas.microsoft.com/office/drawing/2014/main" id="{912AFBBB-2A1F-92BA-29FC-071640B72FA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6" name="Straight Connector 135">
                <a:extLst>
                  <a:ext uri="{FF2B5EF4-FFF2-40B4-BE49-F238E27FC236}">
                    <a16:creationId xmlns:a16="http://schemas.microsoft.com/office/drawing/2014/main" id="{2113E3E5-9CDD-01B5-7921-35BD604B260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7" name="TextBox 136">
                <a:extLst>
                  <a:ext uri="{FF2B5EF4-FFF2-40B4-BE49-F238E27FC236}">
                    <a16:creationId xmlns:a16="http://schemas.microsoft.com/office/drawing/2014/main" id="{863B79E5-ADDB-FEEF-6A5C-0DC0B5FDB49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20" name="Freeform: Shape 19">
            <a:extLst>
              <a:ext uri="{FF2B5EF4-FFF2-40B4-BE49-F238E27FC236}">
                <a16:creationId xmlns:a16="http://schemas.microsoft.com/office/drawing/2014/main" id="{E6AC2A5A-4284-1E73-02A3-AB96FEC634E9}"/>
              </a:ext>
            </a:extLst>
          </p:cNvPr>
          <p:cNvSpPr/>
          <p:nvPr/>
        </p:nvSpPr>
        <p:spPr>
          <a:xfrm>
            <a:off x="127087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1" name="Rectangle 20">
            <a:extLst>
              <a:ext uri="{FF2B5EF4-FFF2-40B4-BE49-F238E27FC236}">
                <a16:creationId xmlns:a16="http://schemas.microsoft.com/office/drawing/2014/main" id="{4A4DEA7E-2B8D-B896-8106-3FAB6646B0F9}"/>
              </a:ext>
            </a:extLst>
          </p:cNvPr>
          <p:cNvSpPr/>
          <p:nvPr/>
        </p:nvSpPr>
        <p:spPr>
          <a:xfrm>
            <a:off x="143853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2" name="Rectangle 21">
            <a:extLst>
              <a:ext uri="{FF2B5EF4-FFF2-40B4-BE49-F238E27FC236}">
                <a16:creationId xmlns:a16="http://schemas.microsoft.com/office/drawing/2014/main" id="{2A58AA0F-3B0E-DD2C-F82A-62FC3076587F}"/>
              </a:ext>
            </a:extLst>
          </p:cNvPr>
          <p:cNvSpPr>
            <a:spLocks/>
          </p:cNvSpPr>
          <p:nvPr/>
        </p:nvSpPr>
        <p:spPr>
          <a:xfrm>
            <a:off x="143853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3" name="Rectangle 22">
            <a:extLst>
              <a:ext uri="{FF2B5EF4-FFF2-40B4-BE49-F238E27FC236}">
                <a16:creationId xmlns:a16="http://schemas.microsoft.com/office/drawing/2014/main" id="{0B7DA82A-9FDA-144F-5874-7187787B326D}"/>
              </a:ext>
            </a:extLst>
          </p:cNvPr>
          <p:cNvSpPr>
            <a:spLocks/>
          </p:cNvSpPr>
          <p:nvPr/>
        </p:nvSpPr>
        <p:spPr>
          <a:xfrm>
            <a:off x="143853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4" name="Rectangle 23">
            <a:extLst>
              <a:ext uri="{FF2B5EF4-FFF2-40B4-BE49-F238E27FC236}">
                <a16:creationId xmlns:a16="http://schemas.microsoft.com/office/drawing/2014/main" id="{F7D2A61A-CAD6-0D2C-BC54-2535C1438B62}"/>
              </a:ext>
            </a:extLst>
          </p:cNvPr>
          <p:cNvSpPr>
            <a:spLocks/>
          </p:cNvSpPr>
          <p:nvPr/>
        </p:nvSpPr>
        <p:spPr>
          <a:xfrm>
            <a:off x="143853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6" name="Rectangle 25">
            <a:extLst>
              <a:ext uri="{FF2B5EF4-FFF2-40B4-BE49-F238E27FC236}">
                <a16:creationId xmlns:a16="http://schemas.microsoft.com/office/drawing/2014/main" id="{3ED0CBEA-0457-A5E8-0D7B-D046AE67C299}"/>
              </a:ext>
            </a:extLst>
          </p:cNvPr>
          <p:cNvSpPr>
            <a:spLocks/>
          </p:cNvSpPr>
          <p:nvPr/>
        </p:nvSpPr>
        <p:spPr>
          <a:xfrm>
            <a:off x="143853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5F306864-8869-52B7-191F-9E0D1A58655D}"/>
              </a:ext>
            </a:extLst>
          </p:cNvPr>
          <p:cNvSpPr>
            <a:spLocks/>
          </p:cNvSpPr>
          <p:nvPr/>
        </p:nvSpPr>
        <p:spPr>
          <a:xfrm>
            <a:off x="143853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2D59C346-2886-7C30-CAAE-59B0A71C4FF7}"/>
              </a:ext>
            </a:extLst>
          </p:cNvPr>
          <p:cNvSpPr/>
          <p:nvPr/>
        </p:nvSpPr>
        <p:spPr>
          <a:xfrm>
            <a:off x="13473056" y="1705963"/>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0" name="Rectangle 29">
            <a:extLst>
              <a:ext uri="{FF2B5EF4-FFF2-40B4-BE49-F238E27FC236}">
                <a16:creationId xmlns:a16="http://schemas.microsoft.com/office/drawing/2014/main" id="{4CF66FE6-56BA-E0CC-758D-D7CAD4F45BA5}"/>
              </a:ext>
            </a:extLst>
          </p:cNvPr>
          <p:cNvSpPr/>
          <p:nvPr/>
        </p:nvSpPr>
        <p:spPr>
          <a:xfrm>
            <a:off x="13473056" y="230961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E2CF675C-FD57-B89A-D233-BEAB93D01636}"/>
              </a:ext>
            </a:extLst>
          </p:cNvPr>
          <p:cNvSpPr/>
          <p:nvPr/>
        </p:nvSpPr>
        <p:spPr>
          <a:xfrm>
            <a:off x="134730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2" name="Rectangle 31">
            <a:extLst>
              <a:ext uri="{FF2B5EF4-FFF2-40B4-BE49-F238E27FC236}">
                <a16:creationId xmlns:a16="http://schemas.microsoft.com/office/drawing/2014/main" id="{058DCA89-7E9E-15A0-A9A6-8B6D97B1EE5B}"/>
              </a:ext>
            </a:extLst>
          </p:cNvPr>
          <p:cNvSpPr/>
          <p:nvPr/>
        </p:nvSpPr>
        <p:spPr>
          <a:xfrm>
            <a:off x="134730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3" name="Rectangle 32">
            <a:extLst>
              <a:ext uri="{FF2B5EF4-FFF2-40B4-BE49-F238E27FC236}">
                <a16:creationId xmlns:a16="http://schemas.microsoft.com/office/drawing/2014/main" id="{D3530D55-AFAD-4380-DE51-D168886AB85B}"/>
              </a:ext>
            </a:extLst>
          </p:cNvPr>
          <p:cNvSpPr/>
          <p:nvPr/>
        </p:nvSpPr>
        <p:spPr>
          <a:xfrm>
            <a:off x="134730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4" name="Rectangle 33">
            <a:extLst>
              <a:ext uri="{FF2B5EF4-FFF2-40B4-BE49-F238E27FC236}">
                <a16:creationId xmlns:a16="http://schemas.microsoft.com/office/drawing/2014/main" id="{F9E0E22C-7AAB-23AA-2CC6-F874A30734F6}"/>
              </a:ext>
            </a:extLst>
          </p:cNvPr>
          <p:cNvSpPr/>
          <p:nvPr/>
        </p:nvSpPr>
        <p:spPr>
          <a:xfrm>
            <a:off x="134730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Rectangle 34">
            <a:extLst>
              <a:ext uri="{FF2B5EF4-FFF2-40B4-BE49-F238E27FC236}">
                <a16:creationId xmlns:a16="http://schemas.microsoft.com/office/drawing/2014/main" id="{BDE6F1B7-80EF-E9D9-C03B-3317B16B877D}"/>
              </a:ext>
            </a:extLst>
          </p:cNvPr>
          <p:cNvSpPr/>
          <p:nvPr/>
        </p:nvSpPr>
        <p:spPr>
          <a:xfrm>
            <a:off x="134730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6" name="Freeform: Shape 35">
            <a:extLst>
              <a:ext uri="{FF2B5EF4-FFF2-40B4-BE49-F238E27FC236}">
                <a16:creationId xmlns:a16="http://schemas.microsoft.com/office/drawing/2014/main" id="{A0F5E64E-2031-21F8-F80C-A659CA035322}"/>
              </a:ext>
            </a:extLst>
          </p:cNvPr>
          <p:cNvSpPr/>
          <p:nvPr/>
        </p:nvSpPr>
        <p:spPr>
          <a:xfrm>
            <a:off x="13405940" y="1562587"/>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37" name="Rectangle 36">
            <a:extLst>
              <a:ext uri="{FF2B5EF4-FFF2-40B4-BE49-F238E27FC236}">
                <a16:creationId xmlns:a16="http://schemas.microsoft.com/office/drawing/2014/main" id="{786F083D-14B2-3178-5939-01D0602B436F}"/>
              </a:ext>
            </a:extLst>
          </p:cNvPr>
          <p:cNvSpPr>
            <a:spLocks/>
          </p:cNvSpPr>
          <p:nvPr/>
        </p:nvSpPr>
        <p:spPr>
          <a:xfrm>
            <a:off x="143853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7705429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Effect transition="in" filter="wipe(left)">
                                      <p:cBhvr>
                                        <p:cTn id="7" dur="500"/>
                                        <p:tgtEl>
                                          <p:spTgt spid="28">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
                                            <p:txEl>
                                              <p:pRg st="1" end="1"/>
                                            </p:txEl>
                                          </p:spTgt>
                                        </p:tgtEl>
                                        <p:attrNameLst>
                                          <p:attrName>style.visibility</p:attrName>
                                        </p:attrNameLst>
                                      </p:cBhvr>
                                      <p:to>
                                        <p:strVal val="visible"/>
                                      </p:to>
                                    </p:set>
                                    <p:animEffect transition="in" filter="wipe(left)">
                                      <p:cBhvr>
                                        <p:cTn id="11" dur="500"/>
                                        <p:tgtEl>
                                          <p:spTgt spid="28">
                                            <p:txEl>
                                              <p:pRg st="1" end="1"/>
                                            </p:tx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8">
                                            <p:txEl>
                                              <p:pRg st="2" end="2"/>
                                            </p:txEl>
                                          </p:spTgt>
                                        </p:tgtEl>
                                        <p:attrNameLst>
                                          <p:attrName>style.visibility</p:attrName>
                                        </p:attrNameLst>
                                      </p:cBhvr>
                                      <p:to>
                                        <p:strVal val="visible"/>
                                      </p:to>
                                    </p:set>
                                    <p:animEffect transition="in" filter="wipe(left)">
                                      <p:cBhvr>
                                        <p:cTn id="15" dur="500"/>
                                        <p:tgtEl>
                                          <p:spTgt spid="28">
                                            <p:txEl>
                                              <p:pRg st="2" end="2"/>
                                            </p:tx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
                                            <p:txEl>
                                              <p:pRg st="3" end="3"/>
                                            </p:txEl>
                                          </p:spTgt>
                                        </p:tgtEl>
                                        <p:attrNameLst>
                                          <p:attrName>style.visibility</p:attrName>
                                        </p:attrNameLst>
                                      </p:cBhvr>
                                      <p:to>
                                        <p:strVal val="visible"/>
                                      </p:to>
                                    </p:set>
                                    <p:animEffect transition="in" filter="wipe(left)">
                                      <p:cBhvr>
                                        <p:cTn id="19" dur="500"/>
                                        <p:tgtEl>
                                          <p:spTgt spid="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uiExpand="1" build="p"/>
    </p:bldLst>
  </p:timing>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A9E98F50-9C10-C2F9-3553-DEF088F8D27C}"/>
            </a:ext>
          </a:extLst>
        </p:cNvPr>
        <p:cNvGrpSpPr/>
        <p:nvPr/>
      </p:nvGrpSpPr>
      <p:grpSpPr>
        <a:xfrm>
          <a:off x="0" y="0"/>
          <a:ext cx="0" cy="0"/>
          <a:chOff x="0" y="0"/>
          <a:chExt cx="0" cy="0"/>
        </a:xfrm>
      </p:grpSpPr>
      <p:sp>
        <p:nvSpPr>
          <p:cNvPr id="25" name="Title 24">
            <a:extLst>
              <a:ext uri="{FF2B5EF4-FFF2-40B4-BE49-F238E27FC236}">
                <a16:creationId xmlns:a16="http://schemas.microsoft.com/office/drawing/2014/main" id="{48E81989-5D47-3F2E-32E3-77209AA74A0F}"/>
              </a:ext>
            </a:extLst>
          </p:cNvPr>
          <p:cNvSpPr txBox="1">
            <a:spLocks noGrp="1"/>
          </p:cNvSpPr>
          <p:nvPr>
            <p:ph type="title" idx="4294967295"/>
          </p:nvPr>
        </p:nvSpPr>
        <p:spPr>
          <a:xfrm>
            <a:off x="1235836" y="298050"/>
            <a:ext cx="5388484" cy="55399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Traditional Video Codecs</a:t>
            </a:r>
          </a:p>
        </p:txBody>
      </p:sp>
      <p:sp>
        <p:nvSpPr>
          <p:cNvPr id="11" name="Footer Placeholder 12">
            <a:extLst>
              <a:ext uri="{FF2B5EF4-FFF2-40B4-BE49-F238E27FC236}">
                <a16:creationId xmlns:a16="http://schemas.microsoft.com/office/drawing/2014/main" id="{BF0F2126-7DE8-F50E-8692-E6D6A948A256}"/>
              </a:ext>
            </a:extLst>
          </p:cNvPr>
          <p:cNvSpPr>
            <a:spLocks noGrp="1"/>
          </p:cNvSpPr>
          <p:nvPr>
            <p:ph type="ftr" sz="quarter" idx="11"/>
          </p:nvPr>
        </p:nvSpPr>
        <p:spPr>
          <a:xfrm>
            <a:off x="363600" y="6492873"/>
            <a:ext cx="4114800" cy="365125"/>
          </a:xfrm>
        </p:spPr>
        <p:txBody>
          <a:bodyPr/>
          <a:lstStyle/>
          <a:p>
            <a:pPr algn="l"/>
            <a:r>
              <a:rPr lang="en-US" dirty="0"/>
              <a:t>ABVCS</a:t>
            </a:r>
            <a:endParaRPr lang="en-AS" dirty="0"/>
          </a:p>
        </p:txBody>
      </p:sp>
      <p:sp>
        <p:nvSpPr>
          <p:cNvPr id="12" name="Slide Number Placeholder 13">
            <a:extLst>
              <a:ext uri="{FF2B5EF4-FFF2-40B4-BE49-F238E27FC236}">
                <a16:creationId xmlns:a16="http://schemas.microsoft.com/office/drawing/2014/main" id="{49FFAADB-FD74-9714-DA61-AB3AD9DB31F1}"/>
              </a:ext>
            </a:extLst>
          </p:cNvPr>
          <p:cNvSpPr>
            <a:spLocks noGrp="1"/>
          </p:cNvSpPr>
          <p:nvPr>
            <p:ph type="sldNum" sz="quarter" idx="12"/>
          </p:nvPr>
        </p:nvSpPr>
        <p:spPr>
          <a:xfrm>
            <a:off x="0" y="6492874"/>
            <a:ext cx="363600" cy="365125"/>
          </a:xfrm>
        </p:spPr>
        <p:txBody>
          <a:bodyPr/>
          <a:lstStyle/>
          <a:p>
            <a:fld id="{AD91D796-2600-4CB1-AF8F-6B90FC341573}" type="slidenum">
              <a:rPr lang="en-AS" smtClean="0"/>
              <a:t>5</a:t>
            </a:fld>
            <a:endParaRPr lang="en-AS"/>
          </a:p>
        </p:txBody>
      </p:sp>
      <p:grpSp>
        <p:nvGrpSpPr>
          <p:cNvPr id="2" name="!!Film_Tabe_1">
            <a:extLst>
              <a:ext uri="{FF2B5EF4-FFF2-40B4-BE49-F238E27FC236}">
                <a16:creationId xmlns:a16="http://schemas.microsoft.com/office/drawing/2014/main" id="{55507332-6A79-E393-AAD1-CCA639FFA242}"/>
              </a:ext>
            </a:extLst>
          </p:cNvPr>
          <p:cNvGrpSpPr/>
          <p:nvPr/>
        </p:nvGrpSpPr>
        <p:grpSpPr>
          <a:xfrm rot="18000000">
            <a:off x="-11107303" y="98827"/>
            <a:ext cx="21467809" cy="1961092"/>
            <a:chOff x="-5996785" y="2448454"/>
            <a:chExt cx="21467809" cy="1961092"/>
          </a:xfrm>
          <a:effectLst>
            <a:outerShdw blurRad="12700" dist="50800" dir="2700000" algn="tl" rotWithShape="0">
              <a:schemeClr val="tx1">
                <a:alpha val="40000"/>
              </a:schemeClr>
            </a:outerShdw>
          </a:effectLst>
        </p:grpSpPr>
        <p:grpSp>
          <p:nvGrpSpPr>
            <p:cNvPr id="3" name="Group 2">
              <a:extLst>
                <a:ext uri="{FF2B5EF4-FFF2-40B4-BE49-F238E27FC236}">
                  <a16:creationId xmlns:a16="http://schemas.microsoft.com/office/drawing/2014/main" id="{F5737EB4-5E65-A797-77BA-A40DFCB994E5}"/>
                </a:ext>
              </a:extLst>
            </p:cNvPr>
            <p:cNvGrpSpPr/>
            <p:nvPr/>
          </p:nvGrpSpPr>
          <p:grpSpPr>
            <a:xfrm>
              <a:off x="7372077" y="2448455"/>
              <a:ext cx="2738174" cy="1961091"/>
              <a:chOff x="4726913" y="2438401"/>
              <a:chExt cx="2738174" cy="1961091"/>
            </a:xfrm>
          </p:grpSpPr>
          <p:sp>
            <p:nvSpPr>
              <p:cNvPr id="37" name="Graphic 2" descr="Film strip outline">
                <a:extLst>
                  <a:ext uri="{FF2B5EF4-FFF2-40B4-BE49-F238E27FC236}">
                    <a16:creationId xmlns:a16="http://schemas.microsoft.com/office/drawing/2014/main" id="{F11AB073-24B2-9AC0-1183-DEBD2ED2CB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26787E11-2C60-FB35-315F-03110E9DDC6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34C1F38C-B9BA-6BC6-18C3-E0A87EFF10B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180183A3-DF5C-D812-8C4B-3F29217257F2}"/>
                </a:ext>
              </a:extLst>
            </p:cNvPr>
            <p:cNvGrpSpPr/>
            <p:nvPr/>
          </p:nvGrpSpPr>
          <p:grpSpPr>
            <a:xfrm>
              <a:off x="4702657" y="2448455"/>
              <a:ext cx="2738174" cy="1961091"/>
              <a:chOff x="4726913" y="2438401"/>
              <a:chExt cx="2738174" cy="1961091"/>
            </a:xfrm>
          </p:grpSpPr>
          <p:sp>
            <p:nvSpPr>
              <p:cNvPr id="34" name="Graphic 2" descr="Film strip outline">
                <a:extLst>
                  <a:ext uri="{FF2B5EF4-FFF2-40B4-BE49-F238E27FC236}">
                    <a16:creationId xmlns:a16="http://schemas.microsoft.com/office/drawing/2014/main" id="{0F1601C2-A4CA-4227-B90F-BE60B137038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8CA3D5FC-5A8A-22FA-8388-03ED19BBE88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058F0FBA-A346-E769-2C73-2CC023E771E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919F067A-C04A-1403-FD3F-37DD03305A3C}"/>
                </a:ext>
              </a:extLst>
            </p:cNvPr>
            <p:cNvGrpSpPr/>
            <p:nvPr/>
          </p:nvGrpSpPr>
          <p:grpSpPr>
            <a:xfrm>
              <a:off x="12732850" y="2448455"/>
              <a:ext cx="2738174" cy="1961091"/>
              <a:chOff x="4726913" y="2438401"/>
              <a:chExt cx="2738174" cy="1961091"/>
            </a:xfrm>
          </p:grpSpPr>
          <p:sp>
            <p:nvSpPr>
              <p:cNvPr id="31" name="Graphic 2" descr="Film strip outline">
                <a:extLst>
                  <a:ext uri="{FF2B5EF4-FFF2-40B4-BE49-F238E27FC236}">
                    <a16:creationId xmlns:a16="http://schemas.microsoft.com/office/drawing/2014/main" id="{99BE2AD9-4457-49F0-69B1-1A84E7AB479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C1F5BD42-6257-6204-6547-0965681F63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966FF01E-DF5D-1882-DA40-4CC342FB69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72543D19-24C9-4B65-537F-CAE45AACF39A}"/>
                </a:ext>
              </a:extLst>
            </p:cNvPr>
            <p:cNvGrpSpPr/>
            <p:nvPr/>
          </p:nvGrpSpPr>
          <p:grpSpPr>
            <a:xfrm>
              <a:off x="1006343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1C904E25-AF65-410D-5C0E-A26767DA57A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9" name="Straight Connector 28">
                <a:extLst>
                  <a:ext uri="{FF2B5EF4-FFF2-40B4-BE49-F238E27FC236}">
                    <a16:creationId xmlns:a16="http://schemas.microsoft.com/office/drawing/2014/main" id="{FC32A981-0B05-181C-4C3D-27A3FD04E9E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49B3BBD5-EF90-DE2F-D8C1-9ADCA050590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19FC1CDE-D84D-54D5-957F-5E969EAED278}"/>
                </a:ext>
              </a:extLst>
            </p:cNvPr>
            <p:cNvGrpSpPr/>
            <p:nvPr/>
          </p:nvGrpSpPr>
          <p:grpSpPr>
            <a:xfrm>
              <a:off x="-3327365" y="2448454"/>
              <a:ext cx="2738174" cy="1961091"/>
              <a:chOff x="4726913" y="2438401"/>
              <a:chExt cx="2738174" cy="1961091"/>
            </a:xfrm>
          </p:grpSpPr>
          <p:sp>
            <p:nvSpPr>
              <p:cNvPr id="23" name="Graphic 2" descr="Film strip outline">
                <a:extLst>
                  <a:ext uri="{FF2B5EF4-FFF2-40B4-BE49-F238E27FC236}">
                    <a16:creationId xmlns:a16="http://schemas.microsoft.com/office/drawing/2014/main" id="{D83208A3-B14C-5120-4590-0019BF2C13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4" name="Straight Connector 23">
                <a:extLst>
                  <a:ext uri="{FF2B5EF4-FFF2-40B4-BE49-F238E27FC236}">
                    <a16:creationId xmlns:a16="http://schemas.microsoft.com/office/drawing/2014/main" id="{B532035B-7C0F-2F3D-6534-19E80A91F99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B9C3B9FF-D4AA-C887-CBB8-D9A8A06BE76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199E96FB-F068-35B7-CF34-E6F55C957DE1}"/>
                </a:ext>
              </a:extLst>
            </p:cNvPr>
            <p:cNvGrpSpPr/>
            <p:nvPr/>
          </p:nvGrpSpPr>
          <p:grpSpPr>
            <a:xfrm>
              <a:off x="-5996785" y="2448454"/>
              <a:ext cx="2738174" cy="1961091"/>
              <a:chOff x="4726913" y="2438401"/>
              <a:chExt cx="2738174" cy="1961091"/>
            </a:xfrm>
          </p:grpSpPr>
          <p:sp>
            <p:nvSpPr>
              <p:cNvPr id="20" name="Graphic 2" descr="Film strip outline">
                <a:extLst>
                  <a:ext uri="{FF2B5EF4-FFF2-40B4-BE49-F238E27FC236}">
                    <a16:creationId xmlns:a16="http://schemas.microsoft.com/office/drawing/2014/main" id="{6AA84732-F563-7790-D0DC-D8DE838FF51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 name="Straight Connector 20">
                <a:extLst>
                  <a:ext uri="{FF2B5EF4-FFF2-40B4-BE49-F238E27FC236}">
                    <a16:creationId xmlns:a16="http://schemas.microsoft.com/office/drawing/2014/main" id="{67B6AF40-B8D9-0509-C42D-8D836B5574E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B76752CE-90A0-40A7-9BED-136E07E20AA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A7BC0E5B-5DB5-EC0D-4762-8E02FD88985D}"/>
                </a:ext>
              </a:extLst>
            </p:cNvPr>
            <p:cNvGrpSpPr/>
            <p:nvPr/>
          </p:nvGrpSpPr>
          <p:grpSpPr>
            <a:xfrm>
              <a:off x="2033408" y="2448454"/>
              <a:ext cx="2738174" cy="1961091"/>
              <a:chOff x="4726913" y="2438401"/>
              <a:chExt cx="2738174" cy="1961091"/>
            </a:xfrm>
          </p:grpSpPr>
          <p:sp>
            <p:nvSpPr>
              <p:cNvPr id="17" name="Graphic 2" descr="Film strip outline">
                <a:extLst>
                  <a:ext uri="{FF2B5EF4-FFF2-40B4-BE49-F238E27FC236}">
                    <a16:creationId xmlns:a16="http://schemas.microsoft.com/office/drawing/2014/main" id="{3E507F40-3718-AFC8-D32A-B84ABCBF4AB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 name="Straight Connector 17">
                <a:extLst>
                  <a:ext uri="{FF2B5EF4-FFF2-40B4-BE49-F238E27FC236}">
                    <a16:creationId xmlns:a16="http://schemas.microsoft.com/office/drawing/2014/main" id="{FF789F81-9FD9-53AC-36C2-90C952391F1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 name="TextBox 18">
                <a:extLst>
                  <a:ext uri="{FF2B5EF4-FFF2-40B4-BE49-F238E27FC236}">
                    <a16:creationId xmlns:a16="http://schemas.microsoft.com/office/drawing/2014/main" id="{3E4413CF-3E12-0425-A56C-42326989751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8F64FB83-DEFD-2F7E-92BD-A8A7710E078B}"/>
                </a:ext>
              </a:extLst>
            </p:cNvPr>
            <p:cNvGrpSpPr/>
            <p:nvPr/>
          </p:nvGrpSpPr>
          <p:grpSpPr>
            <a:xfrm>
              <a:off x="-636012" y="2448454"/>
              <a:ext cx="2738174" cy="1961091"/>
              <a:chOff x="4726913" y="2438401"/>
              <a:chExt cx="2738174" cy="1961091"/>
            </a:xfrm>
          </p:grpSpPr>
          <p:sp>
            <p:nvSpPr>
              <p:cNvPr id="14" name="Graphic 2" descr="Film strip outline">
                <a:extLst>
                  <a:ext uri="{FF2B5EF4-FFF2-40B4-BE49-F238E27FC236}">
                    <a16:creationId xmlns:a16="http://schemas.microsoft.com/office/drawing/2014/main" id="{5FD90B3C-2087-F0C0-A0BC-BEFE6E983E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 name="Straight Connector 14">
                <a:extLst>
                  <a:ext uri="{FF2B5EF4-FFF2-40B4-BE49-F238E27FC236}">
                    <a16:creationId xmlns:a16="http://schemas.microsoft.com/office/drawing/2014/main" id="{F8971A06-C6F5-73AF-AFFB-F802C32CF9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 name="TextBox 15">
                <a:extLst>
                  <a:ext uri="{FF2B5EF4-FFF2-40B4-BE49-F238E27FC236}">
                    <a16:creationId xmlns:a16="http://schemas.microsoft.com/office/drawing/2014/main" id="{FBCD9596-F472-69F9-27C7-9F03D2A83BB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73" name="!!Film_Tabe_2">
            <a:extLst>
              <a:ext uri="{FF2B5EF4-FFF2-40B4-BE49-F238E27FC236}">
                <a16:creationId xmlns:a16="http://schemas.microsoft.com/office/drawing/2014/main" id="{6016C701-A4AF-25B4-6671-5FE064515A4D}"/>
              </a:ext>
            </a:extLst>
          </p:cNvPr>
          <p:cNvGrpSpPr/>
          <p:nvPr/>
        </p:nvGrpSpPr>
        <p:grpSpPr>
          <a:xfrm rot="18000000">
            <a:off x="681142" y="7063231"/>
            <a:ext cx="21467809" cy="1961092"/>
            <a:chOff x="-5996785" y="2448454"/>
            <a:chExt cx="21467809" cy="1961092"/>
          </a:xfrm>
          <a:effectLst>
            <a:outerShdw blurRad="12700" dist="50800" dir="2700000" algn="tl" rotWithShape="0">
              <a:prstClr val="black">
                <a:alpha val="40000"/>
              </a:prstClr>
            </a:outerShdw>
          </a:effectLst>
        </p:grpSpPr>
        <p:grpSp>
          <p:nvGrpSpPr>
            <p:cNvPr id="74" name="Group 73">
              <a:extLst>
                <a:ext uri="{FF2B5EF4-FFF2-40B4-BE49-F238E27FC236}">
                  <a16:creationId xmlns:a16="http://schemas.microsoft.com/office/drawing/2014/main" id="{A4B1817D-FE9D-34AF-3C43-685AEB6311F5}"/>
                </a:ext>
              </a:extLst>
            </p:cNvPr>
            <p:cNvGrpSpPr/>
            <p:nvPr/>
          </p:nvGrpSpPr>
          <p:grpSpPr>
            <a:xfrm>
              <a:off x="7372077" y="2448455"/>
              <a:ext cx="2738174" cy="1961091"/>
              <a:chOff x="4726913" y="2438401"/>
              <a:chExt cx="2738174" cy="1961091"/>
            </a:xfrm>
          </p:grpSpPr>
          <p:sp>
            <p:nvSpPr>
              <p:cNvPr id="103" name="Graphic 2" descr="Film strip outline">
                <a:extLst>
                  <a:ext uri="{FF2B5EF4-FFF2-40B4-BE49-F238E27FC236}">
                    <a16:creationId xmlns:a16="http://schemas.microsoft.com/office/drawing/2014/main" id="{DE268547-F799-E25E-9A99-EFCB149E46A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4" name="Straight Connector 103">
                <a:extLst>
                  <a:ext uri="{FF2B5EF4-FFF2-40B4-BE49-F238E27FC236}">
                    <a16:creationId xmlns:a16="http://schemas.microsoft.com/office/drawing/2014/main" id="{46C0A317-293A-70ED-2E27-8B941C19E58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5" name="TextBox 104">
                <a:extLst>
                  <a:ext uri="{FF2B5EF4-FFF2-40B4-BE49-F238E27FC236}">
                    <a16:creationId xmlns:a16="http://schemas.microsoft.com/office/drawing/2014/main" id="{FE1905A6-F05B-D8E8-037A-A48D2DBD4C9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5" name="Group 74">
              <a:extLst>
                <a:ext uri="{FF2B5EF4-FFF2-40B4-BE49-F238E27FC236}">
                  <a16:creationId xmlns:a16="http://schemas.microsoft.com/office/drawing/2014/main" id="{7364823F-B7CA-BC37-DE35-A46A084CB2BF}"/>
                </a:ext>
              </a:extLst>
            </p:cNvPr>
            <p:cNvGrpSpPr/>
            <p:nvPr/>
          </p:nvGrpSpPr>
          <p:grpSpPr>
            <a:xfrm>
              <a:off x="4702657" y="2448455"/>
              <a:ext cx="2738174" cy="1961091"/>
              <a:chOff x="4726913" y="2438401"/>
              <a:chExt cx="2738174" cy="1961091"/>
            </a:xfrm>
          </p:grpSpPr>
          <p:sp>
            <p:nvSpPr>
              <p:cNvPr id="100" name="Graphic 2" descr="Film strip outline">
                <a:extLst>
                  <a:ext uri="{FF2B5EF4-FFF2-40B4-BE49-F238E27FC236}">
                    <a16:creationId xmlns:a16="http://schemas.microsoft.com/office/drawing/2014/main" id="{90748984-D33F-D953-D596-D366A5DA43D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1" name="Straight Connector 100">
                <a:extLst>
                  <a:ext uri="{FF2B5EF4-FFF2-40B4-BE49-F238E27FC236}">
                    <a16:creationId xmlns:a16="http://schemas.microsoft.com/office/drawing/2014/main" id="{226C9CE9-CCD5-E1AA-EE10-B2445C75EE1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388DF6C6-1239-12EA-79AE-4C26E860A75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6" name="Group 75">
              <a:extLst>
                <a:ext uri="{FF2B5EF4-FFF2-40B4-BE49-F238E27FC236}">
                  <a16:creationId xmlns:a16="http://schemas.microsoft.com/office/drawing/2014/main" id="{A6DEDF6D-4F8C-10C4-2120-256380F74B4E}"/>
                </a:ext>
              </a:extLst>
            </p:cNvPr>
            <p:cNvGrpSpPr/>
            <p:nvPr/>
          </p:nvGrpSpPr>
          <p:grpSpPr>
            <a:xfrm>
              <a:off x="12732850" y="2448455"/>
              <a:ext cx="2738174" cy="1961091"/>
              <a:chOff x="4726913" y="2438401"/>
              <a:chExt cx="2738174" cy="1961091"/>
            </a:xfrm>
          </p:grpSpPr>
          <p:sp>
            <p:nvSpPr>
              <p:cNvPr id="97" name="Graphic 2" descr="Film strip outline">
                <a:extLst>
                  <a:ext uri="{FF2B5EF4-FFF2-40B4-BE49-F238E27FC236}">
                    <a16:creationId xmlns:a16="http://schemas.microsoft.com/office/drawing/2014/main" id="{4BB5C634-7835-7737-CA77-FD79516B314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1D4E1326-3E84-4CA3-AE15-8D482D48AF7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9175D56F-A806-DEA1-84BB-66539FD64D4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7" name="Group 76">
              <a:extLst>
                <a:ext uri="{FF2B5EF4-FFF2-40B4-BE49-F238E27FC236}">
                  <a16:creationId xmlns:a16="http://schemas.microsoft.com/office/drawing/2014/main" id="{33E44812-E058-0C7F-C62D-264DBED671BF}"/>
                </a:ext>
              </a:extLst>
            </p:cNvPr>
            <p:cNvGrpSpPr/>
            <p:nvPr/>
          </p:nvGrpSpPr>
          <p:grpSpPr>
            <a:xfrm>
              <a:off x="10063430"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D14AC023-57B2-AF69-A5E3-62AFFC952D6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2D456B48-4FEF-9899-9CEE-E67BC0EBBE8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53ECBF98-41A2-455F-50D8-E6BE4B9AD54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8" name="Group 77">
              <a:extLst>
                <a:ext uri="{FF2B5EF4-FFF2-40B4-BE49-F238E27FC236}">
                  <a16:creationId xmlns:a16="http://schemas.microsoft.com/office/drawing/2014/main" id="{9A5E9DA8-4969-3601-536C-05CE6B62E866}"/>
                </a:ext>
              </a:extLst>
            </p:cNvPr>
            <p:cNvGrpSpPr/>
            <p:nvPr/>
          </p:nvGrpSpPr>
          <p:grpSpPr>
            <a:xfrm>
              <a:off x="-3327365" y="2448454"/>
              <a:ext cx="2738174" cy="1961091"/>
              <a:chOff x="4726913" y="2438401"/>
              <a:chExt cx="2738174" cy="1961091"/>
            </a:xfrm>
          </p:grpSpPr>
          <p:sp>
            <p:nvSpPr>
              <p:cNvPr id="91" name="Graphic 2" descr="Film strip outline">
                <a:extLst>
                  <a:ext uri="{FF2B5EF4-FFF2-40B4-BE49-F238E27FC236}">
                    <a16:creationId xmlns:a16="http://schemas.microsoft.com/office/drawing/2014/main" id="{62F9995C-4FB8-17B2-9E67-30BD4ED6AE4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49F84F98-967C-BE7C-99E1-7D7D0BD312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A458B851-7C7D-DCCA-D5B0-8F971F24877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9" name="Group 78">
              <a:extLst>
                <a:ext uri="{FF2B5EF4-FFF2-40B4-BE49-F238E27FC236}">
                  <a16:creationId xmlns:a16="http://schemas.microsoft.com/office/drawing/2014/main" id="{8DE05255-06DF-AB0B-E652-6374B558C89A}"/>
                </a:ext>
              </a:extLst>
            </p:cNvPr>
            <p:cNvGrpSpPr/>
            <p:nvPr/>
          </p:nvGrpSpPr>
          <p:grpSpPr>
            <a:xfrm>
              <a:off x="-5996785" y="2448454"/>
              <a:ext cx="2738174" cy="1961091"/>
              <a:chOff x="4726913" y="2438401"/>
              <a:chExt cx="2738174" cy="1961091"/>
            </a:xfrm>
          </p:grpSpPr>
          <p:sp>
            <p:nvSpPr>
              <p:cNvPr id="88" name="Graphic 2" descr="Film strip outline">
                <a:extLst>
                  <a:ext uri="{FF2B5EF4-FFF2-40B4-BE49-F238E27FC236}">
                    <a16:creationId xmlns:a16="http://schemas.microsoft.com/office/drawing/2014/main" id="{D6FA4026-BC11-2EF8-410D-73817208B98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27F6451D-F75B-FEF5-07DE-ADFDE123B3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DD27F7B0-E95C-C388-EC40-5CF003426B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0" name="Group 79">
              <a:extLst>
                <a:ext uri="{FF2B5EF4-FFF2-40B4-BE49-F238E27FC236}">
                  <a16:creationId xmlns:a16="http://schemas.microsoft.com/office/drawing/2014/main" id="{0F6146F5-B041-96FA-EEA7-0C5F78988948}"/>
                </a:ext>
              </a:extLst>
            </p:cNvPr>
            <p:cNvGrpSpPr/>
            <p:nvPr/>
          </p:nvGrpSpPr>
          <p:grpSpPr>
            <a:xfrm>
              <a:off x="2033408" y="2448454"/>
              <a:ext cx="2738174" cy="1961091"/>
              <a:chOff x="4726913" y="2438401"/>
              <a:chExt cx="2738174" cy="1961091"/>
            </a:xfrm>
          </p:grpSpPr>
          <p:sp>
            <p:nvSpPr>
              <p:cNvPr id="85" name="Graphic 2" descr="Film strip outline">
                <a:extLst>
                  <a:ext uri="{FF2B5EF4-FFF2-40B4-BE49-F238E27FC236}">
                    <a16:creationId xmlns:a16="http://schemas.microsoft.com/office/drawing/2014/main" id="{6424E32F-611C-E104-65F0-3174CD3287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B4E34F9D-650E-0F2A-1EB2-4FDFCC52578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9344C7B2-E1DC-A786-B6F4-0DCD549883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1" name="Group 80">
              <a:extLst>
                <a:ext uri="{FF2B5EF4-FFF2-40B4-BE49-F238E27FC236}">
                  <a16:creationId xmlns:a16="http://schemas.microsoft.com/office/drawing/2014/main" id="{F22E58A0-2BEA-A096-F73A-34973360196B}"/>
                </a:ext>
              </a:extLst>
            </p:cNvPr>
            <p:cNvGrpSpPr/>
            <p:nvPr/>
          </p:nvGrpSpPr>
          <p:grpSpPr>
            <a:xfrm>
              <a:off x="-636012"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3C2ACEE8-5148-2EB4-6A3B-D8C4344FC46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DD96C367-50C8-C83F-1581-ED58953A0D9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903FE6C9-FE86-240C-38F4-D8E83EABA1F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9D17BD3B-DB6C-7261-7AB4-D0B812F5C897}"/>
                  </a:ext>
                </a:extLst>
              </p:cNvPr>
              <p:cNvSpPr txBox="1"/>
              <p:nvPr/>
            </p:nvSpPr>
            <p:spPr>
              <a:xfrm>
                <a:off x="484285" y="1713093"/>
                <a:ext cx="4896198" cy="5078313"/>
              </a:xfrm>
              <a:prstGeom prst="rect">
                <a:avLst/>
              </a:prstGeom>
              <a:noFill/>
            </p:spPr>
            <p:txBody>
              <a:bodyPr wrap="square" rtlCol="0">
                <a:spAutoFit/>
              </a:bodyPr>
              <a:lstStyle/>
              <a:p>
                <a:r>
                  <a:rPr lang="en-US" b="1" dirty="0">
                    <a:latin typeface="Times New Roman" panose="02020603050405020304" pitchFamily="18" charset="0"/>
                    <a:cs typeface="Times New Roman" panose="02020603050405020304" pitchFamily="18" charset="0"/>
                  </a:rPr>
                  <a:t>Overview</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Released in </a:t>
                </a:r>
                <a14:m>
                  <m:oMath xmlns:m="http://schemas.openxmlformats.org/officeDocument/2006/math">
                    <m:r>
                      <a:rPr lang="en-US" i="1" dirty="0" smtClean="0">
                        <a:latin typeface="Cambria Math" panose="02040503050406030204" pitchFamily="18" charset="0"/>
                        <a:cs typeface="Times New Roman" panose="02020603050405020304" pitchFamily="18" charset="0"/>
                      </a:rPr>
                      <m:t>2003</m:t>
                    </m:r>
                    <m:r>
                      <a:rPr lang="en-US" i="1" dirty="0" smtClean="0">
                        <a:latin typeface="Cambria Math" panose="02040503050406030204" pitchFamily="18" charset="0"/>
                        <a:cs typeface="Times New Roman" panose="02020603050405020304" pitchFamily="18" charset="0"/>
                      </a:rPr>
                      <m:t> </m:t>
                    </m:r>
                  </m:oMath>
                </a14:m>
                <a:r>
                  <a:rPr lang="en-US" dirty="0">
                    <a:latin typeface="Times New Roman" panose="02020603050405020304" pitchFamily="18" charset="0"/>
                    <a:cs typeface="Times New Roman" panose="02020603050405020304" pitchFamily="18" charset="0"/>
                  </a:rPr>
                  <a:t>— universal compatibility</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Standard for web, streaming &amp; conferencing</a:t>
                </a:r>
              </a:p>
              <a:p>
                <a:r>
                  <a:rPr lang="en-US" b="1" dirty="0">
                    <a:latin typeface="Times New Roman" panose="02020603050405020304" pitchFamily="18" charset="0"/>
                    <a:cs typeface="Times New Roman" panose="02020603050405020304" pitchFamily="18" charset="0"/>
                  </a:rPr>
                  <a:t>Compression &amp; Quality</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Good quality at moderate bitrates</a:t>
                </a:r>
              </a:p>
              <a:p>
                <a:pPr marL="285750" indent="-285750">
                  <a:buFont typeface="Arial" panose="020B0604020202020204" pitchFamily="34" charset="0"/>
                  <a:buChar char="•"/>
                </a:pPr>
                <a14:m>
                  <m:oMath xmlns:m="http://schemas.openxmlformats.org/officeDocument/2006/math">
                    <m:r>
                      <a:rPr lang="en-US" i="1" dirty="0" smtClean="0">
                        <a:latin typeface="Cambria Math" panose="02040503050406030204" pitchFamily="18" charset="0"/>
                        <a:cs typeface="Times New Roman" panose="02020603050405020304" pitchFamily="18" charset="0"/>
                      </a:rPr>
                      <m:t>1080</m:t>
                    </m:r>
                    <m:r>
                      <m:rPr>
                        <m:sty m:val="p"/>
                      </m:rPr>
                      <a:rPr lang="en-US" i="0" dirty="0" smtClean="0">
                        <a:latin typeface="Cambria Math" panose="02040503050406030204" pitchFamily="18" charset="0"/>
                        <a:cs typeface="Times New Roman" panose="02020603050405020304" pitchFamily="18" charset="0"/>
                      </a:rPr>
                      <m:t>p</m:t>
                    </m:r>
                    <m:r>
                      <a:rPr lang="en-US" i="1" dirty="0" smtClean="0">
                        <a:latin typeface="Cambria Math" panose="02040503050406030204" pitchFamily="18" charset="0"/>
                        <a:cs typeface="Times New Roman" panose="02020603050405020304" pitchFamily="18" charset="0"/>
                      </a:rPr>
                      <m:t> ~</m:t>
                    </m:r>
                    <m:r>
                      <a:rPr lang="en-US" i="1" dirty="0" smtClean="0">
                        <a:latin typeface="Cambria Math" panose="02040503050406030204" pitchFamily="18" charset="0"/>
                        <a:cs typeface="Times New Roman" panose="02020603050405020304" pitchFamily="18" charset="0"/>
                      </a:rPr>
                      <m:t>8</m:t>
                    </m:r>
                    <m:r>
                      <a:rPr lang="en-US" b="0"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15</m:t>
                    </m:r>
                    <m:r>
                      <a:rPr lang="en-US" i="1" dirty="0" smtClean="0">
                        <a:latin typeface="Cambria Math" panose="02040503050406030204" pitchFamily="18" charset="0"/>
                        <a:cs typeface="Times New Roman" panose="02020603050405020304" pitchFamily="18" charset="0"/>
                      </a:rPr>
                      <m:t> </m:t>
                    </m:r>
                  </m:oMath>
                </a14:m>
                <a:r>
                  <a:rPr lang="en-US" dirty="0">
                    <a:latin typeface="Times New Roman" panose="02020603050405020304" pitchFamily="18" charset="0"/>
                    <a:cs typeface="Times New Roman" panose="02020603050405020304" pitchFamily="18" charset="0"/>
                  </a:rPr>
                  <a:t>Mbps </a:t>
                </a:r>
                <a14:m>
                  <m:oMath xmlns:m="http://schemas.openxmlformats.org/officeDocument/2006/math">
                    <m:r>
                      <a:rPr lang="en-US" i="1" dirty="0" smtClean="0">
                        <a:latin typeface="Cambria Math" panose="02040503050406030204" pitchFamily="18" charset="0"/>
                        <a:cs typeface="Times New Roman" panose="02020603050405020304" pitchFamily="18" charset="0"/>
                      </a:rPr>
                      <m:t>/</m:t>
                    </m:r>
                  </m:oMath>
                </a14:m>
                <a:r>
                  <a:rPr lang="en-US" dirty="0">
                    <a:latin typeface="Times New Roman" panose="02020603050405020304" pitchFamily="18" charset="0"/>
                    <a:cs typeface="Times New Roman" panose="02020603050405020304" pitchFamily="18" charset="0"/>
                  </a:rPr>
                  <a:t> </a:t>
                </a:r>
                <a14:m>
                  <m:oMath xmlns:m="http://schemas.openxmlformats.org/officeDocument/2006/math">
                    <m:r>
                      <a:rPr lang="en-US" i="1" dirty="0" smtClean="0">
                        <a:latin typeface="Cambria Math" panose="02040503050406030204" pitchFamily="18" charset="0"/>
                        <a:cs typeface="Times New Roman" panose="02020603050405020304" pitchFamily="18" charset="0"/>
                      </a:rPr>
                      <m:t>4</m:t>
                    </m:r>
                    <m:r>
                      <m:rPr>
                        <m:sty m:val="p"/>
                      </m:rPr>
                      <a:rPr lang="en-US" i="0" dirty="0" smtClean="0">
                        <a:latin typeface="Cambria Math" panose="02040503050406030204" pitchFamily="18" charset="0"/>
                        <a:cs typeface="Times New Roman" panose="02020603050405020304" pitchFamily="18" charset="0"/>
                      </a:rPr>
                      <m:t>K</m:t>
                    </m:r>
                    <m:r>
                      <a:rPr lang="en-US" i="1" dirty="0" smtClean="0">
                        <a:latin typeface="Cambria Math" panose="02040503050406030204" pitchFamily="18" charset="0"/>
                        <a:cs typeface="Times New Roman" panose="02020603050405020304" pitchFamily="18" charset="0"/>
                      </a:rPr>
                      <m:t> ~</m:t>
                    </m:r>
                    <m:r>
                      <a:rPr lang="en-US" i="1" dirty="0" smtClean="0">
                        <a:latin typeface="Cambria Math" panose="02040503050406030204" pitchFamily="18" charset="0"/>
                        <a:cs typeface="Times New Roman" panose="02020603050405020304" pitchFamily="18" charset="0"/>
                      </a:rPr>
                      <m:t>50</m:t>
                    </m:r>
                    <m:r>
                      <a:rPr lang="en-US" b="0"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80</m:t>
                    </m:r>
                    <m:r>
                      <a:rPr lang="en-US" i="1" dirty="0" smtClean="0">
                        <a:latin typeface="Cambria Math" panose="02040503050406030204" pitchFamily="18" charset="0"/>
                        <a:cs typeface="Times New Roman" panose="02020603050405020304" pitchFamily="18" charset="0"/>
                      </a:rPr>
                      <m:t> </m:t>
                    </m:r>
                  </m:oMath>
                </a14:m>
                <a:r>
                  <a:rPr lang="en-US" dirty="0">
                    <a:latin typeface="Times New Roman" panose="02020603050405020304" pitchFamily="18" charset="0"/>
                    <a:cs typeface="Times New Roman" panose="02020603050405020304" pitchFamily="18" charset="0"/>
                  </a:rPr>
                  <a:t>Mbps</a:t>
                </a:r>
              </a:p>
              <a:p>
                <a:r>
                  <a:rPr lang="en-US" b="1" dirty="0">
                    <a:latin typeface="Times New Roman" panose="02020603050405020304" pitchFamily="18" charset="0"/>
                    <a:cs typeface="Times New Roman" panose="02020603050405020304" pitchFamily="18" charset="0"/>
                  </a:rPr>
                  <a:t>Performance</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Fast encoding, low CPU usage</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Supported on all devices &amp; browsers</a:t>
                </a:r>
              </a:p>
              <a:p>
                <a:r>
                  <a:rPr lang="en-US" b="1" dirty="0">
                    <a:latin typeface="Times New Roman" panose="02020603050405020304" pitchFamily="18" charset="0"/>
                    <a:cs typeface="Times New Roman" panose="02020603050405020304" pitchFamily="18" charset="0"/>
                  </a:rPr>
                  <a:t>Use Cases</a:t>
                </a:r>
              </a:p>
              <a:p>
                <a:r>
                  <a:rPr lang="en-US" dirty="0">
                    <a:latin typeface="Times New Roman" panose="02020603050405020304" pitchFamily="18" charset="0"/>
                    <a:cs typeface="Times New Roman" panose="02020603050405020304" pitchFamily="18" charset="0"/>
                  </a:rPr>
                  <a:t>YouTube, Twitch, video calls, DVDs</a:t>
                </a:r>
              </a:p>
              <a:p>
                <a:r>
                  <a:rPr lang="en-US" b="1" dirty="0">
                    <a:latin typeface="Times New Roman" panose="02020603050405020304" pitchFamily="18" charset="0"/>
                    <a:cs typeface="Times New Roman" panose="02020603050405020304" pitchFamily="18" charset="0"/>
                  </a:rPr>
                  <a:t>How It Works</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Divides video into </a:t>
                </a:r>
                <a14:m>
                  <m:oMath xmlns:m="http://schemas.openxmlformats.org/officeDocument/2006/math">
                    <m:r>
                      <a:rPr lang="en-US" i="1" dirty="0" smtClean="0">
                        <a:latin typeface="Cambria Math" panose="02040503050406030204" pitchFamily="18" charset="0"/>
                        <a:cs typeface="Times New Roman" panose="02020603050405020304" pitchFamily="18" charset="0"/>
                      </a:rPr>
                      <m:t>16</m:t>
                    </m:r>
                    <m:r>
                      <a:rPr lang="en-US"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16</m:t>
                    </m:r>
                    <m:r>
                      <a:rPr lang="en-US" i="1" dirty="0" smtClean="0">
                        <a:latin typeface="Cambria Math" panose="02040503050406030204" pitchFamily="18" charset="0"/>
                        <a:cs typeface="Times New Roman" panose="02020603050405020304" pitchFamily="18" charset="0"/>
                      </a:rPr>
                      <m:t>−</m:t>
                    </m:r>
                    <m:r>
                      <m:rPr>
                        <m:sty m:val="p"/>
                      </m:rPr>
                      <a:rPr lang="en-US" i="1" dirty="0" smtClean="0">
                        <a:latin typeface="Cambria Math" panose="02040503050406030204" pitchFamily="18" charset="0"/>
                        <a:cs typeface="Times New Roman" panose="02020603050405020304" pitchFamily="18" charset="0"/>
                      </a:rPr>
                      <m:t>pixel</m:t>
                    </m:r>
                  </m:oMath>
                </a14:m>
                <a:r>
                  <a:rPr lang="en-US" dirty="0">
                    <a:latin typeface="Times New Roman" panose="02020603050405020304" pitchFamily="18" charset="0"/>
                    <a:cs typeface="Times New Roman" panose="02020603050405020304" pitchFamily="18" charset="0"/>
                  </a:rPr>
                  <a:t> blocks</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Only encodes differences between frames</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Uses DCT (Discrete Cosine Transform) to compress each block's data</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Deblocking filter smooths visual artifacts</a:t>
                </a:r>
              </a:p>
              <a:p>
                <a:endParaRPr lang="en-AS" dirty="0">
                  <a:latin typeface="Times New Roman" panose="02020603050405020304" pitchFamily="18" charset="0"/>
                  <a:cs typeface="Times New Roman" panose="02020603050405020304" pitchFamily="18" charset="0"/>
                </a:endParaRPr>
              </a:p>
            </p:txBody>
          </p:sp>
        </mc:Choice>
        <mc:Fallback xmlns="">
          <p:sp>
            <p:nvSpPr>
              <p:cNvPr id="57" name="TextBox 56">
                <a:extLst>
                  <a:ext uri="{FF2B5EF4-FFF2-40B4-BE49-F238E27FC236}">
                    <a16:creationId xmlns:a16="http://schemas.microsoft.com/office/drawing/2014/main" id="{9D17BD3B-DB6C-7261-7AB4-D0B812F5C897}"/>
                  </a:ext>
                </a:extLst>
              </p:cNvPr>
              <p:cNvSpPr txBox="1">
                <a:spLocks noRot="1" noChangeAspect="1" noMove="1" noResize="1" noEditPoints="1" noAdjustHandles="1" noChangeArrowheads="1" noChangeShapeType="1" noTextEdit="1"/>
              </p:cNvSpPr>
              <p:nvPr/>
            </p:nvSpPr>
            <p:spPr>
              <a:xfrm>
                <a:off x="484285" y="1713093"/>
                <a:ext cx="4896198" cy="5078313"/>
              </a:xfrm>
              <a:prstGeom prst="rect">
                <a:avLst/>
              </a:prstGeom>
              <a:blipFill>
                <a:blip r:embed="rId4"/>
                <a:stretch>
                  <a:fillRect l="-995" t="-600"/>
                </a:stretch>
              </a:blipFill>
            </p:spPr>
            <p:txBody>
              <a:bodyPr/>
              <a:lstStyle/>
              <a:p>
                <a:r>
                  <a:rPr lang="en-US">
                    <a:noFill/>
                  </a:rPr>
                  <a:t> </a:t>
                </a:r>
              </a:p>
            </p:txBody>
          </p:sp>
        </mc:Fallback>
      </mc:AlternateContent>
      <p:sp>
        <p:nvSpPr>
          <p:cNvPr id="59" name="TextBox 58">
            <a:extLst>
              <a:ext uri="{FF2B5EF4-FFF2-40B4-BE49-F238E27FC236}">
                <a16:creationId xmlns:a16="http://schemas.microsoft.com/office/drawing/2014/main" id="{8CD8C6BF-2E6E-AAC8-A8A5-95D76B550CB8}"/>
              </a:ext>
            </a:extLst>
          </p:cNvPr>
          <p:cNvSpPr txBox="1"/>
          <p:nvPr/>
        </p:nvSpPr>
        <p:spPr>
          <a:xfrm>
            <a:off x="2005419" y="1251428"/>
            <a:ext cx="1853929" cy="461665"/>
          </a:xfrm>
          <a:prstGeom prst="rect">
            <a:avLst/>
          </a:prstGeom>
          <a:noFill/>
        </p:spPr>
        <p:txBody>
          <a:bodyPr wrap="square" rtlCol="0">
            <a:spAutoFit/>
          </a:bodyPr>
          <a:lstStyle/>
          <a:p>
            <a:pPr algn="ctr"/>
            <a:r>
              <a:rPr lang="en-US" sz="2400" dirty="0">
                <a:latin typeface="Times New Roman" panose="02020603050405020304" pitchFamily="18" charset="0"/>
                <a:cs typeface="Times New Roman" panose="02020603050405020304" pitchFamily="18" charset="0"/>
              </a:rPr>
              <a:t>H.264 (AVC)</a:t>
            </a:r>
            <a:endParaRPr lang="en-AS" sz="24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708AA524-005A-D0AD-542C-F15C6AD274B5}"/>
                  </a:ext>
                </a:extLst>
              </p:cNvPr>
              <p:cNvSpPr txBox="1"/>
              <p:nvPr/>
            </p:nvSpPr>
            <p:spPr>
              <a:xfrm>
                <a:off x="6474916" y="1713093"/>
                <a:ext cx="5462771" cy="4524315"/>
              </a:xfrm>
              <a:prstGeom prst="rect">
                <a:avLst/>
              </a:prstGeom>
              <a:noFill/>
            </p:spPr>
            <p:txBody>
              <a:bodyPr wrap="square" rtlCol="0">
                <a:spAutoFit/>
              </a:bodyPr>
              <a:lstStyle/>
              <a:p>
                <a:r>
                  <a:rPr lang="en-US" b="1" dirty="0">
                    <a:latin typeface="Times New Roman" panose="02020603050405020304" pitchFamily="18" charset="0"/>
                    <a:cs typeface="Times New Roman" panose="02020603050405020304" pitchFamily="18" charset="0"/>
                  </a:rPr>
                  <a:t>Overview</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Released in </a:t>
                </a:r>
                <a14:m>
                  <m:oMath xmlns:m="http://schemas.openxmlformats.org/officeDocument/2006/math">
                    <m:r>
                      <a:rPr lang="en-US" i="1" dirty="0" smtClean="0">
                        <a:latin typeface="Cambria Math" panose="02040503050406030204" pitchFamily="18" charset="0"/>
                        <a:cs typeface="Times New Roman" panose="02020603050405020304" pitchFamily="18" charset="0"/>
                      </a:rPr>
                      <m:t>2013</m:t>
                    </m:r>
                  </m:oMath>
                </a14:m>
                <a:r>
                  <a:rPr lang="en-US" dirty="0">
                    <a:latin typeface="Times New Roman" panose="02020603050405020304" pitchFamily="18" charset="0"/>
                    <a:cs typeface="Times New Roman" panose="02020603050405020304" pitchFamily="18" charset="0"/>
                  </a:rPr>
                  <a:t> — next-gen codec</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Ideal for </a:t>
                </a:r>
                <a14:m>
                  <m:oMath xmlns:m="http://schemas.openxmlformats.org/officeDocument/2006/math">
                    <m:r>
                      <a:rPr lang="en-US" i="1" dirty="0" smtClean="0">
                        <a:latin typeface="Cambria Math" panose="02040503050406030204" pitchFamily="18" charset="0"/>
                        <a:cs typeface="Times New Roman" panose="02020603050405020304" pitchFamily="18" charset="0"/>
                      </a:rPr>
                      <m:t>4</m:t>
                    </m:r>
                    <m:r>
                      <m:rPr>
                        <m:sty m:val="p"/>
                      </m:rPr>
                      <a:rPr lang="en-US" i="0" dirty="0" smtClean="0">
                        <a:latin typeface="Cambria Math" panose="02040503050406030204" pitchFamily="18" charset="0"/>
                        <a:cs typeface="Times New Roman" panose="02020603050405020304" pitchFamily="18" charset="0"/>
                      </a:rPr>
                      <m:t>K</m:t>
                    </m:r>
                    <m:r>
                      <a:rPr lang="en-US"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8</m:t>
                    </m:r>
                    <m:r>
                      <m:rPr>
                        <m:sty m:val="p"/>
                      </m:rPr>
                      <a:rPr lang="en-US" i="0" dirty="0" smtClean="0">
                        <a:latin typeface="Cambria Math" panose="02040503050406030204" pitchFamily="18" charset="0"/>
                        <a:cs typeface="Times New Roman" panose="02020603050405020304" pitchFamily="18" charset="0"/>
                      </a:rPr>
                      <m:t>K</m:t>
                    </m:r>
                  </m:oMath>
                </a14:m>
                <a:r>
                  <a:rPr lang="en-US" dirty="0">
                    <a:latin typeface="Times New Roman" panose="02020603050405020304" pitchFamily="18" charset="0"/>
                    <a:cs typeface="Times New Roman" panose="02020603050405020304" pitchFamily="18" charset="0"/>
                  </a:rPr>
                  <a:t> &amp; storage-limited use</a:t>
                </a:r>
              </a:p>
              <a:p>
                <a:r>
                  <a:rPr lang="en-US" b="1" dirty="0">
                    <a:latin typeface="Times New Roman" panose="02020603050405020304" pitchFamily="18" charset="0"/>
                    <a:cs typeface="Times New Roman" panose="02020603050405020304" pitchFamily="18" charset="0"/>
                  </a:rPr>
                  <a:t>Compression &amp; Quality</a:t>
                </a:r>
              </a:p>
              <a:p>
                <a:pPr marL="285750" indent="-285750">
                  <a:buFont typeface="Arial" panose="020B0604020202020204" pitchFamily="34" charset="0"/>
                  <a:buChar char="•"/>
                </a:pPr>
                <a14:m>
                  <m:oMath xmlns:m="http://schemas.openxmlformats.org/officeDocument/2006/math">
                    <m:r>
                      <a:rPr lang="en-US"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50</m:t>
                    </m:r>
                    <m:r>
                      <a:rPr lang="en-US" i="1" dirty="0" smtClean="0">
                        <a:latin typeface="Cambria Math" panose="02040503050406030204" pitchFamily="18" charset="0"/>
                        <a:cs typeface="Times New Roman" panose="02020603050405020304" pitchFamily="18" charset="0"/>
                      </a:rPr>
                      <m:t>%</m:t>
                    </m:r>
                  </m:oMath>
                </a14:m>
                <a:r>
                  <a:rPr lang="en-US" dirty="0">
                    <a:latin typeface="Times New Roman" panose="02020603050405020304" pitchFamily="18" charset="0"/>
                    <a:cs typeface="Times New Roman" panose="02020603050405020304" pitchFamily="18" charset="0"/>
                  </a:rPr>
                  <a:t> smaller files at same quality</a:t>
                </a:r>
              </a:p>
              <a:p>
                <a:pPr marL="285750" indent="-285750">
                  <a:buFont typeface="Arial" panose="020B0604020202020204" pitchFamily="34" charset="0"/>
                  <a:buChar char="•"/>
                </a:pPr>
                <a14:m>
                  <m:oMath xmlns:m="http://schemas.openxmlformats.org/officeDocument/2006/math">
                    <m:r>
                      <a:rPr lang="en-US" i="1" dirty="0" smtClean="0">
                        <a:latin typeface="Cambria Math" panose="02040503050406030204" pitchFamily="18" charset="0"/>
                        <a:cs typeface="Times New Roman" panose="02020603050405020304" pitchFamily="18" charset="0"/>
                      </a:rPr>
                      <m:t>1080</m:t>
                    </m:r>
                    <m:r>
                      <m:rPr>
                        <m:sty m:val="p"/>
                      </m:rPr>
                      <a:rPr lang="en-US" i="0" dirty="0" smtClean="0">
                        <a:latin typeface="Cambria Math" panose="02040503050406030204" pitchFamily="18" charset="0"/>
                        <a:cs typeface="Times New Roman" panose="02020603050405020304" pitchFamily="18" charset="0"/>
                      </a:rPr>
                      <m:t>p</m:t>
                    </m:r>
                  </m:oMath>
                </a14:m>
                <a:r>
                  <a:rPr lang="en-US" dirty="0">
                    <a:latin typeface="Times New Roman" panose="02020603050405020304" pitchFamily="18" charset="0"/>
                    <a:cs typeface="Times New Roman" panose="02020603050405020304" pitchFamily="18" charset="0"/>
                  </a:rPr>
                  <a:t> </a:t>
                </a:r>
                <a14:m>
                  <m:oMath xmlns:m="http://schemas.openxmlformats.org/officeDocument/2006/math">
                    <m:r>
                      <a:rPr lang="en-US"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4</m:t>
                    </m:r>
                    <m:r>
                      <a:rPr lang="en-US" b="0"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8</m:t>
                    </m:r>
                  </m:oMath>
                </a14:m>
                <a:r>
                  <a:rPr lang="en-US" dirty="0">
                    <a:latin typeface="Times New Roman" panose="02020603050405020304" pitchFamily="18" charset="0"/>
                    <a:cs typeface="Times New Roman" panose="02020603050405020304" pitchFamily="18" charset="0"/>
                  </a:rPr>
                  <a:t> Mbps </a:t>
                </a:r>
                <a14:m>
                  <m:oMath xmlns:m="http://schemas.openxmlformats.org/officeDocument/2006/math">
                    <m:r>
                      <a:rPr lang="en-US" i="1" dirty="0" smtClean="0">
                        <a:latin typeface="Cambria Math" panose="02040503050406030204" pitchFamily="18" charset="0"/>
                        <a:cs typeface="Times New Roman" panose="02020603050405020304" pitchFamily="18" charset="0"/>
                      </a:rPr>
                      <m:t>/</m:t>
                    </m:r>
                  </m:oMath>
                </a14:m>
                <a:r>
                  <a:rPr lang="en-US" dirty="0">
                    <a:latin typeface="Times New Roman" panose="02020603050405020304" pitchFamily="18" charset="0"/>
                    <a:cs typeface="Times New Roman" panose="02020603050405020304" pitchFamily="18" charset="0"/>
                  </a:rPr>
                  <a:t> </a:t>
                </a:r>
                <a14:m>
                  <m:oMath xmlns:m="http://schemas.openxmlformats.org/officeDocument/2006/math">
                    <m:r>
                      <a:rPr lang="en-US" i="1" dirty="0" smtClean="0">
                        <a:latin typeface="Cambria Math" panose="02040503050406030204" pitchFamily="18" charset="0"/>
                        <a:cs typeface="Times New Roman" panose="02020603050405020304" pitchFamily="18" charset="0"/>
                      </a:rPr>
                      <m:t>4</m:t>
                    </m:r>
                    <m:r>
                      <m:rPr>
                        <m:sty m:val="p"/>
                      </m:rPr>
                      <a:rPr lang="en-US" i="0" dirty="0" smtClean="0">
                        <a:latin typeface="Cambria Math" panose="02040503050406030204" pitchFamily="18" charset="0"/>
                        <a:cs typeface="Times New Roman" panose="02020603050405020304" pitchFamily="18" charset="0"/>
                      </a:rPr>
                      <m:t>K</m:t>
                    </m:r>
                    <m:r>
                      <a:rPr lang="en-US" i="1" dirty="0" smtClean="0">
                        <a:latin typeface="Cambria Math" panose="02040503050406030204" pitchFamily="18" charset="0"/>
                        <a:cs typeface="Times New Roman" panose="02020603050405020304" pitchFamily="18" charset="0"/>
                      </a:rPr>
                      <m:t> ~</m:t>
                    </m:r>
                    <m:r>
                      <a:rPr lang="en-US" i="1" dirty="0" smtClean="0">
                        <a:latin typeface="Cambria Math" panose="02040503050406030204" pitchFamily="18" charset="0"/>
                        <a:cs typeface="Times New Roman" panose="02020603050405020304" pitchFamily="18" charset="0"/>
                      </a:rPr>
                      <m:t>20</m:t>
                    </m:r>
                    <m:r>
                      <a:rPr lang="en-US" b="0"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40</m:t>
                    </m:r>
                  </m:oMath>
                </a14:m>
                <a:r>
                  <a:rPr lang="en-US" dirty="0">
                    <a:latin typeface="Times New Roman" panose="02020603050405020304" pitchFamily="18" charset="0"/>
                    <a:cs typeface="Times New Roman" panose="02020603050405020304" pitchFamily="18" charset="0"/>
                  </a:rPr>
                  <a:t> Mbps</a:t>
                </a:r>
              </a:p>
              <a:p>
                <a:r>
                  <a:rPr lang="en-US" b="1" dirty="0">
                    <a:latin typeface="Times New Roman" panose="02020603050405020304" pitchFamily="18" charset="0"/>
                    <a:cs typeface="Times New Roman" panose="02020603050405020304" pitchFamily="18" charset="0"/>
                  </a:rPr>
                  <a:t>Performance</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Slower encoding, higher CPU/GPU load</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Supported on most modern hardware</a:t>
                </a:r>
              </a:p>
              <a:p>
                <a:r>
                  <a:rPr lang="en-US" b="1" dirty="0">
                    <a:latin typeface="Times New Roman" panose="02020603050405020304" pitchFamily="18" charset="0"/>
                    <a:cs typeface="Times New Roman" panose="02020603050405020304" pitchFamily="18" charset="0"/>
                  </a:rPr>
                  <a:t>Use Cases</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Netflix </a:t>
                </a:r>
                <a14:m>
                  <m:oMath xmlns:m="http://schemas.openxmlformats.org/officeDocument/2006/math">
                    <m:r>
                      <a:rPr lang="en-US" i="1" dirty="0" smtClean="0">
                        <a:latin typeface="Cambria Math" panose="02040503050406030204" pitchFamily="18" charset="0"/>
                        <a:cs typeface="Times New Roman" panose="02020603050405020304" pitchFamily="18" charset="0"/>
                      </a:rPr>
                      <m:t>4</m:t>
                    </m:r>
                    <m:r>
                      <m:rPr>
                        <m:sty m:val="p"/>
                      </m:rPr>
                      <a:rPr lang="en-US" i="0" dirty="0" smtClean="0">
                        <a:latin typeface="Cambria Math" panose="02040503050406030204" pitchFamily="18" charset="0"/>
                        <a:cs typeface="Times New Roman" panose="02020603050405020304" pitchFamily="18" charset="0"/>
                      </a:rPr>
                      <m:t>K</m:t>
                    </m:r>
                  </m:oMath>
                </a14:m>
                <a:r>
                  <a:rPr lang="en-US" dirty="0">
                    <a:latin typeface="Times New Roman" panose="02020603050405020304" pitchFamily="18" charset="0"/>
                    <a:cs typeface="Times New Roman" panose="02020603050405020304" pitchFamily="18" charset="0"/>
                  </a:rPr>
                  <a:t>, Apple TV+, broadcast TV</a:t>
                </a:r>
              </a:p>
              <a:p>
                <a:r>
                  <a:rPr lang="en-US" b="1" dirty="0">
                    <a:latin typeface="Times New Roman" panose="02020603050405020304" pitchFamily="18" charset="0"/>
                    <a:cs typeface="Times New Roman" panose="02020603050405020304" pitchFamily="18" charset="0"/>
                  </a:rPr>
                  <a:t>How It Works</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Uses larger flexible blocks (up to </a:t>
                </a:r>
                <a14:m>
                  <m:oMath xmlns:m="http://schemas.openxmlformats.org/officeDocument/2006/math">
                    <m:r>
                      <a:rPr lang="en-US" i="1" dirty="0" smtClean="0">
                        <a:latin typeface="Cambria Math" panose="02040503050406030204" pitchFamily="18" charset="0"/>
                        <a:cs typeface="Times New Roman" panose="02020603050405020304" pitchFamily="18" charset="0"/>
                      </a:rPr>
                      <m:t>64</m:t>
                    </m:r>
                    <m:r>
                      <a:rPr lang="en-US" i="1" dirty="0" smtClean="0">
                        <a:latin typeface="Cambria Math" panose="02040503050406030204" pitchFamily="18" charset="0"/>
                        <a:cs typeface="Times New Roman" panose="02020603050405020304" pitchFamily="18" charset="0"/>
                      </a:rPr>
                      <m:t>×</m:t>
                    </m:r>
                    <m:r>
                      <a:rPr lang="en-US" i="1" dirty="0" smtClean="0">
                        <a:latin typeface="Cambria Math" panose="02040503050406030204" pitchFamily="18" charset="0"/>
                        <a:cs typeface="Times New Roman" panose="02020603050405020304" pitchFamily="18" charset="0"/>
                      </a:rPr>
                      <m:t>64</m:t>
                    </m:r>
                  </m:oMath>
                </a14:m>
                <a:r>
                  <a:rPr lang="en-US" dirty="0">
                    <a:latin typeface="Times New Roman" panose="02020603050405020304" pitchFamily="18" charset="0"/>
                    <a:cs typeface="Times New Roman" panose="02020603050405020304" pitchFamily="18" charset="0"/>
                  </a:rPr>
                  <a:t>)</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More advanced frame prediction — less data</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Better compression transforms &amp; entropy coding</a:t>
                </a:r>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Improved filters reduce artifacts more effectively </a:t>
                </a:r>
              </a:p>
            </p:txBody>
          </p:sp>
        </mc:Choice>
        <mc:Fallback xmlns="">
          <p:sp>
            <p:nvSpPr>
              <p:cNvPr id="61" name="TextBox 60">
                <a:extLst>
                  <a:ext uri="{FF2B5EF4-FFF2-40B4-BE49-F238E27FC236}">
                    <a16:creationId xmlns:a16="http://schemas.microsoft.com/office/drawing/2014/main" id="{708AA524-005A-D0AD-542C-F15C6AD274B5}"/>
                  </a:ext>
                </a:extLst>
              </p:cNvPr>
              <p:cNvSpPr txBox="1">
                <a:spLocks noRot="1" noChangeAspect="1" noMove="1" noResize="1" noEditPoints="1" noAdjustHandles="1" noChangeArrowheads="1" noChangeShapeType="1" noTextEdit="1"/>
              </p:cNvSpPr>
              <p:nvPr/>
            </p:nvSpPr>
            <p:spPr>
              <a:xfrm>
                <a:off x="6474916" y="1713093"/>
                <a:ext cx="5462771" cy="4524315"/>
              </a:xfrm>
              <a:prstGeom prst="rect">
                <a:avLst/>
              </a:prstGeom>
              <a:blipFill>
                <a:blip r:embed="rId5"/>
                <a:stretch>
                  <a:fillRect l="-893" t="-674" b="-1213"/>
                </a:stretch>
              </a:blipFill>
            </p:spPr>
            <p:txBody>
              <a:bodyPr/>
              <a:lstStyle/>
              <a:p>
                <a:r>
                  <a:rPr lang="en-AS">
                    <a:noFill/>
                  </a:rPr>
                  <a:t> </a:t>
                </a:r>
              </a:p>
            </p:txBody>
          </p:sp>
        </mc:Fallback>
      </mc:AlternateContent>
      <p:sp>
        <p:nvSpPr>
          <p:cNvPr id="62" name="TextBox 61">
            <a:extLst>
              <a:ext uri="{FF2B5EF4-FFF2-40B4-BE49-F238E27FC236}">
                <a16:creationId xmlns:a16="http://schemas.microsoft.com/office/drawing/2014/main" id="{B539E599-5428-B6EE-9FBC-B3EAA98BD970}"/>
              </a:ext>
            </a:extLst>
          </p:cNvPr>
          <p:cNvSpPr txBox="1"/>
          <p:nvPr/>
        </p:nvSpPr>
        <p:spPr>
          <a:xfrm>
            <a:off x="8127502" y="1251428"/>
            <a:ext cx="2157599" cy="461665"/>
          </a:xfrm>
          <a:prstGeom prst="rect">
            <a:avLst/>
          </a:prstGeom>
          <a:noFill/>
        </p:spPr>
        <p:txBody>
          <a:bodyPr wrap="square" rtlCol="0">
            <a:spAutoFit/>
          </a:bodyPr>
          <a:lstStyle/>
          <a:p>
            <a:pPr algn="ctr"/>
            <a:r>
              <a:rPr lang="en-US" sz="2400" dirty="0">
                <a:latin typeface="Times New Roman" panose="02020603050405020304" pitchFamily="18" charset="0"/>
                <a:cs typeface="Times New Roman" panose="02020603050405020304" pitchFamily="18" charset="0"/>
              </a:rPr>
              <a:t>H.265 (HEVC)</a:t>
            </a:r>
            <a:endParaRPr lang="en-AS" sz="2400" dirty="0">
              <a:latin typeface="Times New Roman" panose="02020603050405020304" pitchFamily="18" charset="0"/>
              <a:cs typeface="Times New Roman" panose="02020603050405020304" pitchFamily="18" charset="0"/>
            </a:endParaRPr>
          </a:p>
        </p:txBody>
      </p:sp>
      <p:cxnSp>
        <p:nvCxnSpPr>
          <p:cNvPr id="64" name="Straight Connector 63">
            <a:extLst>
              <a:ext uri="{FF2B5EF4-FFF2-40B4-BE49-F238E27FC236}">
                <a16:creationId xmlns:a16="http://schemas.microsoft.com/office/drawing/2014/main" id="{8C7EBB13-862D-4279-5BF8-919926B06D20}"/>
              </a:ext>
            </a:extLst>
          </p:cNvPr>
          <p:cNvCxnSpPr>
            <a:cxnSpLocks/>
          </p:cNvCxnSpPr>
          <p:nvPr/>
        </p:nvCxnSpPr>
        <p:spPr>
          <a:xfrm>
            <a:off x="5934075" y="1251428"/>
            <a:ext cx="0" cy="5278871"/>
          </a:xfrm>
          <a:prstGeom prst="line">
            <a:avLst/>
          </a:prstGeom>
        </p:spPr>
        <p:style>
          <a:lnRef idx="2">
            <a:schemeClr val="dk1"/>
          </a:lnRef>
          <a:fillRef idx="0">
            <a:schemeClr val="dk1"/>
          </a:fillRef>
          <a:effectRef idx="1">
            <a:schemeClr val="dk1"/>
          </a:effectRef>
          <a:fontRef idx="minor">
            <a:schemeClr val="tx1"/>
          </a:fontRef>
        </p:style>
      </p:cxnSp>
      <p:pic>
        <p:nvPicPr>
          <p:cNvPr id="28" name="Graphic 27" descr="Document outline">
            <a:extLst>
              <a:ext uri="{FF2B5EF4-FFF2-40B4-BE49-F238E27FC236}">
                <a16:creationId xmlns:a16="http://schemas.microsoft.com/office/drawing/2014/main" id="{90336D5E-772F-10B1-5867-4969C9EF86F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04744" y="492246"/>
            <a:ext cx="6248401" cy="6248402"/>
          </a:xfrm>
          <a:prstGeom prst="rect">
            <a:avLst/>
          </a:prstGeom>
        </p:spPr>
      </p:pic>
    </p:spTree>
    <p:extLst>
      <p:ext uri="{BB962C8B-B14F-4D97-AF65-F5344CB8AC3E}">
        <p14:creationId xmlns:p14="http://schemas.microsoft.com/office/powerpoint/2010/main" val="25912367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250"/>
                                        <p:tgtEl>
                                          <p:spTgt spid="59"/>
                                        </p:tgtEl>
                                      </p:cBhvr>
                                    </p:animEffect>
                                  </p:childTnLst>
                                </p:cTn>
                              </p:par>
                            </p:childTnLst>
                          </p:cTn>
                        </p:par>
                        <p:par>
                          <p:cTn id="8" fill="hold">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57">
                                            <p:txEl>
                                              <p:pRg st="0" end="0"/>
                                            </p:txEl>
                                          </p:spTgt>
                                        </p:tgtEl>
                                        <p:attrNameLst>
                                          <p:attrName>style.visibility</p:attrName>
                                        </p:attrNameLst>
                                      </p:cBhvr>
                                      <p:to>
                                        <p:strVal val="visible"/>
                                      </p:to>
                                    </p:set>
                                    <p:animEffect transition="in" filter="wipe(left)">
                                      <p:cBhvr>
                                        <p:cTn id="11" dur="250"/>
                                        <p:tgtEl>
                                          <p:spTgt spid="57">
                                            <p:txEl>
                                              <p:pRg st="0" end="0"/>
                                            </p:txEl>
                                          </p:spTgt>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57">
                                            <p:txEl>
                                              <p:pRg st="1" end="1"/>
                                            </p:txEl>
                                          </p:spTgt>
                                        </p:tgtEl>
                                        <p:attrNameLst>
                                          <p:attrName>style.visibility</p:attrName>
                                        </p:attrNameLst>
                                      </p:cBhvr>
                                      <p:to>
                                        <p:strVal val="visible"/>
                                      </p:to>
                                    </p:set>
                                    <p:animEffect transition="in" filter="wipe(left)">
                                      <p:cBhvr>
                                        <p:cTn id="14" dur="250"/>
                                        <p:tgtEl>
                                          <p:spTgt spid="57">
                                            <p:txEl>
                                              <p:pRg st="1" end="1"/>
                                            </p:txEl>
                                          </p:spTgt>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57">
                                            <p:txEl>
                                              <p:pRg st="2" end="2"/>
                                            </p:txEl>
                                          </p:spTgt>
                                        </p:tgtEl>
                                        <p:attrNameLst>
                                          <p:attrName>style.visibility</p:attrName>
                                        </p:attrNameLst>
                                      </p:cBhvr>
                                      <p:to>
                                        <p:strVal val="visible"/>
                                      </p:to>
                                    </p:set>
                                    <p:animEffect transition="in" filter="wipe(left)">
                                      <p:cBhvr>
                                        <p:cTn id="17" dur="250"/>
                                        <p:tgtEl>
                                          <p:spTgt spid="57">
                                            <p:txEl>
                                              <p:pRg st="2" end="2"/>
                                            </p:txEl>
                                          </p:spTgt>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57">
                                            <p:txEl>
                                              <p:pRg st="3" end="3"/>
                                            </p:txEl>
                                          </p:spTgt>
                                        </p:tgtEl>
                                        <p:attrNameLst>
                                          <p:attrName>style.visibility</p:attrName>
                                        </p:attrNameLst>
                                      </p:cBhvr>
                                      <p:to>
                                        <p:strVal val="visible"/>
                                      </p:to>
                                    </p:set>
                                    <p:animEffect transition="in" filter="wipe(left)">
                                      <p:cBhvr>
                                        <p:cTn id="20" dur="250"/>
                                        <p:tgtEl>
                                          <p:spTgt spid="57">
                                            <p:txEl>
                                              <p:pRg st="3" end="3"/>
                                            </p:txEl>
                                          </p:spTgt>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57">
                                            <p:txEl>
                                              <p:pRg st="4" end="4"/>
                                            </p:txEl>
                                          </p:spTgt>
                                        </p:tgtEl>
                                        <p:attrNameLst>
                                          <p:attrName>style.visibility</p:attrName>
                                        </p:attrNameLst>
                                      </p:cBhvr>
                                      <p:to>
                                        <p:strVal val="visible"/>
                                      </p:to>
                                    </p:set>
                                    <p:animEffect transition="in" filter="wipe(left)">
                                      <p:cBhvr>
                                        <p:cTn id="23" dur="250"/>
                                        <p:tgtEl>
                                          <p:spTgt spid="57">
                                            <p:txEl>
                                              <p:pRg st="4" end="4"/>
                                            </p:tx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57">
                                            <p:txEl>
                                              <p:pRg st="5" end="5"/>
                                            </p:txEl>
                                          </p:spTgt>
                                        </p:tgtEl>
                                        <p:attrNameLst>
                                          <p:attrName>style.visibility</p:attrName>
                                        </p:attrNameLst>
                                      </p:cBhvr>
                                      <p:to>
                                        <p:strVal val="visible"/>
                                      </p:to>
                                    </p:set>
                                    <p:animEffect transition="in" filter="wipe(left)">
                                      <p:cBhvr>
                                        <p:cTn id="26" dur="250"/>
                                        <p:tgtEl>
                                          <p:spTgt spid="57">
                                            <p:txEl>
                                              <p:pRg st="5" end="5"/>
                                            </p:txEl>
                                          </p:spTgt>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57">
                                            <p:txEl>
                                              <p:pRg st="6" end="6"/>
                                            </p:txEl>
                                          </p:spTgt>
                                        </p:tgtEl>
                                        <p:attrNameLst>
                                          <p:attrName>style.visibility</p:attrName>
                                        </p:attrNameLst>
                                      </p:cBhvr>
                                      <p:to>
                                        <p:strVal val="visible"/>
                                      </p:to>
                                    </p:set>
                                    <p:animEffect transition="in" filter="wipe(left)">
                                      <p:cBhvr>
                                        <p:cTn id="29" dur="250"/>
                                        <p:tgtEl>
                                          <p:spTgt spid="57">
                                            <p:txEl>
                                              <p:pRg st="6" end="6"/>
                                            </p:txEl>
                                          </p:spTgt>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57">
                                            <p:txEl>
                                              <p:pRg st="7" end="7"/>
                                            </p:txEl>
                                          </p:spTgt>
                                        </p:tgtEl>
                                        <p:attrNameLst>
                                          <p:attrName>style.visibility</p:attrName>
                                        </p:attrNameLst>
                                      </p:cBhvr>
                                      <p:to>
                                        <p:strVal val="visible"/>
                                      </p:to>
                                    </p:set>
                                    <p:animEffect transition="in" filter="wipe(left)">
                                      <p:cBhvr>
                                        <p:cTn id="32" dur="250"/>
                                        <p:tgtEl>
                                          <p:spTgt spid="57">
                                            <p:txEl>
                                              <p:pRg st="7" end="7"/>
                                            </p:txEl>
                                          </p:spTgt>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57">
                                            <p:txEl>
                                              <p:pRg st="8" end="8"/>
                                            </p:txEl>
                                          </p:spTgt>
                                        </p:tgtEl>
                                        <p:attrNameLst>
                                          <p:attrName>style.visibility</p:attrName>
                                        </p:attrNameLst>
                                      </p:cBhvr>
                                      <p:to>
                                        <p:strVal val="visible"/>
                                      </p:to>
                                    </p:set>
                                    <p:animEffect transition="in" filter="wipe(left)">
                                      <p:cBhvr>
                                        <p:cTn id="35" dur="250"/>
                                        <p:tgtEl>
                                          <p:spTgt spid="57">
                                            <p:txEl>
                                              <p:pRg st="8" end="8"/>
                                            </p:txEl>
                                          </p:spTgt>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57">
                                            <p:txEl>
                                              <p:pRg st="9" end="9"/>
                                            </p:txEl>
                                          </p:spTgt>
                                        </p:tgtEl>
                                        <p:attrNameLst>
                                          <p:attrName>style.visibility</p:attrName>
                                        </p:attrNameLst>
                                      </p:cBhvr>
                                      <p:to>
                                        <p:strVal val="visible"/>
                                      </p:to>
                                    </p:set>
                                    <p:animEffect transition="in" filter="wipe(left)">
                                      <p:cBhvr>
                                        <p:cTn id="38" dur="250"/>
                                        <p:tgtEl>
                                          <p:spTgt spid="57">
                                            <p:txEl>
                                              <p:pRg st="9" end="9"/>
                                            </p:txEl>
                                          </p:spTgt>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57">
                                            <p:txEl>
                                              <p:pRg st="10" end="10"/>
                                            </p:txEl>
                                          </p:spTgt>
                                        </p:tgtEl>
                                        <p:attrNameLst>
                                          <p:attrName>style.visibility</p:attrName>
                                        </p:attrNameLst>
                                      </p:cBhvr>
                                      <p:to>
                                        <p:strVal val="visible"/>
                                      </p:to>
                                    </p:set>
                                    <p:animEffect transition="in" filter="wipe(left)">
                                      <p:cBhvr>
                                        <p:cTn id="41" dur="250"/>
                                        <p:tgtEl>
                                          <p:spTgt spid="57">
                                            <p:txEl>
                                              <p:pRg st="10" end="10"/>
                                            </p:txEl>
                                          </p:spTgt>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57">
                                            <p:txEl>
                                              <p:pRg st="11" end="11"/>
                                            </p:txEl>
                                          </p:spTgt>
                                        </p:tgtEl>
                                        <p:attrNameLst>
                                          <p:attrName>style.visibility</p:attrName>
                                        </p:attrNameLst>
                                      </p:cBhvr>
                                      <p:to>
                                        <p:strVal val="visible"/>
                                      </p:to>
                                    </p:set>
                                    <p:animEffect transition="in" filter="wipe(left)">
                                      <p:cBhvr>
                                        <p:cTn id="44" dur="250"/>
                                        <p:tgtEl>
                                          <p:spTgt spid="57">
                                            <p:txEl>
                                              <p:pRg st="11" end="11"/>
                                            </p:txEl>
                                          </p:spTgt>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57">
                                            <p:txEl>
                                              <p:pRg st="12" end="12"/>
                                            </p:txEl>
                                          </p:spTgt>
                                        </p:tgtEl>
                                        <p:attrNameLst>
                                          <p:attrName>style.visibility</p:attrName>
                                        </p:attrNameLst>
                                      </p:cBhvr>
                                      <p:to>
                                        <p:strVal val="visible"/>
                                      </p:to>
                                    </p:set>
                                    <p:animEffect transition="in" filter="wipe(left)">
                                      <p:cBhvr>
                                        <p:cTn id="47" dur="250"/>
                                        <p:tgtEl>
                                          <p:spTgt spid="57">
                                            <p:txEl>
                                              <p:pRg st="12" end="12"/>
                                            </p:txEl>
                                          </p:spTgt>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57">
                                            <p:txEl>
                                              <p:pRg st="13" end="13"/>
                                            </p:txEl>
                                          </p:spTgt>
                                        </p:tgtEl>
                                        <p:attrNameLst>
                                          <p:attrName>style.visibility</p:attrName>
                                        </p:attrNameLst>
                                      </p:cBhvr>
                                      <p:to>
                                        <p:strVal val="visible"/>
                                      </p:to>
                                    </p:set>
                                    <p:animEffect transition="in" filter="wipe(left)">
                                      <p:cBhvr>
                                        <p:cTn id="50" dur="250"/>
                                        <p:tgtEl>
                                          <p:spTgt spid="57">
                                            <p:txEl>
                                              <p:pRg st="13" end="13"/>
                                            </p:txEl>
                                          </p:spTgt>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57">
                                            <p:txEl>
                                              <p:pRg st="14" end="14"/>
                                            </p:txEl>
                                          </p:spTgt>
                                        </p:tgtEl>
                                        <p:attrNameLst>
                                          <p:attrName>style.visibility</p:attrName>
                                        </p:attrNameLst>
                                      </p:cBhvr>
                                      <p:to>
                                        <p:strVal val="visible"/>
                                      </p:to>
                                    </p:set>
                                    <p:animEffect transition="in" filter="wipe(left)">
                                      <p:cBhvr>
                                        <p:cTn id="53" dur="250"/>
                                        <p:tgtEl>
                                          <p:spTgt spid="57">
                                            <p:txEl>
                                              <p:pRg st="14" end="14"/>
                                            </p:txEl>
                                          </p:spTgt>
                                        </p:tgtEl>
                                      </p:cBhvr>
                                    </p:animEffect>
                                  </p:childTnLst>
                                </p:cTn>
                              </p:par>
                              <p:par>
                                <p:cTn id="54" presetID="22" presetClass="entr" presetSubtype="8" fill="hold" grpId="0" nodeType="withEffect">
                                  <p:stCondLst>
                                    <p:cond delay="0"/>
                                  </p:stCondLst>
                                  <p:childTnLst>
                                    <p:set>
                                      <p:cBhvr>
                                        <p:cTn id="55" dur="1" fill="hold">
                                          <p:stCondLst>
                                            <p:cond delay="0"/>
                                          </p:stCondLst>
                                        </p:cTn>
                                        <p:tgtEl>
                                          <p:spTgt spid="57">
                                            <p:txEl>
                                              <p:pRg st="15" end="15"/>
                                            </p:txEl>
                                          </p:spTgt>
                                        </p:tgtEl>
                                        <p:attrNameLst>
                                          <p:attrName>style.visibility</p:attrName>
                                        </p:attrNameLst>
                                      </p:cBhvr>
                                      <p:to>
                                        <p:strVal val="visible"/>
                                      </p:to>
                                    </p:set>
                                    <p:animEffect transition="in" filter="wipe(left)">
                                      <p:cBhvr>
                                        <p:cTn id="56" dur="250"/>
                                        <p:tgtEl>
                                          <p:spTgt spid="57">
                                            <p:txEl>
                                              <p:pRg st="15" end="15"/>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4" fill="hold" nodeType="clickEffect">
                                  <p:stCondLst>
                                    <p:cond delay="0"/>
                                  </p:stCondLst>
                                  <p:childTnLst>
                                    <p:set>
                                      <p:cBhvr>
                                        <p:cTn id="60" dur="1" fill="hold">
                                          <p:stCondLst>
                                            <p:cond delay="0"/>
                                          </p:stCondLst>
                                        </p:cTn>
                                        <p:tgtEl>
                                          <p:spTgt spid="64"/>
                                        </p:tgtEl>
                                        <p:attrNameLst>
                                          <p:attrName>style.visibility</p:attrName>
                                        </p:attrNameLst>
                                      </p:cBhvr>
                                      <p:to>
                                        <p:strVal val="visible"/>
                                      </p:to>
                                    </p:set>
                                    <p:animEffect transition="in" filter="wipe(down)">
                                      <p:cBhvr>
                                        <p:cTn id="61" dur="250"/>
                                        <p:tgtEl>
                                          <p:spTgt spid="64"/>
                                        </p:tgtEl>
                                      </p:cBhvr>
                                    </p:animEffect>
                                  </p:childTnLst>
                                </p:cTn>
                              </p:par>
                            </p:childTnLst>
                          </p:cTn>
                        </p:par>
                        <p:par>
                          <p:cTn id="62" fill="hold">
                            <p:stCondLst>
                              <p:cond delay="250"/>
                            </p:stCondLst>
                            <p:childTnLst>
                              <p:par>
                                <p:cTn id="63" presetID="22" presetClass="entr" presetSubtype="8" fill="hold" grpId="0" nodeType="afterEffect">
                                  <p:stCondLst>
                                    <p:cond delay="0"/>
                                  </p:stCondLst>
                                  <p:childTnLst>
                                    <p:set>
                                      <p:cBhvr>
                                        <p:cTn id="64" dur="1" fill="hold">
                                          <p:stCondLst>
                                            <p:cond delay="0"/>
                                          </p:stCondLst>
                                        </p:cTn>
                                        <p:tgtEl>
                                          <p:spTgt spid="62"/>
                                        </p:tgtEl>
                                        <p:attrNameLst>
                                          <p:attrName>style.visibility</p:attrName>
                                        </p:attrNameLst>
                                      </p:cBhvr>
                                      <p:to>
                                        <p:strVal val="visible"/>
                                      </p:to>
                                    </p:set>
                                    <p:animEffect transition="in" filter="wipe(left)">
                                      <p:cBhvr>
                                        <p:cTn id="65" dur="250"/>
                                        <p:tgtEl>
                                          <p:spTgt spid="62"/>
                                        </p:tgtEl>
                                      </p:cBhvr>
                                    </p:animEffect>
                                  </p:childTnLst>
                                </p:cTn>
                              </p:par>
                            </p:childTnLst>
                          </p:cTn>
                        </p:par>
                        <p:par>
                          <p:cTn id="66" fill="hold">
                            <p:stCondLst>
                              <p:cond delay="500"/>
                            </p:stCondLst>
                            <p:childTnLst>
                              <p:par>
                                <p:cTn id="67" presetID="22" presetClass="entr" presetSubtype="8" fill="hold" grpId="0" nodeType="afterEffect">
                                  <p:stCondLst>
                                    <p:cond delay="0"/>
                                  </p:stCondLst>
                                  <p:childTnLst>
                                    <p:set>
                                      <p:cBhvr>
                                        <p:cTn id="68" dur="1" fill="hold">
                                          <p:stCondLst>
                                            <p:cond delay="0"/>
                                          </p:stCondLst>
                                        </p:cTn>
                                        <p:tgtEl>
                                          <p:spTgt spid="61">
                                            <p:txEl>
                                              <p:pRg st="0" end="0"/>
                                            </p:txEl>
                                          </p:spTgt>
                                        </p:tgtEl>
                                        <p:attrNameLst>
                                          <p:attrName>style.visibility</p:attrName>
                                        </p:attrNameLst>
                                      </p:cBhvr>
                                      <p:to>
                                        <p:strVal val="visible"/>
                                      </p:to>
                                    </p:set>
                                    <p:animEffect transition="in" filter="wipe(left)">
                                      <p:cBhvr>
                                        <p:cTn id="69" dur="250"/>
                                        <p:tgtEl>
                                          <p:spTgt spid="61">
                                            <p:txEl>
                                              <p:pRg st="0" end="0"/>
                                            </p:txEl>
                                          </p:spTgt>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61">
                                            <p:txEl>
                                              <p:pRg st="1" end="1"/>
                                            </p:txEl>
                                          </p:spTgt>
                                        </p:tgtEl>
                                        <p:attrNameLst>
                                          <p:attrName>style.visibility</p:attrName>
                                        </p:attrNameLst>
                                      </p:cBhvr>
                                      <p:to>
                                        <p:strVal val="visible"/>
                                      </p:to>
                                    </p:set>
                                    <p:animEffect transition="in" filter="wipe(left)">
                                      <p:cBhvr>
                                        <p:cTn id="72" dur="250"/>
                                        <p:tgtEl>
                                          <p:spTgt spid="61">
                                            <p:txEl>
                                              <p:pRg st="1" end="1"/>
                                            </p:txEl>
                                          </p:spTgt>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61">
                                            <p:txEl>
                                              <p:pRg st="2" end="2"/>
                                            </p:txEl>
                                          </p:spTgt>
                                        </p:tgtEl>
                                        <p:attrNameLst>
                                          <p:attrName>style.visibility</p:attrName>
                                        </p:attrNameLst>
                                      </p:cBhvr>
                                      <p:to>
                                        <p:strVal val="visible"/>
                                      </p:to>
                                    </p:set>
                                    <p:animEffect transition="in" filter="wipe(left)">
                                      <p:cBhvr>
                                        <p:cTn id="75" dur="250"/>
                                        <p:tgtEl>
                                          <p:spTgt spid="61">
                                            <p:txEl>
                                              <p:pRg st="2" end="2"/>
                                            </p:txEl>
                                          </p:spTgt>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61">
                                            <p:txEl>
                                              <p:pRg st="3" end="3"/>
                                            </p:txEl>
                                          </p:spTgt>
                                        </p:tgtEl>
                                        <p:attrNameLst>
                                          <p:attrName>style.visibility</p:attrName>
                                        </p:attrNameLst>
                                      </p:cBhvr>
                                      <p:to>
                                        <p:strVal val="visible"/>
                                      </p:to>
                                    </p:set>
                                    <p:animEffect transition="in" filter="wipe(left)">
                                      <p:cBhvr>
                                        <p:cTn id="78" dur="250"/>
                                        <p:tgtEl>
                                          <p:spTgt spid="61">
                                            <p:txEl>
                                              <p:pRg st="3" end="3"/>
                                            </p:txEl>
                                          </p:spTgt>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61">
                                            <p:txEl>
                                              <p:pRg st="4" end="4"/>
                                            </p:txEl>
                                          </p:spTgt>
                                        </p:tgtEl>
                                        <p:attrNameLst>
                                          <p:attrName>style.visibility</p:attrName>
                                        </p:attrNameLst>
                                      </p:cBhvr>
                                      <p:to>
                                        <p:strVal val="visible"/>
                                      </p:to>
                                    </p:set>
                                    <p:animEffect transition="in" filter="wipe(left)">
                                      <p:cBhvr>
                                        <p:cTn id="81" dur="250"/>
                                        <p:tgtEl>
                                          <p:spTgt spid="61">
                                            <p:txEl>
                                              <p:pRg st="4" end="4"/>
                                            </p:txEl>
                                          </p:spTgt>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61">
                                            <p:txEl>
                                              <p:pRg st="5" end="5"/>
                                            </p:txEl>
                                          </p:spTgt>
                                        </p:tgtEl>
                                        <p:attrNameLst>
                                          <p:attrName>style.visibility</p:attrName>
                                        </p:attrNameLst>
                                      </p:cBhvr>
                                      <p:to>
                                        <p:strVal val="visible"/>
                                      </p:to>
                                    </p:set>
                                    <p:animEffect transition="in" filter="wipe(left)">
                                      <p:cBhvr>
                                        <p:cTn id="84" dur="250"/>
                                        <p:tgtEl>
                                          <p:spTgt spid="61">
                                            <p:txEl>
                                              <p:pRg st="5" end="5"/>
                                            </p:txEl>
                                          </p:spTgt>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61">
                                            <p:txEl>
                                              <p:pRg st="6" end="6"/>
                                            </p:txEl>
                                          </p:spTgt>
                                        </p:tgtEl>
                                        <p:attrNameLst>
                                          <p:attrName>style.visibility</p:attrName>
                                        </p:attrNameLst>
                                      </p:cBhvr>
                                      <p:to>
                                        <p:strVal val="visible"/>
                                      </p:to>
                                    </p:set>
                                    <p:animEffect transition="in" filter="wipe(left)">
                                      <p:cBhvr>
                                        <p:cTn id="87" dur="250"/>
                                        <p:tgtEl>
                                          <p:spTgt spid="61">
                                            <p:txEl>
                                              <p:pRg st="6" end="6"/>
                                            </p:txEl>
                                          </p:spTgt>
                                        </p:tgtEl>
                                      </p:cBhvr>
                                    </p:animEffect>
                                  </p:childTnLst>
                                </p:cTn>
                              </p:par>
                              <p:par>
                                <p:cTn id="88" presetID="22" presetClass="entr" presetSubtype="8" fill="hold" grpId="0" nodeType="withEffect">
                                  <p:stCondLst>
                                    <p:cond delay="0"/>
                                  </p:stCondLst>
                                  <p:childTnLst>
                                    <p:set>
                                      <p:cBhvr>
                                        <p:cTn id="89" dur="1" fill="hold">
                                          <p:stCondLst>
                                            <p:cond delay="0"/>
                                          </p:stCondLst>
                                        </p:cTn>
                                        <p:tgtEl>
                                          <p:spTgt spid="61">
                                            <p:txEl>
                                              <p:pRg st="7" end="7"/>
                                            </p:txEl>
                                          </p:spTgt>
                                        </p:tgtEl>
                                        <p:attrNameLst>
                                          <p:attrName>style.visibility</p:attrName>
                                        </p:attrNameLst>
                                      </p:cBhvr>
                                      <p:to>
                                        <p:strVal val="visible"/>
                                      </p:to>
                                    </p:set>
                                    <p:animEffect transition="in" filter="wipe(left)">
                                      <p:cBhvr>
                                        <p:cTn id="90" dur="250"/>
                                        <p:tgtEl>
                                          <p:spTgt spid="61">
                                            <p:txEl>
                                              <p:pRg st="7" end="7"/>
                                            </p:txEl>
                                          </p:spTgt>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61">
                                            <p:txEl>
                                              <p:pRg st="8" end="8"/>
                                            </p:txEl>
                                          </p:spTgt>
                                        </p:tgtEl>
                                        <p:attrNameLst>
                                          <p:attrName>style.visibility</p:attrName>
                                        </p:attrNameLst>
                                      </p:cBhvr>
                                      <p:to>
                                        <p:strVal val="visible"/>
                                      </p:to>
                                    </p:set>
                                    <p:animEffect transition="in" filter="wipe(left)">
                                      <p:cBhvr>
                                        <p:cTn id="93" dur="250"/>
                                        <p:tgtEl>
                                          <p:spTgt spid="61">
                                            <p:txEl>
                                              <p:pRg st="8" end="8"/>
                                            </p:txEl>
                                          </p:spTgt>
                                        </p:tgtEl>
                                      </p:cBhvr>
                                    </p:animEffect>
                                  </p:childTnLst>
                                </p:cTn>
                              </p:par>
                              <p:par>
                                <p:cTn id="94" presetID="22" presetClass="entr" presetSubtype="8" fill="hold" grpId="0" nodeType="withEffect">
                                  <p:stCondLst>
                                    <p:cond delay="0"/>
                                  </p:stCondLst>
                                  <p:childTnLst>
                                    <p:set>
                                      <p:cBhvr>
                                        <p:cTn id="95" dur="1" fill="hold">
                                          <p:stCondLst>
                                            <p:cond delay="0"/>
                                          </p:stCondLst>
                                        </p:cTn>
                                        <p:tgtEl>
                                          <p:spTgt spid="61">
                                            <p:txEl>
                                              <p:pRg st="9" end="9"/>
                                            </p:txEl>
                                          </p:spTgt>
                                        </p:tgtEl>
                                        <p:attrNameLst>
                                          <p:attrName>style.visibility</p:attrName>
                                        </p:attrNameLst>
                                      </p:cBhvr>
                                      <p:to>
                                        <p:strVal val="visible"/>
                                      </p:to>
                                    </p:set>
                                    <p:animEffect transition="in" filter="wipe(left)">
                                      <p:cBhvr>
                                        <p:cTn id="96" dur="250"/>
                                        <p:tgtEl>
                                          <p:spTgt spid="61">
                                            <p:txEl>
                                              <p:pRg st="9" end="9"/>
                                            </p:txEl>
                                          </p:spTgt>
                                        </p:tgtEl>
                                      </p:cBhvr>
                                    </p:animEffect>
                                  </p:childTnLst>
                                </p:cTn>
                              </p:par>
                              <p:par>
                                <p:cTn id="97" presetID="22" presetClass="entr" presetSubtype="8" fill="hold" grpId="0" nodeType="withEffect">
                                  <p:stCondLst>
                                    <p:cond delay="0"/>
                                  </p:stCondLst>
                                  <p:childTnLst>
                                    <p:set>
                                      <p:cBhvr>
                                        <p:cTn id="98" dur="1" fill="hold">
                                          <p:stCondLst>
                                            <p:cond delay="0"/>
                                          </p:stCondLst>
                                        </p:cTn>
                                        <p:tgtEl>
                                          <p:spTgt spid="61">
                                            <p:txEl>
                                              <p:pRg st="10" end="10"/>
                                            </p:txEl>
                                          </p:spTgt>
                                        </p:tgtEl>
                                        <p:attrNameLst>
                                          <p:attrName>style.visibility</p:attrName>
                                        </p:attrNameLst>
                                      </p:cBhvr>
                                      <p:to>
                                        <p:strVal val="visible"/>
                                      </p:to>
                                    </p:set>
                                    <p:animEffect transition="in" filter="wipe(left)">
                                      <p:cBhvr>
                                        <p:cTn id="99" dur="250"/>
                                        <p:tgtEl>
                                          <p:spTgt spid="61">
                                            <p:txEl>
                                              <p:pRg st="10" end="10"/>
                                            </p:txEl>
                                          </p:spTgt>
                                        </p:tgtEl>
                                      </p:cBhvr>
                                    </p:animEffect>
                                  </p:childTnLst>
                                </p:cTn>
                              </p:par>
                              <p:par>
                                <p:cTn id="100" presetID="22" presetClass="entr" presetSubtype="8" fill="hold" grpId="0" nodeType="withEffect">
                                  <p:stCondLst>
                                    <p:cond delay="0"/>
                                  </p:stCondLst>
                                  <p:childTnLst>
                                    <p:set>
                                      <p:cBhvr>
                                        <p:cTn id="101" dur="1" fill="hold">
                                          <p:stCondLst>
                                            <p:cond delay="0"/>
                                          </p:stCondLst>
                                        </p:cTn>
                                        <p:tgtEl>
                                          <p:spTgt spid="61">
                                            <p:txEl>
                                              <p:pRg st="11" end="11"/>
                                            </p:txEl>
                                          </p:spTgt>
                                        </p:tgtEl>
                                        <p:attrNameLst>
                                          <p:attrName>style.visibility</p:attrName>
                                        </p:attrNameLst>
                                      </p:cBhvr>
                                      <p:to>
                                        <p:strVal val="visible"/>
                                      </p:to>
                                    </p:set>
                                    <p:animEffect transition="in" filter="wipe(left)">
                                      <p:cBhvr>
                                        <p:cTn id="102" dur="250"/>
                                        <p:tgtEl>
                                          <p:spTgt spid="61">
                                            <p:txEl>
                                              <p:pRg st="11" end="11"/>
                                            </p:txEl>
                                          </p:spTgt>
                                        </p:tgtEl>
                                      </p:cBhvr>
                                    </p:animEffect>
                                  </p:childTnLst>
                                </p:cTn>
                              </p:par>
                              <p:par>
                                <p:cTn id="103" presetID="22" presetClass="entr" presetSubtype="8" fill="hold" grpId="0" nodeType="withEffect">
                                  <p:stCondLst>
                                    <p:cond delay="0"/>
                                  </p:stCondLst>
                                  <p:childTnLst>
                                    <p:set>
                                      <p:cBhvr>
                                        <p:cTn id="104" dur="1" fill="hold">
                                          <p:stCondLst>
                                            <p:cond delay="0"/>
                                          </p:stCondLst>
                                        </p:cTn>
                                        <p:tgtEl>
                                          <p:spTgt spid="61">
                                            <p:txEl>
                                              <p:pRg st="12" end="12"/>
                                            </p:txEl>
                                          </p:spTgt>
                                        </p:tgtEl>
                                        <p:attrNameLst>
                                          <p:attrName>style.visibility</p:attrName>
                                        </p:attrNameLst>
                                      </p:cBhvr>
                                      <p:to>
                                        <p:strVal val="visible"/>
                                      </p:to>
                                    </p:set>
                                    <p:animEffect transition="in" filter="wipe(left)">
                                      <p:cBhvr>
                                        <p:cTn id="105" dur="250"/>
                                        <p:tgtEl>
                                          <p:spTgt spid="61">
                                            <p:txEl>
                                              <p:pRg st="12" end="12"/>
                                            </p:txEl>
                                          </p:spTgt>
                                        </p:tgtEl>
                                      </p:cBhvr>
                                    </p:animEffect>
                                  </p:childTnLst>
                                </p:cTn>
                              </p:par>
                              <p:par>
                                <p:cTn id="106" presetID="22" presetClass="entr" presetSubtype="8" fill="hold" grpId="0" nodeType="withEffect">
                                  <p:stCondLst>
                                    <p:cond delay="0"/>
                                  </p:stCondLst>
                                  <p:childTnLst>
                                    <p:set>
                                      <p:cBhvr>
                                        <p:cTn id="107" dur="1" fill="hold">
                                          <p:stCondLst>
                                            <p:cond delay="0"/>
                                          </p:stCondLst>
                                        </p:cTn>
                                        <p:tgtEl>
                                          <p:spTgt spid="61">
                                            <p:txEl>
                                              <p:pRg st="13" end="13"/>
                                            </p:txEl>
                                          </p:spTgt>
                                        </p:tgtEl>
                                        <p:attrNameLst>
                                          <p:attrName>style.visibility</p:attrName>
                                        </p:attrNameLst>
                                      </p:cBhvr>
                                      <p:to>
                                        <p:strVal val="visible"/>
                                      </p:to>
                                    </p:set>
                                    <p:animEffect transition="in" filter="wipe(left)">
                                      <p:cBhvr>
                                        <p:cTn id="108" dur="250"/>
                                        <p:tgtEl>
                                          <p:spTgt spid="61">
                                            <p:txEl>
                                              <p:pRg st="13" end="13"/>
                                            </p:txEl>
                                          </p:spTgt>
                                        </p:tgtEl>
                                      </p:cBhvr>
                                    </p:animEffect>
                                  </p:childTnLst>
                                </p:cTn>
                              </p:par>
                              <p:par>
                                <p:cTn id="109" presetID="22" presetClass="entr" presetSubtype="8" fill="hold" grpId="0" nodeType="withEffect">
                                  <p:stCondLst>
                                    <p:cond delay="0"/>
                                  </p:stCondLst>
                                  <p:childTnLst>
                                    <p:set>
                                      <p:cBhvr>
                                        <p:cTn id="110" dur="1" fill="hold">
                                          <p:stCondLst>
                                            <p:cond delay="0"/>
                                          </p:stCondLst>
                                        </p:cTn>
                                        <p:tgtEl>
                                          <p:spTgt spid="61">
                                            <p:txEl>
                                              <p:pRg st="14" end="14"/>
                                            </p:txEl>
                                          </p:spTgt>
                                        </p:tgtEl>
                                        <p:attrNameLst>
                                          <p:attrName>style.visibility</p:attrName>
                                        </p:attrNameLst>
                                      </p:cBhvr>
                                      <p:to>
                                        <p:strVal val="visible"/>
                                      </p:to>
                                    </p:set>
                                    <p:animEffect transition="in" filter="wipe(left)">
                                      <p:cBhvr>
                                        <p:cTn id="111" dur="250"/>
                                        <p:tgtEl>
                                          <p:spTgt spid="61">
                                            <p:txEl>
                                              <p:pRg st="14" end="14"/>
                                            </p:txEl>
                                          </p:spTgt>
                                        </p:tgtEl>
                                      </p:cBhvr>
                                    </p:animEffect>
                                  </p:childTnLst>
                                </p:cTn>
                              </p:par>
                              <p:par>
                                <p:cTn id="112" presetID="22" presetClass="entr" presetSubtype="8" fill="hold" grpId="0" nodeType="withEffect">
                                  <p:stCondLst>
                                    <p:cond delay="0"/>
                                  </p:stCondLst>
                                  <p:childTnLst>
                                    <p:set>
                                      <p:cBhvr>
                                        <p:cTn id="113" dur="1" fill="hold">
                                          <p:stCondLst>
                                            <p:cond delay="0"/>
                                          </p:stCondLst>
                                        </p:cTn>
                                        <p:tgtEl>
                                          <p:spTgt spid="61">
                                            <p:txEl>
                                              <p:pRg st="15" end="15"/>
                                            </p:txEl>
                                          </p:spTgt>
                                        </p:tgtEl>
                                        <p:attrNameLst>
                                          <p:attrName>style.visibility</p:attrName>
                                        </p:attrNameLst>
                                      </p:cBhvr>
                                      <p:to>
                                        <p:strVal val="visible"/>
                                      </p:to>
                                    </p:set>
                                    <p:animEffect transition="in" filter="wipe(left)">
                                      <p:cBhvr>
                                        <p:cTn id="114" dur="250"/>
                                        <p:tgtEl>
                                          <p:spTgt spid="61">
                                            <p:txEl>
                                              <p:pRg st="15" end="1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build="allAtOnce"/>
      <p:bldP spid="59" grpId="0"/>
      <p:bldP spid="61" grpId="0" uiExpand="1" build="allAtOnce"/>
      <p:bldP spid="6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090E54-B366-0600-717D-BCB726C5A553}"/>
            </a:ext>
          </a:extLst>
        </p:cNvPr>
        <p:cNvGrpSpPr/>
        <p:nvPr/>
      </p:nvGrpSpPr>
      <p:grpSpPr>
        <a:xfrm>
          <a:off x="0" y="0"/>
          <a:ext cx="0" cy="0"/>
          <a:chOff x="0" y="0"/>
          <a:chExt cx="0" cy="0"/>
        </a:xfrm>
      </p:grpSpPr>
      <p:grpSp>
        <p:nvGrpSpPr>
          <p:cNvPr id="2" name="!!Film_Tabe_2">
            <a:extLst>
              <a:ext uri="{FF2B5EF4-FFF2-40B4-BE49-F238E27FC236}">
                <a16:creationId xmlns:a16="http://schemas.microsoft.com/office/drawing/2014/main" id="{12CBD2A7-7664-55A5-B6FB-2B8AB8AD5D2E}"/>
              </a:ext>
            </a:extLst>
          </p:cNvPr>
          <p:cNvGrpSpPr/>
          <p:nvPr/>
        </p:nvGrpSpPr>
        <p:grpSpPr>
          <a:xfrm rot="18000000">
            <a:off x="-2404915" y="12573043"/>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F48B8505-D076-1618-FD81-CED889CB122C}"/>
                </a:ext>
              </a:extLst>
            </p:cNvPr>
            <p:cNvGrpSpPr/>
            <p:nvPr/>
          </p:nvGrpSpPr>
          <p:grpSpPr>
            <a:xfrm>
              <a:off x="737207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23BB091F-4F10-6ACF-0AC7-1E5809D06A0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D049958F-F02D-E95D-A064-B89A615C9EF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8FE79860-48BE-71A9-383E-FD3C0068537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96CA2323-36CC-49F0-AB4F-4F1B0DAB49C2}"/>
                </a:ext>
              </a:extLst>
            </p:cNvPr>
            <p:cNvGrpSpPr/>
            <p:nvPr/>
          </p:nvGrpSpPr>
          <p:grpSpPr>
            <a:xfrm>
              <a:off x="4702657"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74EBB916-EF17-B017-B34A-CC878E4D36A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BECBDD6C-D4DA-0E63-7A11-661148E0D6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8AC7CB23-A370-1261-25E4-EA2C8160360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A4765D0D-2E5C-C256-6446-BEC3E1C1D014}"/>
                </a:ext>
              </a:extLst>
            </p:cNvPr>
            <p:cNvGrpSpPr/>
            <p:nvPr/>
          </p:nvGrpSpPr>
          <p:grpSpPr>
            <a:xfrm>
              <a:off x="1273285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9176C342-DC37-36A3-6A00-59364050F57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8D673F21-D36C-E15E-9BBA-99CE28BF751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FE98086D-DF76-D0D4-3ED5-F92022100CC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AFB00C00-F101-B37D-8A47-25A8BB7F64B4}"/>
                </a:ext>
              </a:extLst>
            </p:cNvPr>
            <p:cNvGrpSpPr/>
            <p:nvPr/>
          </p:nvGrpSpPr>
          <p:grpSpPr>
            <a:xfrm>
              <a:off x="10063430" y="2448455"/>
              <a:ext cx="2738174" cy="1961091"/>
              <a:chOff x="4726913" y="2438401"/>
              <a:chExt cx="2738174" cy="1961091"/>
            </a:xfrm>
          </p:grpSpPr>
          <p:sp>
            <p:nvSpPr>
              <p:cNvPr id="54" name="Graphic 2" descr="Film strip outline">
                <a:extLst>
                  <a:ext uri="{FF2B5EF4-FFF2-40B4-BE49-F238E27FC236}">
                    <a16:creationId xmlns:a16="http://schemas.microsoft.com/office/drawing/2014/main" id="{7BDAC668-A3F7-EC2A-4FC9-26C75A66F0C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AF16C3E7-CDE9-29EB-E04C-1FCF1A6FD2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93FA07DC-FF81-406F-A76A-43398D461F1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1A48DC19-E605-5337-5134-654061C9FC9A}"/>
                </a:ext>
              </a:extLst>
            </p:cNvPr>
            <p:cNvGrpSpPr/>
            <p:nvPr/>
          </p:nvGrpSpPr>
          <p:grpSpPr>
            <a:xfrm>
              <a:off x="-332736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647643E5-9778-B149-3173-D21BEFD3BD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DC872785-F50F-C3A5-2D4D-A6F74F5201B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9B48B802-C103-6037-34D2-5D82E8EFE7D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756C0A78-B1B7-C912-DB77-9E98DC21705B}"/>
                </a:ext>
              </a:extLst>
            </p:cNvPr>
            <p:cNvGrpSpPr/>
            <p:nvPr/>
          </p:nvGrpSpPr>
          <p:grpSpPr>
            <a:xfrm>
              <a:off x="-5996785"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0ED1F76B-4C17-60DC-908F-8923120E50B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B24D45C0-5B6E-BE67-A582-1677F8FDCDA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1EFB4550-0B7D-982C-372D-DD3FD1EBA0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1319C4E3-FF0F-3A62-CB27-CD5CE970CC7E}"/>
                </a:ext>
              </a:extLst>
            </p:cNvPr>
            <p:cNvGrpSpPr/>
            <p:nvPr/>
          </p:nvGrpSpPr>
          <p:grpSpPr>
            <a:xfrm>
              <a:off x="2033408"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A0CFBBF6-6B39-1FF6-360A-B680CAAC34F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BDF38794-7F6D-EDE3-1246-CEAA0EDE459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74B4F168-E6CD-37B7-FAA4-D1E99E15083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316F6902-F8A8-4900-FDEA-0F1E7A75F1EC}"/>
                </a:ext>
              </a:extLst>
            </p:cNvPr>
            <p:cNvGrpSpPr/>
            <p:nvPr/>
          </p:nvGrpSpPr>
          <p:grpSpPr>
            <a:xfrm>
              <a:off x="-636012" y="2448454"/>
              <a:ext cx="2738174" cy="1961091"/>
              <a:chOff x="4726913" y="2438401"/>
              <a:chExt cx="2738174" cy="1961091"/>
            </a:xfrm>
          </p:grpSpPr>
          <p:sp>
            <p:nvSpPr>
              <p:cNvPr id="42" name="Graphic 2" descr="Film strip outline">
                <a:extLst>
                  <a:ext uri="{FF2B5EF4-FFF2-40B4-BE49-F238E27FC236}">
                    <a16:creationId xmlns:a16="http://schemas.microsoft.com/office/drawing/2014/main" id="{A23A2650-71A9-7033-A3CC-289B08B99F4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3" name="Straight Connector 42">
                <a:extLst>
                  <a:ext uri="{FF2B5EF4-FFF2-40B4-BE49-F238E27FC236}">
                    <a16:creationId xmlns:a16="http://schemas.microsoft.com/office/drawing/2014/main" id="{464BD5C2-2407-B117-1222-01F4321CC9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B56C0FED-DC98-3425-9673-A63C1C97D18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66" name="!!Film_Tabe_1">
            <a:extLst>
              <a:ext uri="{FF2B5EF4-FFF2-40B4-BE49-F238E27FC236}">
                <a16:creationId xmlns:a16="http://schemas.microsoft.com/office/drawing/2014/main" id="{9401FB13-BBDF-0FEA-982C-C591F1526465}"/>
              </a:ext>
            </a:extLst>
          </p:cNvPr>
          <p:cNvGrpSpPr/>
          <p:nvPr/>
        </p:nvGrpSpPr>
        <p:grpSpPr>
          <a:xfrm rot="18000000">
            <a:off x="-7662573" y="-6017018"/>
            <a:ext cx="21467809" cy="1961092"/>
            <a:chOff x="-5996785" y="2448454"/>
            <a:chExt cx="21467809" cy="1961092"/>
          </a:xfrm>
          <a:effectLst>
            <a:outerShdw blurRad="12700" dist="50800" dir="2700000" algn="tl" rotWithShape="0">
              <a:schemeClr val="tx1">
                <a:alpha val="40000"/>
              </a:schemeClr>
            </a:outerShdw>
          </a:effectLst>
        </p:grpSpPr>
        <p:grpSp>
          <p:nvGrpSpPr>
            <p:cNvPr id="67" name="Group 66">
              <a:extLst>
                <a:ext uri="{FF2B5EF4-FFF2-40B4-BE49-F238E27FC236}">
                  <a16:creationId xmlns:a16="http://schemas.microsoft.com/office/drawing/2014/main" id="{11FD7E40-FDAD-ADCF-3D4B-6BDF065E71B6}"/>
                </a:ext>
              </a:extLst>
            </p:cNvPr>
            <p:cNvGrpSpPr/>
            <p:nvPr/>
          </p:nvGrpSpPr>
          <p:grpSpPr>
            <a:xfrm>
              <a:off x="7372077" y="2448455"/>
              <a:ext cx="2738174" cy="1961091"/>
              <a:chOff x="4726913" y="2438401"/>
              <a:chExt cx="2738174" cy="1961091"/>
            </a:xfrm>
          </p:grpSpPr>
          <p:sp>
            <p:nvSpPr>
              <p:cNvPr id="96" name="Graphic 2" descr="Film strip outline">
                <a:extLst>
                  <a:ext uri="{FF2B5EF4-FFF2-40B4-BE49-F238E27FC236}">
                    <a16:creationId xmlns:a16="http://schemas.microsoft.com/office/drawing/2014/main" id="{FAF4E24D-C676-D8F4-007C-994B4E936BA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7" name="Straight Connector 96">
                <a:extLst>
                  <a:ext uri="{FF2B5EF4-FFF2-40B4-BE49-F238E27FC236}">
                    <a16:creationId xmlns:a16="http://schemas.microsoft.com/office/drawing/2014/main" id="{4094A630-FCFC-E671-D07A-858E26B83E4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8" name="TextBox 97">
                <a:extLst>
                  <a:ext uri="{FF2B5EF4-FFF2-40B4-BE49-F238E27FC236}">
                    <a16:creationId xmlns:a16="http://schemas.microsoft.com/office/drawing/2014/main" id="{5AAECDA6-DE37-95CA-6A15-4E83E6FB867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8" name="Group 67">
              <a:extLst>
                <a:ext uri="{FF2B5EF4-FFF2-40B4-BE49-F238E27FC236}">
                  <a16:creationId xmlns:a16="http://schemas.microsoft.com/office/drawing/2014/main" id="{21065EE6-B279-B4DF-2399-74E120F74907}"/>
                </a:ext>
              </a:extLst>
            </p:cNvPr>
            <p:cNvGrpSpPr/>
            <p:nvPr/>
          </p:nvGrpSpPr>
          <p:grpSpPr>
            <a:xfrm>
              <a:off x="4702657" y="2448455"/>
              <a:ext cx="2738174" cy="1961091"/>
              <a:chOff x="4726913" y="2438401"/>
              <a:chExt cx="2738174" cy="1961091"/>
            </a:xfrm>
          </p:grpSpPr>
          <p:sp>
            <p:nvSpPr>
              <p:cNvPr id="93" name="Graphic 2" descr="Film strip outline">
                <a:extLst>
                  <a:ext uri="{FF2B5EF4-FFF2-40B4-BE49-F238E27FC236}">
                    <a16:creationId xmlns:a16="http://schemas.microsoft.com/office/drawing/2014/main" id="{568BB83F-AD9B-98FE-EBB7-AF0206824DA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4" name="Straight Connector 93">
                <a:extLst>
                  <a:ext uri="{FF2B5EF4-FFF2-40B4-BE49-F238E27FC236}">
                    <a16:creationId xmlns:a16="http://schemas.microsoft.com/office/drawing/2014/main" id="{B4A5A8EB-A147-4F93-D71E-B49E5B2C3F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5" name="TextBox 94">
                <a:extLst>
                  <a:ext uri="{FF2B5EF4-FFF2-40B4-BE49-F238E27FC236}">
                    <a16:creationId xmlns:a16="http://schemas.microsoft.com/office/drawing/2014/main" id="{964B99EF-FD47-2546-74C2-9E50F665723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9" name="Group 68">
              <a:extLst>
                <a:ext uri="{FF2B5EF4-FFF2-40B4-BE49-F238E27FC236}">
                  <a16:creationId xmlns:a16="http://schemas.microsoft.com/office/drawing/2014/main" id="{67E58878-39FB-7CBD-A3DE-2A9BBC5003D9}"/>
                </a:ext>
              </a:extLst>
            </p:cNvPr>
            <p:cNvGrpSpPr/>
            <p:nvPr/>
          </p:nvGrpSpPr>
          <p:grpSpPr>
            <a:xfrm>
              <a:off x="12732850" y="2448455"/>
              <a:ext cx="2738174" cy="1961091"/>
              <a:chOff x="4726913" y="2438401"/>
              <a:chExt cx="2738174" cy="1961091"/>
            </a:xfrm>
          </p:grpSpPr>
          <p:sp>
            <p:nvSpPr>
              <p:cNvPr id="90" name="Graphic 2" descr="Film strip outline">
                <a:extLst>
                  <a:ext uri="{FF2B5EF4-FFF2-40B4-BE49-F238E27FC236}">
                    <a16:creationId xmlns:a16="http://schemas.microsoft.com/office/drawing/2014/main" id="{46CF69C5-E3DC-4D7A-0FE6-E20554B1C67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1" name="Straight Connector 90">
                <a:extLst>
                  <a:ext uri="{FF2B5EF4-FFF2-40B4-BE49-F238E27FC236}">
                    <a16:creationId xmlns:a16="http://schemas.microsoft.com/office/drawing/2014/main" id="{6900FCEC-9239-FB27-BD7E-79BA1BE9B60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2" name="TextBox 91">
                <a:extLst>
                  <a:ext uri="{FF2B5EF4-FFF2-40B4-BE49-F238E27FC236}">
                    <a16:creationId xmlns:a16="http://schemas.microsoft.com/office/drawing/2014/main" id="{4C813624-1925-37F3-92C7-89F47921F3E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0" name="Group 69">
              <a:extLst>
                <a:ext uri="{FF2B5EF4-FFF2-40B4-BE49-F238E27FC236}">
                  <a16:creationId xmlns:a16="http://schemas.microsoft.com/office/drawing/2014/main" id="{8EFE1D43-AC27-AE71-4D68-E5269D899E91}"/>
                </a:ext>
              </a:extLst>
            </p:cNvPr>
            <p:cNvGrpSpPr/>
            <p:nvPr/>
          </p:nvGrpSpPr>
          <p:grpSpPr>
            <a:xfrm>
              <a:off x="10063430" y="2448455"/>
              <a:ext cx="2738174" cy="1961091"/>
              <a:chOff x="4726913" y="2438401"/>
              <a:chExt cx="2738174" cy="1961091"/>
            </a:xfrm>
          </p:grpSpPr>
          <p:sp>
            <p:nvSpPr>
              <p:cNvPr id="87" name="Graphic 2" descr="Film strip outline">
                <a:extLst>
                  <a:ext uri="{FF2B5EF4-FFF2-40B4-BE49-F238E27FC236}">
                    <a16:creationId xmlns:a16="http://schemas.microsoft.com/office/drawing/2014/main" id="{845C5359-1355-C6F0-310A-7487FC45F6F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8" name="Straight Connector 87">
                <a:extLst>
                  <a:ext uri="{FF2B5EF4-FFF2-40B4-BE49-F238E27FC236}">
                    <a16:creationId xmlns:a16="http://schemas.microsoft.com/office/drawing/2014/main" id="{FEA94EF6-3487-5FCA-ED28-E055275F887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9" name="TextBox 88">
                <a:extLst>
                  <a:ext uri="{FF2B5EF4-FFF2-40B4-BE49-F238E27FC236}">
                    <a16:creationId xmlns:a16="http://schemas.microsoft.com/office/drawing/2014/main" id="{616645D5-EED6-ABE1-08E2-A9FD604B8DF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1" name="Group 70">
              <a:extLst>
                <a:ext uri="{FF2B5EF4-FFF2-40B4-BE49-F238E27FC236}">
                  <a16:creationId xmlns:a16="http://schemas.microsoft.com/office/drawing/2014/main" id="{204EC105-70BC-881E-36FD-F31559706BB8}"/>
                </a:ext>
              </a:extLst>
            </p:cNvPr>
            <p:cNvGrpSpPr/>
            <p:nvPr/>
          </p:nvGrpSpPr>
          <p:grpSpPr>
            <a:xfrm>
              <a:off x="-3327365" y="2448454"/>
              <a:ext cx="2738174" cy="1961091"/>
              <a:chOff x="4726913" y="2438401"/>
              <a:chExt cx="2738174" cy="1961091"/>
            </a:xfrm>
          </p:grpSpPr>
          <p:sp>
            <p:nvSpPr>
              <p:cNvPr id="84" name="Graphic 2" descr="Film strip outline">
                <a:extLst>
                  <a:ext uri="{FF2B5EF4-FFF2-40B4-BE49-F238E27FC236}">
                    <a16:creationId xmlns:a16="http://schemas.microsoft.com/office/drawing/2014/main" id="{53B28A72-BC04-18BB-5814-B46F1EB4A00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5" name="Straight Connector 84">
                <a:extLst>
                  <a:ext uri="{FF2B5EF4-FFF2-40B4-BE49-F238E27FC236}">
                    <a16:creationId xmlns:a16="http://schemas.microsoft.com/office/drawing/2014/main" id="{D9DE5133-0263-D060-3C53-260171083C5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53E043F0-15D6-F2CA-7961-A964A6BFB70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2" name="Group 71">
              <a:extLst>
                <a:ext uri="{FF2B5EF4-FFF2-40B4-BE49-F238E27FC236}">
                  <a16:creationId xmlns:a16="http://schemas.microsoft.com/office/drawing/2014/main" id="{1FF855D9-3BD3-7EE8-BE4F-998EC412CCEE}"/>
                </a:ext>
              </a:extLst>
            </p:cNvPr>
            <p:cNvGrpSpPr/>
            <p:nvPr/>
          </p:nvGrpSpPr>
          <p:grpSpPr>
            <a:xfrm>
              <a:off x="-5996785" y="2448454"/>
              <a:ext cx="2738174" cy="1961091"/>
              <a:chOff x="4726913" y="2438401"/>
              <a:chExt cx="2738174" cy="1961091"/>
            </a:xfrm>
          </p:grpSpPr>
          <p:sp>
            <p:nvSpPr>
              <p:cNvPr id="81" name="Graphic 2" descr="Film strip outline">
                <a:extLst>
                  <a:ext uri="{FF2B5EF4-FFF2-40B4-BE49-F238E27FC236}">
                    <a16:creationId xmlns:a16="http://schemas.microsoft.com/office/drawing/2014/main" id="{6FF9A78D-5EE0-4EA2-B3B4-FF60EDFEC3A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2" name="Straight Connector 81">
                <a:extLst>
                  <a:ext uri="{FF2B5EF4-FFF2-40B4-BE49-F238E27FC236}">
                    <a16:creationId xmlns:a16="http://schemas.microsoft.com/office/drawing/2014/main" id="{1D37B38B-7582-806C-4517-3CF3473C676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3" name="TextBox 82">
                <a:extLst>
                  <a:ext uri="{FF2B5EF4-FFF2-40B4-BE49-F238E27FC236}">
                    <a16:creationId xmlns:a16="http://schemas.microsoft.com/office/drawing/2014/main" id="{0AE04851-FF20-045F-F62E-C9A024E974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3" name="Group 72">
              <a:extLst>
                <a:ext uri="{FF2B5EF4-FFF2-40B4-BE49-F238E27FC236}">
                  <a16:creationId xmlns:a16="http://schemas.microsoft.com/office/drawing/2014/main" id="{24505960-E808-C8D5-D6A6-D462533B56BC}"/>
                </a:ext>
              </a:extLst>
            </p:cNvPr>
            <p:cNvGrpSpPr/>
            <p:nvPr/>
          </p:nvGrpSpPr>
          <p:grpSpPr>
            <a:xfrm>
              <a:off x="2033408" y="2448454"/>
              <a:ext cx="2738174" cy="1961091"/>
              <a:chOff x="4726913" y="2438401"/>
              <a:chExt cx="2738174" cy="1961091"/>
            </a:xfrm>
          </p:grpSpPr>
          <p:sp>
            <p:nvSpPr>
              <p:cNvPr id="78" name="Graphic 2" descr="Film strip outline">
                <a:extLst>
                  <a:ext uri="{FF2B5EF4-FFF2-40B4-BE49-F238E27FC236}">
                    <a16:creationId xmlns:a16="http://schemas.microsoft.com/office/drawing/2014/main" id="{F09A2DE6-1985-9D06-5802-F67FEB42B38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3CD6B4AE-E9D0-8719-367F-7A19AC504DC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8B086B8F-7B43-F8ED-27AF-7EF3648470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4" name="Group 73">
              <a:extLst>
                <a:ext uri="{FF2B5EF4-FFF2-40B4-BE49-F238E27FC236}">
                  <a16:creationId xmlns:a16="http://schemas.microsoft.com/office/drawing/2014/main" id="{A3ECB578-66A6-5B07-67B8-D31589511791}"/>
                </a:ext>
              </a:extLst>
            </p:cNvPr>
            <p:cNvGrpSpPr/>
            <p:nvPr/>
          </p:nvGrpSpPr>
          <p:grpSpPr>
            <a:xfrm>
              <a:off x="-636012" y="2448454"/>
              <a:ext cx="2738174" cy="1961091"/>
              <a:chOff x="4726913" y="2438401"/>
              <a:chExt cx="2738174" cy="1961091"/>
            </a:xfrm>
          </p:grpSpPr>
          <p:sp>
            <p:nvSpPr>
              <p:cNvPr id="75" name="Graphic 2" descr="Film strip outline">
                <a:extLst>
                  <a:ext uri="{FF2B5EF4-FFF2-40B4-BE49-F238E27FC236}">
                    <a16:creationId xmlns:a16="http://schemas.microsoft.com/office/drawing/2014/main" id="{C5C48BFE-C6CB-5D79-663E-498DF953A76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B1932313-6066-B72D-5004-A2F90C2410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D4532B8D-BB55-CF27-1EA9-9BC4EE2435D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6" name="Pic_Fame">
            <a:extLst>
              <a:ext uri="{FF2B5EF4-FFF2-40B4-BE49-F238E27FC236}">
                <a16:creationId xmlns:a16="http://schemas.microsoft.com/office/drawing/2014/main" id="{C8D0085F-FC0D-B097-D9CC-12402D4C500A}"/>
              </a:ext>
            </a:extLst>
          </p:cNvPr>
          <p:cNvGrpSpPr/>
          <p:nvPr/>
        </p:nvGrpSpPr>
        <p:grpSpPr>
          <a:xfrm>
            <a:off x="6054656" y="1645582"/>
            <a:ext cx="4970372" cy="5014298"/>
            <a:chOff x="6054656" y="1645582"/>
            <a:chExt cx="4970372" cy="5014298"/>
          </a:xfrm>
        </p:grpSpPr>
        <p:sp>
          <p:nvSpPr>
            <p:cNvPr id="26" name="Rectangle 25">
              <a:extLst>
                <a:ext uri="{FF2B5EF4-FFF2-40B4-BE49-F238E27FC236}">
                  <a16:creationId xmlns:a16="http://schemas.microsoft.com/office/drawing/2014/main" id="{1F697B5C-6656-1CBB-52DE-68F47BA8A4C6}"/>
                </a:ext>
              </a:extLst>
            </p:cNvPr>
            <p:cNvSpPr/>
            <p:nvPr/>
          </p:nvSpPr>
          <p:spPr>
            <a:xfrm>
              <a:off x="6054656" y="1645582"/>
              <a:ext cx="4970372" cy="5014298"/>
            </a:xfrm>
            <a:prstGeom prst="rect">
              <a:avLst/>
            </a:prstGeom>
            <a:solidFill>
              <a:schemeClr val="bg1"/>
            </a:solidFill>
            <a:ln>
              <a:solidFill>
                <a:schemeClr val="bg2">
                  <a:lumMod val="90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B74E09D2-EBD7-02B2-741D-A48E8BA335DD}"/>
                </a:ext>
              </a:extLst>
            </p:cNvPr>
            <p:cNvSpPr/>
            <p:nvPr/>
          </p:nvSpPr>
          <p:spPr>
            <a:xfrm>
              <a:off x="6461596" y="2003253"/>
              <a:ext cx="4156492" cy="3894222"/>
            </a:xfrm>
            <a:prstGeom prst="rect">
              <a:avLst/>
            </a:prstGeom>
            <a:solidFill>
              <a:schemeClr val="tx1"/>
            </a:solidFill>
            <a:ln>
              <a:noFill/>
            </a:ln>
            <a:effectLst>
              <a:innerShdw blurRad="63500" dist="50800" dir="2700000">
                <a:schemeClr val="bg1">
                  <a:alpha val="50000"/>
                </a:scheme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28" name="TextBox">
            <a:extLst>
              <a:ext uri="{FF2B5EF4-FFF2-40B4-BE49-F238E27FC236}">
                <a16:creationId xmlns:a16="http://schemas.microsoft.com/office/drawing/2014/main" id="{DE057C9E-39AC-0A75-7FB8-A955F2F433C2}"/>
              </a:ext>
            </a:extLst>
          </p:cNvPr>
          <p:cNvSpPr txBox="1"/>
          <p:nvPr/>
        </p:nvSpPr>
        <p:spPr>
          <a:xfrm>
            <a:off x="6467209" y="2085204"/>
            <a:ext cx="4003025" cy="3268652"/>
          </a:xfrm>
          <a:prstGeom prst="rect">
            <a:avLst/>
          </a:prstGeom>
          <a:noFill/>
        </p:spPr>
        <p:txBody>
          <a:bodyPr wrap="square" rtlCol="0">
            <a:spAutoFit/>
          </a:bodyPr>
          <a:lstStyle/>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Video Quality</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digital video quality</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Video Resolution</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Digital video resolution</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Machine learning</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Deep learning</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conventional compression codecs</a:t>
            </a:r>
          </a:p>
        </p:txBody>
      </p:sp>
      <p:grpSp>
        <p:nvGrpSpPr>
          <p:cNvPr id="12" name="Pic_Fram">
            <a:extLst>
              <a:ext uri="{FF2B5EF4-FFF2-40B4-BE49-F238E27FC236}">
                <a16:creationId xmlns:a16="http://schemas.microsoft.com/office/drawing/2014/main" id="{F4C6D41E-E680-940C-F3C8-248B90AA27E2}"/>
              </a:ext>
            </a:extLst>
          </p:cNvPr>
          <p:cNvGrpSpPr/>
          <p:nvPr/>
        </p:nvGrpSpPr>
        <p:grpSpPr>
          <a:xfrm>
            <a:off x="684478" y="1645582"/>
            <a:ext cx="4970372" cy="5014298"/>
            <a:chOff x="684478" y="1645582"/>
            <a:chExt cx="4970372" cy="5014298"/>
          </a:xfrm>
        </p:grpSpPr>
        <p:sp>
          <p:nvSpPr>
            <p:cNvPr id="13" name="Rectangle 12">
              <a:extLst>
                <a:ext uri="{FF2B5EF4-FFF2-40B4-BE49-F238E27FC236}">
                  <a16:creationId xmlns:a16="http://schemas.microsoft.com/office/drawing/2014/main" id="{96B3A22F-5E28-F75A-78B9-B94D3F60F2A7}"/>
                </a:ext>
              </a:extLst>
            </p:cNvPr>
            <p:cNvSpPr/>
            <p:nvPr/>
          </p:nvSpPr>
          <p:spPr>
            <a:xfrm>
              <a:off x="684478" y="1645582"/>
              <a:ext cx="4970372" cy="5014298"/>
            </a:xfrm>
            <a:prstGeom prst="rect">
              <a:avLst/>
            </a:prstGeom>
            <a:solidFill>
              <a:schemeClr val="bg1"/>
            </a:solidFill>
            <a:ln>
              <a:solidFill>
                <a:schemeClr val="bg2">
                  <a:lumMod val="90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4" name="Rectangle 13">
              <a:extLst>
                <a:ext uri="{FF2B5EF4-FFF2-40B4-BE49-F238E27FC236}">
                  <a16:creationId xmlns:a16="http://schemas.microsoft.com/office/drawing/2014/main" id="{D9C8CEC9-7714-5E07-0A3B-933FEDA72A68}"/>
                </a:ext>
              </a:extLst>
            </p:cNvPr>
            <p:cNvSpPr/>
            <p:nvPr/>
          </p:nvSpPr>
          <p:spPr>
            <a:xfrm>
              <a:off x="1091418" y="2003253"/>
              <a:ext cx="4156492" cy="3894222"/>
            </a:xfrm>
            <a:prstGeom prst="rect">
              <a:avLst/>
            </a:prstGeom>
            <a:solidFill>
              <a:schemeClr val="tx1"/>
            </a:solidFill>
            <a:ln>
              <a:noFill/>
            </a:ln>
            <a:effectLst>
              <a:innerShdw blurRad="63500" dist="50800" dir="2700000">
                <a:schemeClr val="bg1">
                  <a:alpha val="50000"/>
                </a:scheme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21" name="TextBox">
            <a:extLst>
              <a:ext uri="{FF2B5EF4-FFF2-40B4-BE49-F238E27FC236}">
                <a16:creationId xmlns:a16="http://schemas.microsoft.com/office/drawing/2014/main" id="{0EFE592F-F9A0-4BA3-C969-C9B309055475}"/>
              </a:ext>
            </a:extLst>
          </p:cNvPr>
          <p:cNvSpPr txBox="1"/>
          <p:nvPr/>
        </p:nvSpPr>
        <p:spPr>
          <a:xfrm>
            <a:off x="1100668" y="2085204"/>
            <a:ext cx="4147242" cy="3730317"/>
          </a:xfrm>
          <a:prstGeom prst="rect">
            <a:avLst/>
          </a:prstGeom>
          <a:noFill/>
        </p:spPr>
        <p:txBody>
          <a:bodyPr wrap="square" rtlCol="0">
            <a:spAutoFit/>
          </a:bodyPr>
          <a:lstStyle/>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Artificial Intelligence (AI)</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AI-Based</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Frames</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Video</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Video compression</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AI-based video compression system</a:t>
            </a:r>
          </a:p>
          <a:p>
            <a:pPr marL="342900" indent="-342900">
              <a:lnSpc>
                <a:spcPct val="150000"/>
              </a:lnSpc>
              <a:buClr>
                <a:schemeClr val="bg1"/>
              </a:buClr>
              <a:buFont typeface="Arial" panose="020B0604020202020204" pitchFamily="34" charset="0"/>
              <a:buChar char="•"/>
            </a:pPr>
            <a:r>
              <a:rPr lang="en-US" sz="2000" dirty="0">
                <a:solidFill>
                  <a:schemeClr val="bg1">
                    <a:lumMod val="95000"/>
                  </a:schemeClr>
                </a:solidFill>
                <a:latin typeface="Times New Roman" panose="02020603050405020304" pitchFamily="18" charset="0"/>
                <a:cs typeface="Times New Roman" panose="02020603050405020304" pitchFamily="18" charset="0"/>
              </a:rPr>
              <a:t>colored digital video</a:t>
            </a:r>
            <a:endParaRPr lang="en-US" dirty="0">
              <a:solidFill>
                <a:schemeClr val="bg1">
                  <a:lumMod val="95000"/>
                </a:schemeClr>
              </a:solidFill>
              <a:latin typeface="Times New Roman" panose="02020603050405020304" pitchFamily="18" charset="0"/>
              <a:cs typeface="Times New Roman" panose="02020603050405020304" pitchFamily="18" charset="0"/>
            </a:endParaRPr>
          </a:p>
        </p:txBody>
      </p:sp>
      <p:sp>
        <p:nvSpPr>
          <p:cNvPr id="11" name="Sub Title">
            <a:extLst>
              <a:ext uri="{FF2B5EF4-FFF2-40B4-BE49-F238E27FC236}">
                <a16:creationId xmlns:a16="http://schemas.microsoft.com/office/drawing/2014/main" id="{9EE571D2-AF83-60EE-392B-1144AB6CFB61}"/>
              </a:ext>
            </a:extLst>
          </p:cNvPr>
          <p:cNvSpPr txBox="1">
            <a:spLocks noGrp="1"/>
          </p:cNvSpPr>
          <p:nvPr>
            <p:ph type="title" idx="4294967295"/>
          </p:nvPr>
        </p:nvSpPr>
        <p:spPr>
          <a:xfrm>
            <a:off x="1087279" y="958729"/>
            <a:ext cx="5388484" cy="492443"/>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chemeClr val="tx2"/>
                </a:solidFill>
                <a:effectLst/>
                <a:uLnTx/>
                <a:uFillTx/>
                <a:latin typeface="Times New Roman" panose="02020603050405020304" pitchFamily="18" charset="0"/>
                <a:ea typeface="+mn-ea"/>
                <a:cs typeface="Times New Roman" panose="02020603050405020304" pitchFamily="18" charset="0"/>
              </a:rPr>
              <a:t>Key words </a:t>
            </a:r>
            <a:endParaRPr kumimoji="0" lang="en-US" sz="2600" b="0" i="0" u="none" strike="noStrike" kern="1200" cap="none" spc="0" normalizeH="0" baseline="0" noProof="0" dirty="0">
              <a:ln>
                <a:noFill/>
              </a:ln>
              <a:solidFill>
                <a:schemeClr val="tx2"/>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5" name="Title">
            <a:extLst>
              <a:ext uri="{FF2B5EF4-FFF2-40B4-BE49-F238E27FC236}">
                <a16:creationId xmlns:a16="http://schemas.microsoft.com/office/drawing/2014/main" id="{FBDB0101-51FA-459D-EA84-8858BB3CA2DA}"/>
              </a:ext>
            </a:extLst>
          </p:cNvPr>
          <p:cNvSpPr txBox="1">
            <a:spLocks/>
          </p:cNvSpPr>
          <p:nvPr/>
        </p:nvSpPr>
        <p:spPr>
          <a:xfrm>
            <a:off x="1235836" y="298050"/>
            <a:ext cx="5388484" cy="55399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a:ln>
                  <a:noFill/>
                </a:ln>
                <a:solidFill>
                  <a:schemeClr val="tx1"/>
                </a:solidFill>
                <a:effectLst/>
                <a:uLnTx/>
                <a:uFillTx/>
                <a:latin typeface="Times New Roman" panose="02020603050405020304" pitchFamily="18" charset="0"/>
                <a:ea typeface="+mn-ea"/>
                <a:cs typeface="Times New Roman" panose="02020603050405020304" pitchFamily="18" charset="0"/>
              </a:rPr>
              <a:t>Project Introduction </a:t>
            </a:r>
            <a:endParaRPr kumimoji="0" lang="en-US" sz="3000" b="1"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0" name="Slide Number Placeholder 24">
            <a:extLst>
              <a:ext uri="{FF2B5EF4-FFF2-40B4-BE49-F238E27FC236}">
                <a16:creationId xmlns:a16="http://schemas.microsoft.com/office/drawing/2014/main" id="{37AAD47E-7BC6-AC1C-DE1B-B7A8DFBBF267}"/>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6</a:t>
            </a:fld>
            <a:endParaRPr lang="en-AS" dirty="0"/>
          </a:p>
        </p:txBody>
      </p:sp>
      <p:grpSp>
        <p:nvGrpSpPr>
          <p:cNvPr id="20" name="Group 19">
            <a:extLst>
              <a:ext uri="{FF2B5EF4-FFF2-40B4-BE49-F238E27FC236}">
                <a16:creationId xmlns:a16="http://schemas.microsoft.com/office/drawing/2014/main" id="{2894B06F-69A9-6CDB-DDCD-6FF9D4BF559A}"/>
              </a:ext>
            </a:extLst>
          </p:cNvPr>
          <p:cNvGrpSpPr/>
          <p:nvPr/>
        </p:nvGrpSpPr>
        <p:grpSpPr>
          <a:xfrm rot="5400000">
            <a:off x="5292596" y="13430597"/>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22" name="Graphic 37" descr="Film strip outline">
              <a:extLst>
                <a:ext uri="{FF2B5EF4-FFF2-40B4-BE49-F238E27FC236}">
                  <a16:creationId xmlns:a16="http://schemas.microsoft.com/office/drawing/2014/main" id="{C64EFD0C-AECE-D1C2-81F1-BFA8C484244E}"/>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3" name="Graphic 37" descr="Film strip outline">
              <a:extLst>
                <a:ext uri="{FF2B5EF4-FFF2-40B4-BE49-F238E27FC236}">
                  <a16:creationId xmlns:a16="http://schemas.microsoft.com/office/drawing/2014/main" id="{DB9F5173-906A-F680-F997-0C774F00D096}"/>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4" name="Graphic 37" descr="Film strip outline">
              <a:extLst>
                <a:ext uri="{FF2B5EF4-FFF2-40B4-BE49-F238E27FC236}">
                  <a16:creationId xmlns:a16="http://schemas.microsoft.com/office/drawing/2014/main" id="{1E8E9DE3-8F94-0320-5F0D-99EAD9978399}"/>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25" name="Graphic 37" descr="Film strip outline">
              <a:extLst>
                <a:ext uri="{FF2B5EF4-FFF2-40B4-BE49-F238E27FC236}">
                  <a16:creationId xmlns:a16="http://schemas.microsoft.com/office/drawing/2014/main" id="{1AB77354-20E5-BC9E-1B0C-E47B62886D86}"/>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100" name="Freeform: Shape 99">
            <a:extLst>
              <a:ext uri="{FF2B5EF4-FFF2-40B4-BE49-F238E27FC236}">
                <a16:creationId xmlns:a16="http://schemas.microsoft.com/office/drawing/2014/main" id="{1DE468B0-5225-00F3-213E-F4E4F5123870}"/>
              </a:ext>
            </a:extLst>
          </p:cNvPr>
          <p:cNvSpPr/>
          <p:nvPr/>
        </p:nvSpPr>
        <p:spPr>
          <a:xfrm>
            <a:off x="12419609" y="1120438"/>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102" name="Rectangle 101">
            <a:extLst>
              <a:ext uri="{FF2B5EF4-FFF2-40B4-BE49-F238E27FC236}">
                <a16:creationId xmlns:a16="http://schemas.microsoft.com/office/drawing/2014/main" id="{722A33C7-9404-02DC-231A-0496D4E57769}"/>
              </a:ext>
            </a:extLst>
          </p:cNvPr>
          <p:cNvSpPr/>
          <p:nvPr/>
        </p:nvSpPr>
        <p:spPr>
          <a:xfrm>
            <a:off x="14096150" y="186032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4" name="Rectangle 103">
            <a:extLst>
              <a:ext uri="{FF2B5EF4-FFF2-40B4-BE49-F238E27FC236}">
                <a16:creationId xmlns:a16="http://schemas.microsoft.com/office/drawing/2014/main" id="{21ABA6CC-9473-BE14-69A3-9D4AD5DE2DD0}"/>
              </a:ext>
            </a:extLst>
          </p:cNvPr>
          <p:cNvSpPr>
            <a:spLocks/>
          </p:cNvSpPr>
          <p:nvPr/>
        </p:nvSpPr>
        <p:spPr>
          <a:xfrm>
            <a:off x="14096150" y="3068413"/>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6" name="Rectangle 105">
            <a:extLst>
              <a:ext uri="{FF2B5EF4-FFF2-40B4-BE49-F238E27FC236}">
                <a16:creationId xmlns:a16="http://schemas.microsoft.com/office/drawing/2014/main" id="{113D80BA-0AB4-2F0B-11F5-4BE1FD6CF8AA}"/>
              </a:ext>
            </a:extLst>
          </p:cNvPr>
          <p:cNvSpPr>
            <a:spLocks/>
          </p:cNvSpPr>
          <p:nvPr/>
        </p:nvSpPr>
        <p:spPr>
          <a:xfrm>
            <a:off x="14096150" y="3672457"/>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8" name="Rectangle 107">
            <a:extLst>
              <a:ext uri="{FF2B5EF4-FFF2-40B4-BE49-F238E27FC236}">
                <a16:creationId xmlns:a16="http://schemas.microsoft.com/office/drawing/2014/main" id="{D4AAF7E1-9B51-5527-8F2E-C4D8F40D1462}"/>
              </a:ext>
            </a:extLst>
          </p:cNvPr>
          <p:cNvSpPr>
            <a:spLocks/>
          </p:cNvSpPr>
          <p:nvPr/>
        </p:nvSpPr>
        <p:spPr>
          <a:xfrm>
            <a:off x="14096150" y="427650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0" name="Rectangle 109">
            <a:extLst>
              <a:ext uri="{FF2B5EF4-FFF2-40B4-BE49-F238E27FC236}">
                <a16:creationId xmlns:a16="http://schemas.microsoft.com/office/drawing/2014/main" id="{B5B67E78-BE99-D125-6E63-461EE18994C4}"/>
              </a:ext>
            </a:extLst>
          </p:cNvPr>
          <p:cNvSpPr>
            <a:spLocks/>
          </p:cNvSpPr>
          <p:nvPr/>
        </p:nvSpPr>
        <p:spPr>
          <a:xfrm>
            <a:off x="14096150" y="488054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2" name="Rectangle 111">
            <a:extLst>
              <a:ext uri="{FF2B5EF4-FFF2-40B4-BE49-F238E27FC236}">
                <a16:creationId xmlns:a16="http://schemas.microsoft.com/office/drawing/2014/main" id="{1894CF7E-8C6B-6806-A09D-CEC8BFF9315A}"/>
              </a:ext>
            </a:extLst>
          </p:cNvPr>
          <p:cNvSpPr>
            <a:spLocks/>
          </p:cNvSpPr>
          <p:nvPr/>
        </p:nvSpPr>
        <p:spPr>
          <a:xfrm>
            <a:off x="14096150" y="548459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6" name="Rectangle 115">
            <a:extLst>
              <a:ext uri="{FF2B5EF4-FFF2-40B4-BE49-F238E27FC236}">
                <a16:creationId xmlns:a16="http://schemas.microsoft.com/office/drawing/2014/main" id="{59BB1AF0-9161-8308-529F-3A300A8EB7E8}"/>
              </a:ext>
            </a:extLst>
          </p:cNvPr>
          <p:cNvSpPr/>
          <p:nvPr/>
        </p:nvSpPr>
        <p:spPr>
          <a:xfrm>
            <a:off x="13183877" y="2363959"/>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8" name="Rectangle 117">
            <a:extLst>
              <a:ext uri="{FF2B5EF4-FFF2-40B4-BE49-F238E27FC236}">
                <a16:creationId xmlns:a16="http://schemas.microsoft.com/office/drawing/2014/main" id="{6AD90C97-9A1C-AF6A-7D48-6EBAB2887A71}"/>
              </a:ext>
            </a:extLst>
          </p:cNvPr>
          <p:cNvSpPr/>
          <p:nvPr/>
        </p:nvSpPr>
        <p:spPr>
          <a:xfrm>
            <a:off x="13183877" y="296760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0" name="Rectangle 119">
            <a:extLst>
              <a:ext uri="{FF2B5EF4-FFF2-40B4-BE49-F238E27FC236}">
                <a16:creationId xmlns:a16="http://schemas.microsoft.com/office/drawing/2014/main" id="{31788708-5E8F-9275-D763-3603D644F314}"/>
              </a:ext>
            </a:extLst>
          </p:cNvPr>
          <p:cNvSpPr/>
          <p:nvPr/>
        </p:nvSpPr>
        <p:spPr>
          <a:xfrm>
            <a:off x="13183877" y="3571253"/>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2" name="Rectangle 121">
            <a:extLst>
              <a:ext uri="{FF2B5EF4-FFF2-40B4-BE49-F238E27FC236}">
                <a16:creationId xmlns:a16="http://schemas.microsoft.com/office/drawing/2014/main" id="{4614B37F-DF68-106E-0977-49BF68C0866B}"/>
              </a:ext>
            </a:extLst>
          </p:cNvPr>
          <p:cNvSpPr/>
          <p:nvPr/>
        </p:nvSpPr>
        <p:spPr>
          <a:xfrm>
            <a:off x="13183877" y="417490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4" name="Rectangle 123">
            <a:extLst>
              <a:ext uri="{FF2B5EF4-FFF2-40B4-BE49-F238E27FC236}">
                <a16:creationId xmlns:a16="http://schemas.microsoft.com/office/drawing/2014/main" id="{B5F0C9AE-29A7-3674-D4FD-1DC1EAB47B6D}"/>
              </a:ext>
            </a:extLst>
          </p:cNvPr>
          <p:cNvSpPr/>
          <p:nvPr/>
        </p:nvSpPr>
        <p:spPr>
          <a:xfrm>
            <a:off x="13183877" y="477854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6" name="Rectangle 125">
            <a:extLst>
              <a:ext uri="{FF2B5EF4-FFF2-40B4-BE49-F238E27FC236}">
                <a16:creationId xmlns:a16="http://schemas.microsoft.com/office/drawing/2014/main" id="{BF54F764-BA14-12FA-D177-6AABFA0E93A2}"/>
              </a:ext>
            </a:extLst>
          </p:cNvPr>
          <p:cNvSpPr/>
          <p:nvPr/>
        </p:nvSpPr>
        <p:spPr>
          <a:xfrm>
            <a:off x="13183877" y="5382195"/>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8" name="Freeform: Shape 127">
            <a:extLst>
              <a:ext uri="{FF2B5EF4-FFF2-40B4-BE49-F238E27FC236}">
                <a16:creationId xmlns:a16="http://schemas.microsoft.com/office/drawing/2014/main" id="{D9A19E03-05A0-26F3-09DB-F469E4C22A0F}"/>
              </a:ext>
            </a:extLst>
          </p:cNvPr>
          <p:cNvSpPr/>
          <p:nvPr/>
        </p:nvSpPr>
        <p:spPr>
          <a:xfrm>
            <a:off x="13116761" y="162875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29" name="Rectangle 128">
            <a:extLst>
              <a:ext uri="{FF2B5EF4-FFF2-40B4-BE49-F238E27FC236}">
                <a16:creationId xmlns:a16="http://schemas.microsoft.com/office/drawing/2014/main" id="{4494243F-76FE-3C46-7A62-F7C813911DCC}"/>
              </a:ext>
            </a:extLst>
          </p:cNvPr>
          <p:cNvSpPr/>
          <p:nvPr/>
        </p:nvSpPr>
        <p:spPr>
          <a:xfrm>
            <a:off x="14096149" y="246436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37501414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wipe(up)">
                                      <p:cBhvr>
                                        <p:cTn id="11" dur="500"/>
                                        <p:tgtEl>
                                          <p:spTgt spid="21"/>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up)">
                                      <p:cBhvr>
                                        <p:cTn id="15" dur="500"/>
                                        <p:tgtEl>
                                          <p:spTgt spid="16"/>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up)">
                                      <p:cBhvr>
                                        <p:cTn id="1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1"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CC0BC768-4E38-BDF6-CCD7-63F1FFD76B1D}"/>
            </a:ext>
          </a:extLst>
        </p:cNvPr>
        <p:cNvGrpSpPr/>
        <p:nvPr/>
      </p:nvGrpSpPr>
      <p:grpSpPr>
        <a:xfrm>
          <a:off x="0" y="0"/>
          <a:ext cx="0" cy="0"/>
          <a:chOff x="0" y="0"/>
          <a:chExt cx="0" cy="0"/>
        </a:xfrm>
      </p:grpSpPr>
      <p:sp>
        <p:nvSpPr>
          <p:cNvPr id="75" name="Freeform: Shape 74">
            <a:extLst>
              <a:ext uri="{FF2B5EF4-FFF2-40B4-BE49-F238E27FC236}">
                <a16:creationId xmlns:a16="http://schemas.microsoft.com/office/drawing/2014/main" id="{2BF48601-BB66-BFF2-A398-3A5FDFA04B30}"/>
              </a:ext>
            </a:extLst>
          </p:cNvPr>
          <p:cNvSpPr/>
          <p:nvPr/>
        </p:nvSpPr>
        <p:spPr>
          <a:xfrm>
            <a:off x="70064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80" name="Rectangle 79">
            <a:extLst>
              <a:ext uri="{FF2B5EF4-FFF2-40B4-BE49-F238E27FC236}">
                <a16:creationId xmlns:a16="http://schemas.microsoft.com/office/drawing/2014/main" id="{F61E2282-C82F-8B9F-0F4D-84E789772D6C}"/>
              </a:ext>
            </a:extLst>
          </p:cNvPr>
          <p:cNvSpPr/>
          <p:nvPr/>
        </p:nvSpPr>
        <p:spPr>
          <a:xfrm>
            <a:off x="86830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1" name="Rectangle 80">
            <a:extLst>
              <a:ext uri="{FF2B5EF4-FFF2-40B4-BE49-F238E27FC236}">
                <a16:creationId xmlns:a16="http://schemas.microsoft.com/office/drawing/2014/main" id="{484A6338-149E-F92B-7066-5AFB5B96A279}"/>
              </a:ext>
            </a:extLst>
          </p:cNvPr>
          <p:cNvSpPr>
            <a:spLocks/>
          </p:cNvSpPr>
          <p:nvPr/>
        </p:nvSpPr>
        <p:spPr>
          <a:xfrm>
            <a:off x="86830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2" name="Rectangle 81">
            <a:extLst>
              <a:ext uri="{FF2B5EF4-FFF2-40B4-BE49-F238E27FC236}">
                <a16:creationId xmlns:a16="http://schemas.microsoft.com/office/drawing/2014/main" id="{03BE84EC-5062-EA3F-EBF4-C4D61F64A0F4}"/>
              </a:ext>
            </a:extLst>
          </p:cNvPr>
          <p:cNvSpPr>
            <a:spLocks/>
          </p:cNvSpPr>
          <p:nvPr/>
        </p:nvSpPr>
        <p:spPr>
          <a:xfrm>
            <a:off x="86830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3" name="Rectangle 82">
            <a:extLst>
              <a:ext uri="{FF2B5EF4-FFF2-40B4-BE49-F238E27FC236}">
                <a16:creationId xmlns:a16="http://schemas.microsoft.com/office/drawing/2014/main" id="{7C899FB2-BA84-477E-43F4-A8E68437D4EC}"/>
              </a:ext>
            </a:extLst>
          </p:cNvPr>
          <p:cNvSpPr>
            <a:spLocks/>
          </p:cNvSpPr>
          <p:nvPr/>
        </p:nvSpPr>
        <p:spPr>
          <a:xfrm>
            <a:off x="86830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4" name="Rectangle 83">
            <a:extLst>
              <a:ext uri="{FF2B5EF4-FFF2-40B4-BE49-F238E27FC236}">
                <a16:creationId xmlns:a16="http://schemas.microsoft.com/office/drawing/2014/main" id="{C370BAFE-A41F-11FA-D351-7B63467B7380}"/>
              </a:ext>
            </a:extLst>
          </p:cNvPr>
          <p:cNvSpPr>
            <a:spLocks/>
          </p:cNvSpPr>
          <p:nvPr/>
        </p:nvSpPr>
        <p:spPr>
          <a:xfrm>
            <a:off x="86830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5" name="Rectangle 84">
            <a:extLst>
              <a:ext uri="{FF2B5EF4-FFF2-40B4-BE49-F238E27FC236}">
                <a16:creationId xmlns:a16="http://schemas.microsoft.com/office/drawing/2014/main" id="{65188A40-7F4C-796F-2977-318B56B18BF8}"/>
              </a:ext>
            </a:extLst>
          </p:cNvPr>
          <p:cNvSpPr>
            <a:spLocks/>
          </p:cNvSpPr>
          <p:nvPr/>
        </p:nvSpPr>
        <p:spPr>
          <a:xfrm>
            <a:off x="86830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7" name="Rectangle 86">
            <a:extLst>
              <a:ext uri="{FF2B5EF4-FFF2-40B4-BE49-F238E27FC236}">
                <a16:creationId xmlns:a16="http://schemas.microsoft.com/office/drawing/2014/main" id="{C48CA6D5-BE5A-5F65-086A-C91BC55EA9ED}"/>
              </a:ext>
            </a:extLst>
          </p:cNvPr>
          <p:cNvSpPr/>
          <p:nvPr/>
        </p:nvSpPr>
        <p:spPr>
          <a:xfrm>
            <a:off x="7770756" y="230961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8" name="Rectangle 87">
            <a:extLst>
              <a:ext uri="{FF2B5EF4-FFF2-40B4-BE49-F238E27FC236}">
                <a16:creationId xmlns:a16="http://schemas.microsoft.com/office/drawing/2014/main" id="{4E9B832D-6021-FA64-27B0-5B9A977F50DF}"/>
              </a:ext>
            </a:extLst>
          </p:cNvPr>
          <p:cNvSpPr/>
          <p:nvPr/>
        </p:nvSpPr>
        <p:spPr>
          <a:xfrm>
            <a:off x="77707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9" name="Rectangle 88">
            <a:extLst>
              <a:ext uri="{FF2B5EF4-FFF2-40B4-BE49-F238E27FC236}">
                <a16:creationId xmlns:a16="http://schemas.microsoft.com/office/drawing/2014/main" id="{5CD29AB4-1EC3-9770-7084-7F394E0E772B}"/>
              </a:ext>
            </a:extLst>
          </p:cNvPr>
          <p:cNvSpPr/>
          <p:nvPr/>
        </p:nvSpPr>
        <p:spPr>
          <a:xfrm>
            <a:off x="77707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0" name="Rectangle 89">
            <a:extLst>
              <a:ext uri="{FF2B5EF4-FFF2-40B4-BE49-F238E27FC236}">
                <a16:creationId xmlns:a16="http://schemas.microsoft.com/office/drawing/2014/main" id="{B638682F-BA26-58A0-AC42-7A6B524C5626}"/>
              </a:ext>
            </a:extLst>
          </p:cNvPr>
          <p:cNvSpPr/>
          <p:nvPr/>
        </p:nvSpPr>
        <p:spPr>
          <a:xfrm>
            <a:off x="77707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1" name="Rectangle 90">
            <a:extLst>
              <a:ext uri="{FF2B5EF4-FFF2-40B4-BE49-F238E27FC236}">
                <a16:creationId xmlns:a16="http://schemas.microsoft.com/office/drawing/2014/main" id="{4DE01321-CF45-551B-FE75-A89EBA2392C9}"/>
              </a:ext>
            </a:extLst>
          </p:cNvPr>
          <p:cNvSpPr/>
          <p:nvPr/>
        </p:nvSpPr>
        <p:spPr>
          <a:xfrm>
            <a:off x="77707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2" name="Rectangle 91">
            <a:extLst>
              <a:ext uri="{FF2B5EF4-FFF2-40B4-BE49-F238E27FC236}">
                <a16:creationId xmlns:a16="http://schemas.microsoft.com/office/drawing/2014/main" id="{C544A443-AFE1-18FB-14C9-D049ED2CE814}"/>
              </a:ext>
            </a:extLst>
          </p:cNvPr>
          <p:cNvSpPr/>
          <p:nvPr/>
        </p:nvSpPr>
        <p:spPr>
          <a:xfrm>
            <a:off x="77707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Freeform: Shape 92">
            <a:extLst>
              <a:ext uri="{FF2B5EF4-FFF2-40B4-BE49-F238E27FC236}">
                <a16:creationId xmlns:a16="http://schemas.microsoft.com/office/drawing/2014/main" id="{24C6645F-A5BD-BA5C-3236-2F5AF5948361}"/>
              </a:ext>
            </a:extLst>
          </p:cNvPr>
          <p:cNvSpPr/>
          <p:nvPr/>
        </p:nvSpPr>
        <p:spPr>
          <a:xfrm>
            <a:off x="77036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6" name="Slide Number Placeholder 24">
            <a:extLst>
              <a:ext uri="{FF2B5EF4-FFF2-40B4-BE49-F238E27FC236}">
                <a16:creationId xmlns:a16="http://schemas.microsoft.com/office/drawing/2014/main" id="{FCAD8A23-EFBD-BC80-268B-8173854FD57C}"/>
              </a:ext>
            </a:extLst>
          </p:cNvPr>
          <p:cNvSpPr>
            <a:spLocks noGrp="1"/>
          </p:cNvSpPr>
          <p:nvPr>
            <p:ph type="sldNum" sz="quarter" idx="12"/>
          </p:nvPr>
        </p:nvSpPr>
        <p:spPr>
          <a:xfrm>
            <a:off x="11828400" y="6492875"/>
            <a:ext cx="363600" cy="365125"/>
          </a:xfrm>
          <a:noFill/>
          <a:ln>
            <a:noFill/>
          </a:ln>
        </p:spPr>
        <p:txBody>
          <a:bodyPr/>
          <a:lstStyle/>
          <a:p>
            <a:fld id="{AD91D796-2600-4CB1-AF8F-6B90FC341573}" type="slidenum">
              <a:rPr lang="en-AS" smtClean="0"/>
              <a:t>7</a:t>
            </a:fld>
            <a:endParaRPr lang="en-AS" dirty="0"/>
          </a:p>
        </p:txBody>
      </p:sp>
      <p:sp>
        <p:nvSpPr>
          <p:cNvPr id="13" name="Freeform 20">
            <a:extLst>
              <a:ext uri="{FF2B5EF4-FFF2-40B4-BE49-F238E27FC236}">
                <a16:creationId xmlns:a16="http://schemas.microsoft.com/office/drawing/2014/main" id="{BD294AA7-0736-9026-A6D7-C10BAEC7B270}"/>
              </a:ext>
            </a:extLst>
          </p:cNvPr>
          <p:cNvSpPr/>
          <p:nvPr/>
        </p:nvSpPr>
        <p:spPr>
          <a:xfrm rot="18000000">
            <a:off x="75684" y="238557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4"/>
                </a:ext>
              </a:extLst>
            </a:blip>
            <a:stretch>
              <a:fillRect t="-127827" r="-47370"/>
            </a:stretch>
          </a:blipFill>
        </p:spPr>
        <p:txBody>
          <a:bodyPr/>
          <a:lstStyle/>
          <a:p>
            <a:endParaRPr lang="en-AS" dirty="0"/>
          </a:p>
        </p:txBody>
      </p:sp>
      <p:sp>
        <p:nvSpPr>
          <p:cNvPr id="15" name="Footer Placeholder 23">
            <a:extLst>
              <a:ext uri="{FF2B5EF4-FFF2-40B4-BE49-F238E27FC236}">
                <a16:creationId xmlns:a16="http://schemas.microsoft.com/office/drawing/2014/main" id="{8CF44CB4-99DB-EC2F-8874-ED10AFFB0A6F}"/>
              </a:ext>
            </a:extLst>
          </p:cNvPr>
          <p:cNvSpPr>
            <a:spLocks noGrp="1"/>
          </p:cNvSpPr>
          <p:nvPr>
            <p:ph type="ftr" sz="quarter" idx="11"/>
          </p:nvPr>
        </p:nvSpPr>
        <p:spPr>
          <a:xfrm>
            <a:off x="7713600" y="6492875"/>
            <a:ext cx="4114800" cy="365125"/>
          </a:xfrm>
        </p:spPr>
        <p:txBody>
          <a:bodyPr/>
          <a:lstStyle/>
          <a:p>
            <a:r>
              <a:rPr lang="en-US" dirty="0"/>
              <a:t>ABVCS</a:t>
            </a:r>
            <a:endParaRPr lang="en-AS" dirty="0"/>
          </a:p>
        </p:txBody>
      </p:sp>
      <p:sp>
        <p:nvSpPr>
          <p:cNvPr id="10" name="Title 9">
            <a:extLst>
              <a:ext uri="{FF2B5EF4-FFF2-40B4-BE49-F238E27FC236}">
                <a16:creationId xmlns:a16="http://schemas.microsoft.com/office/drawing/2014/main" id="{FDD3F814-BB45-1891-9ED5-C0A250B16D43}"/>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pic>
        <p:nvPicPr>
          <p:cNvPr id="11" name="Graphic 10" descr="Clapper board with solid fill">
            <a:extLst>
              <a:ext uri="{FF2B5EF4-FFF2-40B4-BE49-F238E27FC236}">
                <a16:creationId xmlns:a16="http://schemas.microsoft.com/office/drawing/2014/main" id="{AA737022-9F77-57DB-356E-CCEAE5FD842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18" name="Group 17">
            <a:extLst>
              <a:ext uri="{FF2B5EF4-FFF2-40B4-BE49-F238E27FC236}">
                <a16:creationId xmlns:a16="http://schemas.microsoft.com/office/drawing/2014/main" id="{FD4C21E4-007A-F78E-7023-F23BBA5FB601}"/>
              </a:ext>
            </a:extLst>
          </p:cNvPr>
          <p:cNvGrpSpPr/>
          <p:nvPr/>
        </p:nvGrpSpPr>
        <p:grpSpPr>
          <a:xfrm rot="5400000">
            <a:off x="5292596" y="3463637"/>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76" name="Graphic 37" descr="Film strip outline">
              <a:extLst>
                <a:ext uri="{FF2B5EF4-FFF2-40B4-BE49-F238E27FC236}">
                  <a16:creationId xmlns:a16="http://schemas.microsoft.com/office/drawing/2014/main" id="{6A62C56E-C924-3122-57EA-45A80F1960D6}"/>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7" name="Graphic 37" descr="Film strip outline">
              <a:extLst>
                <a:ext uri="{FF2B5EF4-FFF2-40B4-BE49-F238E27FC236}">
                  <a16:creationId xmlns:a16="http://schemas.microsoft.com/office/drawing/2014/main" id="{5F3869FB-7C05-EA29-5E22-69546CA7E268}"/>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8" name="Graphic 37" descr="Film strip outline">
              <a:extLst>
                <a:ext uri="{FF2B5EF4-FFF2-40B4-BE49-F238E27FC236}">
                  <a16:creationId xmlns:a16="http://schemas.microsoft.com/office/drawing/2014/main" id="{A8003748-16AD-9790-CC3F-A2606DE3E76D}"/>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9" name="Graphic 37" descr="Film strip outline">
              <a:extLst>
                <a:ext uri="{FF2B5EF4-FFF2-40B4-BE49-F238E27FC236}">
                  <a16:creationId xmlns:a16="http://schemas.microsoft.com/office/drawing/2014/main" id="{2DD4C9D3-C75F-DCF7-8D73-8636E6F21076}"/>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2" name="!!Film_Tabe_2">
            <a:extLst>
              <a:ext uri="{FF2B5EF4-FFF2-40B4-BE49-F238E27FC236}">
                <a16:creationId xmlns:a16="http://schemas.microsoft.com/office/drawing/2014/main" id="{8CFE3C8B-F21C-32E0-2353-C31A24D6B48D}"/>
              </a:ext>
            </a:extLst>
          </p:cNvPr>
          <p:cNvGrpSpPr/>
          <p:nvPr/>
        </p:nvGrpSpPr>
        <p:grpSpPr>
          <a:xfrm rot="14400000">
            <a:off x="-8934366" y="8314614"/>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7279678B-24F2-7D0E-37F2-8BCC52B8686E}"/>
                </a:ext>
              </a:extLst>
            </p:cNvPr>
            <p:cNvGrpSpPr/>
            <p:nvPr/>
          </p:nvGrpSpPr>
          <p:grpSpPr>
            <a:xfrm>
              <a:off x="7372077" y="2448455"/>
              <a:ext cx="2738174" cy="1961091"/>
              <a:chOff x="4726913" y="2438401"/>
              <a:chExt cx="2738174" cy="1961091"/>
            </a:xfrm>
          </p:grpSpPr>
          <p:sp>
            <p:nvSpPr>
              <p:cNvPr id="39" name="Graphic 2" descr="Film strip outline">
                <a:extLst>
                  <a:ext uri="{FF2B5EF4-FFF2-40B4-BE49-F238E27FC236}">
                    <a16:creationId xmlns:a16="http://schemas.microsoft.com/office/drawing/2014/main" id="{2F0BFE53-0CAE-DBAC-1208-325C53290F3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A8627DC9-311C-977A-2072-0461F19EAB9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2E0C9E73-4E52-2CA5-B098-6E24010B8BB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E998222D-9717-6171-CF70-D941F5F1FB6B}"/>
                </a:ext>
              </a:extLst>
            </p:cNvPr>
            <p:cNvGrpSpPr/>
            <p:nvPr/>
          </p:nvGrpSpPr>
          <p:grpSpPr>
            <a:xfrm>
              <a:off x="4702657" y="2448455"/>
              <a:ext cx="2738174" cy="1961091"/>
              <a:chOff x="4726913" y="2438401"/>
              <a:chExt cx="2738174" cy="1961091"/>
            </a:xfrm>
          </p:grpSpPr>
          <p:sp>
            <p:nvSpPr>
              <p:cNvPr id="36" name="Graphic 2" descr="Film strip outline">
                <a:extLst>
                  <a:ext uri="{FF2B5EF4-FFF2-40B4-BE49-F238E27FC236}">
                    <a16:creationId xmlns:a16="http://schemas.microsoft.com/office/drawing/2014/main" id="{353D08F5-7AC6-7D00-0E8D-3C75A10B62F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7" name="Straight Connector 36">
                <a:extLst>
                  <a:ext uri="{FF2B5EF4-FFF2-40B4-BE49-F238E27FC236}">
                    <a16:creationId xmlns:a16="http://schemas.microsoft.com/office/drawing/2014/main" id="{AF12EF8A-073A-75D6-D2D3-F4F1709CE35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6CC93925-A8C4-BEB2-5026-719B5C8F17E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493B2625-787F-9B91-07D3-BA0F3B5B7F69}"/>
                </a:ext>
              </a:extLst>
            </p:cNvPr>
            <p:cNvGrpSpPr/>
            <p:nvPr/>
          </p:nvGrpSpPr>
          <p:grpSpPr>
            <a:xfrm>
              <a:off x="12732850"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042AE106-47F8-BAE4-03A5-E3F356D3D73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4FE3FADB-9F40-1FDE-35B7-116DB72CF2F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369A42C3-A4E1-0CDB-EBCD-85C78A6B653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EBBEC932-5A58-3CEC-EF14-BB73D881DF9D}"/>
                </a:ext>
              </a:extLst>
            </p:cNvPr>
            <p:cNvGrpSpPr/>
            <p:nvPr/>
          </p:nvGrpSpPr>
          <p:grpSpPr>
            <a:xfrm>
              <a:off x="10063430"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EE010D06-FEBC-2137-8068-554804EABF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1820E163-9AD0-81C1-7CDB-D4EF82A1130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B6866EBF-4CB6-F14A-4C4A-07C43BF134B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8ABC28EA-DD47-B810-C209-A313DCDE4D57}"/>
                </a:ext>
              </a:extLst>
            </p:cNvPr>
            <p:cNvGrpSpPr/>
            <p:nvPr/>
          </p:nvGrpSpPr>
          <p:grpSpPr>
            <a:xfrm>
              <a:off x="-3327365" y="2448454"/>
              <a:ext cx="2738174" cy="1961091"/>
              <a:chOff x="4726913" y="2438401"/>
              <a:chExt cx="2738174" cy="1961091"/>
            </a:xfrm>
          </p:grpSpPr>
          <p:sp>
            <p:nvSpPr>
              <p:cNvPr id="27" name="Graphic 2" descr="Film strip outline">
                <a:extLst>
                  <a:ext uri="{FF2B5EF4-FFF2-40B4-BE49-F238E27FC236}">
                    <a16:creationId xmlns:a16="http://schemas.microsoft.com/office/drawing/2014/main" id="{F60AACB7-C85B-F528-A6BB-E192AEBE493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776F186D-98BF-22F1-7301-565E61241F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30BB34E9-5619-F1F3-63EC-6CD5FE9D3A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5B533513-5EB7-69EE-9DC4-E38788A9C4D3}"/>
                </a:ext>
              </a:extLst>
            </p:cNvPr>
            <p:cNvGrpSpPr/>
            <p:nvPr/>
          </p:nvGrpSpPr>
          <p:grpSpPr>
            <a:xfrm>
              <a:off x="-5996785" y="2448454"/>
              <a:ext cx="2738174" cy="1961091"/>
              <a:chOff x="4726913" y="2438401"/>
              <a:chExt cx="2738174" cy="1961091"/>
            </a:xfrm>
          </p:grpSpPr>
          <p:sp>
            <p:nvSpPr>
              <p:cNvPr id="24" name="Graphic 2" descr="Film strip outline">
                <a:extLst>
                  <a:ext uri="{FF2B5EF4-FFF2-40B4-BE49-F238E27FC236}">
                    <a16:creationId xmlns:a16="http://schemas.microsoft.com/office/drawing/2014/main" id="{10DE013D-ABE0-69DE-7436-763680C627C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560B397F-2CFD-98DC-351A-71F1B8CF17E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3E1E2526-273C-9D13-43BF-A8569DC66D4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50F3A3AD-6C58-CB69-F8F0-8C2A8F588F9D}"/>
                </a:ext>
              </a:extLst>
            </p:cNvPr>
            <p:cNvGrpSpPr/>
            <p:nvPr/>
          </p:nvGrpSpPr>
          <p:grpSpPr>
            <a:xfrm>
              <a:off x="2033408"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1D169655-B0D0-1E6B-31A3-0236DC2944C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8B282A08-4A4A-8AC2-8ECF-ED57CCB65EB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B2894D15-CDE3-4ABC-87FD-A85993C863D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 name="Group 11">
              <a:extLst>
                <a:ext uri="{FF2B5EF4-FFF2-40B4-BE49-F238E27FC236}">
                  <a16:creationId xmlns:a16="http://schemas.microsoft.com/office/drawing/2014/main" id="{6224AB36-136B-E05F-12FC-7153E735F7C2}"/>
                </a:ext>
              </a:extLst>
            </p:cNvPr>
            <p:cNvGrpSpPr/>
            <p:nvPr/>
          </p:nvGrpSpPr>
          <p:grpSpPr>
            <a:xfrm>
              <a:off x="-636012" y="2448454"/>
              <a:ext cx="2738174" cy="1961091"/>
              <a:chOff x="4726913" y="2438401"/>
              <a:chExt cx="2738174" cy="1961091"/>
            </a:xfrm>
          </p:grpSpPr>
          <p:sp>
            <p:nvSpPr>
              <p:cNvPr id="17" name="Graphic 2" descr="Film strip outline">
                <a:extLst>
                  <a:ext uri="{FF2B5EF4-FFF2-40B4-BE49-F238E27FC236}">
                    <a16:creationId xmlns:a16="http://schemas.microsoft.com/office/drawing/2014/main" id="{D74F073E-A280-C9BA-B415-F6FA0812123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D9A09D1A-5110-AC18-6924-2CC7597AB7D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2A628529-4297-5788-F97D-769A1C67E45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2" name="!!Film_Tabe_1">
            <a:extLst>
              <a:ext uri="{FF2B5EF4-FFF2-40B4-BE49-F238E27FC236}">
                <a16:creationId xmlns:a16="http://schemas.microsoft.com/office/drawing/2014/main" id="{57C59730-30C6-ECB7-6CBE-587F80DD0CC7}"/>
              </a:ext>
            </a:extLst>
          </p:cNvPr>
          <p:cNvGrpSpPr/>
          <p:nvPr/>
        </p:nvGrpSpPr>
        <p:grpSpPr>
          <a:xfrm rot="14400000">
            <a:off x="188162" y="-2852278"/>
            <a:ext cx="21467809" cy="1961092"/>
            <a:chOff x="-5996785" y="2448454"/>
            <a:chExt cx="21467809" cy="1961092"/>
          </a:xfrm>
          <a:effectLst>
            <a:outerShdw blurRad="12700" dist="50800" dir="2700000" algn="tl" rotWithShape="0">
              <a:schemeClr val="tx1">
                <a:alpha val="40000"/>
              </a:schemeClr>
            </a:outerShdw>
          </a:effectLst>
        </p:grpSpPr>
        <p:grpSp>
          <p:nvGrpSpPr>
            <p:cNvPr id="43" name="Group 42">
              <a:extLst>
                <a:ext uri="{FF2B5EF4-FFF2-40B4-BE49-F238E27FC236}">
                  <a16:creationId xmlns:a16="http://schemas.microsoft.com/office/drawing/2014/main" id="{D059CF28-9B6C-05DD-385C-26A1162A1742}"/>
                </a:ext>
              </a:extLst>
            </p:cNvPr>
            <p:cNvGrpSpPr/>
            <p:nvPr/>
          </p:nvGrpSpPr>
          <p:grpSpPr>
            <a:xfrm>
              <a:off x="7372077" y="2448455"/>
              <a:ext cx="2738174" cy="1961091"/>
              <a:chOff x="4726913" y="2438401"/>
              <a:chExt cx="2738174" cy="1961091"/>
            </a:xfrm>
          </p:grpSpPr>
          <p:sp>
            <p:nvSpPr>
              <p:cNvPr id="72" name="Graphic 2" descr="Film strip outline">
                <a:extLst>
                  <a:ext uri="{FF2B5EF4-FFF2-40B4-BE49-F238E27FC236}">
                    <a16:creationId xmlns:a16="http://schemas.microsoft.com/office/drawing/2014/main" id="{29F9CECB-86F6-FD5B-2DF2-EFF57692DF5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C3E69E04-08F4-F5BC-6A8A-073E1423767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B87B118A-DDBF-079A-C12D-0C2A02061FC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59A3E296-169E-5B33-407B-FF79593D4F0F}"/>
                </a:ext>
              </a:extLst>
            </p:cNvPr>
            <p:cNvGrpSpPr/>
            <p:nvPr/>
          </p:nvGrpSpPr>
          <p:grpSpPr>
            <a:xfrm>
              <a:off x="4702657" y="2448455"/>
              <a:ext cx="2738174" cy="1961091"/>
              <a:chOff x="4726913" y="2438401"/>
              <a:chExt cx="2738174" cy="1961091"/>
            </a:xfrm>
          </p:grpSpPr>
          <p:sp>
            <p:nvSpPr>
              <p:cNvPr id="69" name="Graphic 2" descr="Film strip outline">
                <a:extLst>
                  <a:ext uri="{FF2B5EF4-FFF2-40B4-BE49-F238E27FC236}">
                    <a16:creationId xmlns:a16="http://schemas.microsoft.com/office/drawing/2014/main" id="{34E3806D-6F97-F0A1-C2D1-54B3C1DE00F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AF6FC6A9-4291-98EC-E830-E2AB8497FF9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F2886F4D-0101-FED2-358C-75BC25EC271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5" name="Group 44">
              <a:extLst>
                <a:ext uri="{FF2B5EF4-FFF2-40B4-BE49-F238E27FC236}">
                  <a16:creationId xmlns:a16="http://schemas.microsoft.com/office/drawing/2014/main" id="{73CF66CC-036A-0D56-0362-CEB842D6CDEB}"/>
                </a:ext>
              </a:extLst>
            </p:cNvPr>
            <p:cNvGrpSpPr/>
            <p:nvPr/>
          </p:nvGrpSpPr>
          <p:grpSpPr>
            <a:xfrm>
              <a:off x="12732850"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3B8A107B-6081-8827-C82D-4325003E912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55D4D628-2794-4CED-647C-3186648627D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D2D70084-D64F-A783-8CD5-E560035AECC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6" name="Group 45">
              <a:extLst>
                <a:ext uri="{FF2B5EF4-FFF2-40B4-BE49-F238E27FC236}">
                  <a16:creationId xmlns:a16="http://schemas.microsoft.com/office/drawing/2014/main" id="{0E29F145-AD34-952D-6E2A-D39A303FB79C}"/>
                </a:ext>
              </a:extLst>
            </p:cNvPr>
            <p:cNvGrpSpPr/>
            <p:nvPr/>
          </p:nvGrpSpPr>
          <p:grpSpPr>
            <a:xfrm>
              <a:off x="10063430"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7FCEF3E3-4084-B509-03D0-04CA8C4E547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ACE2330F-24B4-4B29-D839-3F5F16DC286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7899238E-9E2E-2528-D6FA-7B772F292EB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 name="Group 46">
              <a:extLst>
                <a:ext uri="{FF2B5EF4-FFF2-40B4-BE49-F238E27FC236}">
                  <a16:creationId xmlns:a16="http://schemas.microsoft.com/office/drawing/2014/main" id="{A072F304-A0B0-AC6E-E04D-C0FA73C64D80}"/>
                </a:ext>
              </a:extLst>
            </p:cNvPr>
            <p:cNvGrpSpPr/>
            <p:nvPr/>
          </p:nvGrpSpPr>
          <p:grpSpPr>
            <a:xfrm>
              <a:off x="-3327365"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2FED4356-6CE5-8202-9801-80698BFC751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0A7948F3-10CA-B940-62FF-B324C02A4F8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176F4AE7-E124-FEE8-BB5D-9CC0C9ED3AB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2D51B98E-8788-29EE-4640-42BF19DDD2B1}"/>
                </a:ext>
              </a:extLst>
            </p:cNvPr>
            <p:cNvGrpSpPr/>
            <p:nvPr/>
          </p:nvGrpSpPr>
          <p:grpSpPr>
            <a:xfrm>
              <a:off x="-5996785" y="2448454"/>
              <a:ext cx="2738174" cy="1961091"/>
              <a:chOff x="4726913" y="2438401"/>
              <a:chExt cx="2738174" cy="1961091"/>
            </a:xfrm>
          </p:grpSpPr>
          <p:sp>
            <p:nvSpPr>
              <p:cNvPr id="57" name="Graphic 2" descr="Film strip outline">
                <a:extLst>
                  <a:ext uri="{FF2B5EF4-FFF2-40B4-BE49-F238E27FC236}">
                    <a16:creationId xmlns:a16="http://schemas.microsoft.com/office/drawing/2014/main" id="{A3C17825-5743-8717-7E95-ECF3F57E42A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BC4267D6-D4AA-E533-A90F-2963043CE0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E02D1F76-767C-CEDE-3110-2762F3F9153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9" name="Group 48">
              <a:extLst>
                <a:ext uri="{FF2B5EF4-FFF2-40B4-BE49-F238E27FC236}">
                  <a16:creationId xmlns:a16="http://schemas.microsoft.com/office/drawing/2014/main" id="{E1E98E8D-8646-99A1-B23A-8847E6A2BC62}"/>
                </a:ext>
              </a:extLst>
            </p:cNvPr>
            <p:cNvGrpSpPr/>
            <p:nvPr/>
          </p:nvGrpSpPr>
          <p:grpSpPr>
            <a:xfrm>
              <a:off x="2033408"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BE69668D-65B7-528A-99F1-449B2F4D029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8DFECAB5-0E76-6CBD-07E2-37E38CFCB16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9738BB4A-2192-8B66-73D0-BE1FFA8A4A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63B81F56-EB0E-53AD-EC15-FE9C7FA7BE04}"/>
                </a:ext>
              </a:extLst>
            </p:cNvPr>
            <p:cNvGrpSpPr/>
            <p:nvPr/>
          </p:nvGrpSpPr>
          <p:grpSpPr>
            <a:xfrm>
              <a:off x="-636012"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96F1A242-293C-8628-FE88-4162AA71E15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308D1EA4-0240-1202-3699-FF484E0A460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2352613C-4BFE-AFAF-05C3-6AA69554084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14" name="TextBox 13">
            <a:extLst>
              <a:ext uri="{FF2B5EF4-FFF2-40B4-BE49-F238E27FC236}">
                <a16:creationId xmlns:a16="http://schemas.microsoft.com/office/drawing/2014/main" id="{3FFC6184-7CAD-3F7F-EE26-F9E8397C7D0E}"/>
              </a:ext>
            </a:extLst>
          </p:cNvPr>
          <p:cNvSpPr txBox="1"/>
          <p:nvPr/>
        </p:nvSpPr>
        <p:spPr>
          <a:xfrm>
            <a:off x="1752980" y="12532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95" name="Freeform: Shape 94">
            <a:extLst>
              <a:ext uri="{FF2B5EF4-FFF2-40B4-BE49-F238E27FC236}">
                <a16:creationId xmlns:a16="http://schemas.microsoft.com/office/drawing/2014/main" id="{084D3E8C-8EEC-2E57-22D3-05ACFF25C970}"/>
              </a:ext>
            </a:extLst>
          </p:cNvPr>
          <p:cNvSpPr/>
          <p:nvPr/>
        </p:nvSpPr>
        <p:spPr>
          <a:xfrm>
            <a:off x="77036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6" name="Rectangle 95">
            <a:extLst>
              <a:ext uri="{FF2B5EF4-FFF2-40B4-BE49-F238E27FC236}">
                <a16:creationId xmlns:a16="http://schemas.microsoft.com/office/drawing/2014/main" id="{B88D6401-E8AB-628B-5CEB-24D7758D2D17}"/>
              </a:ext>
            </a:extLst>
          </p:cNvPr>
          <p:cNvSpPr/>
          <p:nvPr/>
        </p:nvSpPr>
        <p:spPr>
          <a:xfrm>
            <a:off x="86830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4464084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animEffect transition="in" filter="wipe(left)">
                                      <p:cBhvr>
                                        <p:cTn id="7" dur="500"/>
                                        <p:tgtEl>
                                          <p:spTgt spid="14">
                                            <p:txEl>
                                              <p:pRg st="0" end="0"/>
                                            </p:txEl>
                                          </p:spTgt>
                                        </p:tgtEl>
                                      </p:cBhvr>
                                    </p:animEffect>
                                  </p:childTnLst>
                                </p:cTn>
                              </p:par>
                              <p:par>
                                <p:cTn id="8" presetID="22" presetClass="entr" presetSubtype="8" fill="hold" grpId="0" nodeType="withEffect">
                                  <p:stCondLst>
                                    <p:cond delay="0"/>
                                  </p:stCondLst>
                                  <p:iterate type="wd">
                                    <p:tmPct val="0"/>
                                  </p:iterate>
                                  <p:childTnLst>
                                    <p:set>
                                      <p:cBhvr>
                                        <p:cTn id="9" dur="1" fill="hold">
                                          <p:stCondLst>
                                            <p:cond delay="0"/>
                                          </p:stCondLst>
                                        </p:cTn>
                                        <p:tgtEl>
                                          <p:spTgt spid="14">
                                            <p:txEl>
                                              <p:pRg st="1" end="1"/>
                                            </p:txEl>
                                          </p:spTgt>
                                        </p:tgtEl>
                                        <p:attrNameLst>
                                          <p:attrName>style.visibility</p:attrName>
                                        </p:attrNameLst>
                                      </p:cBhvr>
                                      <p:to>
                                        <p:strVal val="visible"/>
                                      </p:to>
                                    </p:set>
                                    <p:animEffect transition="in" filter="wipe(left)">
                                      <p:cBhvr>
                                        <p:cTn id="10" dur="500"/>
                                        <p:tgtEl>
                                          <p:spTgt spid="14">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4">
                                            <p:txEl>
                                              <p:pRg st="2" end="2"/>
                                            </p:txEl>
                                          </p:spTgt>
                                        </p:tgtEl>
                                        <p:attrNameLst>
                                          <p:attrName>style.visibility</p:attrName>
                                        </p:attrNameLst>
                                      </p:cBhvr>
                                      <p:to>
                                        <p:strVal val="visible"/>
                                      </p:to>
                                    </p:set>
                                    <p:animEffect transition="in" filter="wipe(left)">
                                      <p:cBhvr>
                                        <p:cTn id="13" dur="500"/>
                                        <p:tgtEl>
                                          <p:spTgt spid="14">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4">
                                            <p:txEl>
                                              <p:pRg st="3" end="3"/>
                                            </p:txEl>
                                          </p:spTgt>
                                        </p:tgtEl>
                                        <p:attrNameLst>
                                          <p:attrName>style.visibility</p:attrName>
                                        </p:attrNameLst>
                                      </p:cBhvr>
                                      <p:to>
                                        <p:strVal val="visible"/>
                                      </p:to>
                                    </p:set>
                                    <p:animEffect transition="in" filter="wipe(left)">
                                      <p:cBhvr>
                                        <p:cTn id="16" dur="500"/>
                                        <p:tgtEl>
                                          <p:spTgt spid="14">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14">
                                            <p:txEl>
                                              <p:pRg st="4" end="4"/>
                                            </p:txEl>
                                          </p:spTgt>
                                        </p:tgtEl>
                                        <p:attrNameLst>
                                          <p:attrName>style.visibility</p:attrName>
                                        </p:attrNameLst>
                                      </p:cBhvr>
                                      <p:to>
                                        <p:strVal val="visible"/>
                                      </p:to>
                                    </p:set>
                                    <p:animEffect transition="in" filter="wipe(left)">
                                      <p:cBhvr>
                                        <p:cTn id="19" dur="500"/>
                                        <p:tgtEl>
                                          <p:spTgt spid="14">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14">
                                            <p:txEl>
                                              <p:pRg st="5" end="5"/>
                                            </p:txEl>
                                          </p:spTgt>
                                        </p:tgtEl>
                                        <p:attrNameLst>
                                          <p:attrName>style.visibility</p:attrName>
                                        </p:attrNameLst>
                                      </p:cBhvr>
                                      <p:to>
                                        <p:strVal val="visible"/>
                                      </p:to>
                                    </p:set>
                                    <p:animEffect transition="in" filter="wipe(left)">
                                      <p:cBhvr>
                                        <p:cTn id="22" dur="500"/>
                                        <p:tgtEl>
                                          <p:spTgt spid="14">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4">
                                            <p:txEl>
                                              <p:pRg st="6" end="6"/>
                                            </p:txEl>
                                          </p:spTgt>
                                        </p:tgtEl>
                                        <p:attrNameLst>
                                          <p:attrName>style.visibility</p:attrName>
                                        </p:attrNameLst>
                                      </p:cBhvr>
                                      <p:to>
                                        <p:strVal val="visible"/>
                                      </p:to>
                                    </p:set>
                                    <p:animEffect transition="in" filter="wipe(left)">
                                      <p:cBhvr>
                                        <p:cTn id="25" dur="500"/>
                                        <p:tgtEl>
                                          <p:spTgt spid="14">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iterate type="wd">
                                    <p:tmPct val="0"/>
                                  </p:iterate>
                                  <p:childTnLst>
                                    <p:animRot by="120000">
                                      <p:cBhvr>
                                        <p:cTn id="29" dur="50" fill="hold">
                                          <p:stCondLst>
                                            <p:cond delay="0"/>
                                          </p:stCondLst>
                                        </p:cTn>
                                        <p:tgtEl>
                                          <p:spTgt spid="14">
                                            <p:txEl>
                                              <p:pRg st="1" end="1"/>
                                            </p:txEl>
                                          </p:spTgt>
                                        </p:tgtEl>
                                        <p:attrNameLst>
                                          <p:attrName>r</p:attrName>
                                        </p:attrNameLst>
                                      </p:cBhvr>
                                    </p:animRot>
                                    <p:animRot by="-240000">
                                      <p:cBhvr>
                                        <p:cTn id="30" dur="100" fill="hold">
                                          <p:stCondLst>
                                            <p:cond delay="100"/>
                                          </p:stCondLst>
                                        </p:cTn>
                                        <p:tgtEl>
                                          <p:spTgt spid="14">
                                            <p:txEl>
                                              <p:pRg st="1" end="1"/>
                                            </p:txEl>
                                          </p:spTgt>
                                        </p:tgtEl>
                                        <p:attrNameLst>
                                          <p:attrName>r</p:attrName>
                                        </p:attrNameLst>
                                      </p:cBhvr>
                                    </p:animRot>
                                    <p:animRot by="240000">
                                      <p:cBhvr>
                                        <p:cTn id="31" dur="100" fill="hold">
                                          <p:stCondLst>
                                            <p:cond delay="200"/>
                                          </p:stCondLst>
                                        </p:cTn>
                                        <p:tgtEl>
                                          <p:spTgt spid="14">
                                            <p:txEl>
                                              <p:pRg st="1" end="1"/>
                                            </p:txEl>
                                          </p:spTgt>
                                        </p:tgtEl>
                                        <p:attrNameLst>
                                          <p:attrName>r</p:attrName>
                                        </p:attrNameLst>
                                      </p:cBhvr>
                                    </p:animRot>
                                    <p:animRot by="-240000">
                                      <p:cBhvr>
                                        <p:cTn id="32" dur="100" fill="hold">
                                          <p:stCondLst>
                                            <p:cond delay="300"/>
                                          </p:stCondLst>
                                        </p:cTn>
                                        <p:tgtEl>
                                          <p:spTgt spid="14">
                                            <p:txEl>
                                              <p:pRg st="1" end="1"/>
                                            </p:txEl>
                                          </p:spTgt>
                                        </p:tgtEl>
                                        <p:attrNameLst>
                                          <p:attrName>r</p:attrName>
                                        </p:attrNameLst>
                                      </p:cBhvr>
                                    </p:animRot>
                                    <p:animRot by="120000">
                                      <p:cBhvr>
                                        <p:cTn id="33" dur="100" fill="hold">
                                          <p:stCondLst>
                                            <p:cond delay="400"/>
                                          </p:stCondLst>
                                        </p:cTn>
                                        <p:tgtEl>
                                          <p:spTgt spid="14">
                                            <p:txEl>
                                              <p:pRg st="1" end="1"/>
                                            </p:txEl>
                                          </p:spTgt>
                                        </p:tgtEl>
                                        <p:attrNameLst>
                                          <p:attrName>r</p:attrName>
                                        </p:attrNameLst>
                                      </p:cBhvr>
                                    </p:animRot>
                                  </p:childTnLst>
                                </p:cTn>
                              </p:par>
                              <p:par>
                                <p:cTn id="34" presetID="3" presetClass="emph" presetSubtype="2" fill="hold" nodeType="withEffect">
                                  <p:stCondLst>
                                    <p:cond delay="0"/>
                                  </p:stCondLst>
                                  <p:iterate type="wd">
                                    <p:tmPct val="0"/>
                                  </p:iterate>
                                  <p:childTnLst>
                                    <p:animClr clrSpc="rgb" dir="cw">
                                      <p:cBhvr override="childStyle">
                                        <p:cTn id="35" dur="500" fill="hold"/>
                                        <p:tgtEl>
                                          <p:spTgt spid="14">
                                            <p:txEl>
                                              <p:pRg st="1" end="1"/>
                                            </p:txEl>
                                          </p:spTgt>
                                        </p:tgtEl>
                                        <p:attrNameLst>
                                          <p:attrName>style.color</p:attrName>
                                        </p:attrNameLst>
                                      </p:cBhvr>
                                      <p:to>
                                        <a:srgbClr val="000000"/>
                                      </p:to>
                                    </p:animClr>
                                  </p:childTnLst>
                                </p:cTn>
                              </p:par>
                              <p:par>
                                <p:cTn id="36" presetID="15" presetClass="emph" presetSubtype="0" nodeType="withEffect">
                                  <p:stCondLst>
                                    <p:cond delay="0"/>
                                  </p:stCondLst>
                                  <p:iterate type="wd">
                                    <p:tmAbs val="25"/>
                                  </p:iterate>
                                  <p:childTnLst>
                                    <p:set>
                                      <p:cBhvr override="childStyle">
                                        <p:cTn id="37" dur="indefinite"/>
                                        <p:tgtEl>
                                          <p:spTgt spid="14">
                                            <p:txEl>
                                              <p:pRg st="1" end="1"/>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fade">
                                      <p:cBhvr>
                                        <p:cTn id="40" dur="500"/>
                                        <p:tgtEl>
                                          <p:spTgt spid="95"/>
                                        </p:tgtEl>
                                      </p:cBhvr>
                                    </p:animEffect>
                                  </p:childTnLst>
                                </p:cTn>
                              </p:par>
                              <p:par>
                                <p:cTn id="41" presetID="10" presetClass="exit" presetSubtype="0" fill="hold" grpId="0" nodeType="withEffect">
                                  <p:stCondLst>
                                    <p:cond delay="0"/>
                                  </p:stCondLst>
                                  <p:childTnLst>
                                    <p:animEffect transition="out" filter="fade">
                                      <p:cBhvr>
                                        <p:cTn id="42" dur="500"/>
                                        <p:tgtEl>
                                          <p:spTgt spid="87"/>
                                        </p:tgtEl>
                                      </p:cBhvr>
                                    </p:animEffect>
                                    <p:set>
                                      <p:cBhvr>
                                        <p:cTn id="43" dur="1" fill="hold">
                                          <p:stCondLst>
                                            <p:cond delay="499"/>
                                          </p:stCondLst>
                                        </p:cTn>
                                        <p:tgtEl>
                                          <p:spTgt spid="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14" grpId="0" uiExpand="1" build="allAtOnce"/>
      <p:bldP spid="9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A0D568-065E-E7AC-A0A5-7F9E1039A8F7}"/>
            </a:ext>
          </a:extLst>
        </p:cNvPr>
        <p:cNvGrpSpPr/>
        <p:nvPr/>
      </p:nvGrpSpPr>
      <p:grpSpPr>
        <a:xfrm>
          <a:off x="0" y="0"/>
          <a:ext cx="0" cy="0"/>
          <a:chOff x="0" y="0"/>
          <a:chExt cx="0" cy="0"/>
        </a:xfrm>
      </p:grpSpPr>
      <p:pic>
        <p:nvPicPr>
          <p:cNvPr id="96" name="Check Box" descr="Clipboard Mixed outline">
            <a:extLst>
              <a:ext uri="{FF2B5EF4-FFF2-40B4-BE49-F238E27FC236}">
                <a16:creationId xmlns:a16="http://schemas.microsoft.com/office/drawing/2014/main" id="{37C31280-6A47-C520-A2C5-59A9E34D9F4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297846" y="-388087"/>
            <a:ext cx="6248401" cy="6248402"/>
          </a:xfrm>
          <a:prstGeom prst="rect">
            <a:avLst/>
          </a:prstGeom>
        </p:spPr>
      </p:pic>
      <p:grpSp>
        <p:nvGrpSpPr>
          <p:cNvPr id="20" name="Title">
            <a:extLst>
              <a:ext uri="{FF2B5EF4-FFF2-40B4-BE49-F238E27FC236}">
                <a16:creationId xmlns:a16="http://schemas.microsoft.com/office/drawing/2014/main" id="{A8629934-7472-C608-1E9D-17655ADA8A05}"/>
              </a:ext>
            </a:extLst>
          </p:cNvPr>
          <p:cNvGrpSpPr/>
          <p:nvPr/>
        </p:nvGrpSpPr>
        <p:grpSpPr>
          <a:xfrm>
            <a:off x="4268502" y="118792"/>
            <a:ext cx="2993358" cy="719088"/>
            <a:chOff x="4268502" y="118792"/>
            <a:chExt cx="2993358" cy="719088"/>
          </a:xfrm>
        </p:grpSpPr>
        <p:sp>
          <p:nvSpPr>
            <p:cNvPr id="10" name="TextBox 9">
              <a:extLst>
                <a:ext uri="{FF2B5EF4-FFF2-40B4-BE49-F238E27FC236}">
                  <a16:creationId xmlns:a16="http://schemas.microsoft.com/office/drawing/2014/main" id="{23721BDF-7962-093C-210F-14B3660C3363}"/>
                </a:ext>
              </a:extLst>
            </p:cNvPr>
            <p:cNvSpPr txBox="1"/>
            <p:nvPr/>
          </p:nvSpPr>
          <p:spPr>
            <a:xfrm>
              <a:off x="4930140" y="186824"/>
              <a:ext cx="2331720" cy="584775"/>
            </a:xfrm>
            <a:prstGeom prst="rect">
              <a:avLst/>
            </a:prstGeom>
            <a:noFill/>
          </p:spPr>
          <p:txBody>
            <a:bodyPr wrap="square" rtlCol="0">
              <a:spAutoFit/>
            </a:bodyPr>
            <a:lstStyle/>
            <a:p>
              <a:pPr algn="ctr"/>
              <a:r>
                <a:rPr lang="en-US" sz="3200" dirty="0">
                  <a:latin typeface="Times New Roman" panose="02020603050405020304" pitchFamily="18" charset="0"/>
                  <a:cs typeface="Times New Roman" panose="02020603050405020304" pitchFamily="18" charset="0"/>
                </a:rPr>
                <a:t>Task Sheet</a:t>
              </a:r>
              <a:endParaRPr lang="en-AS" sz="3200" dirty="0">
                <a:latin typeface="Times New Roman" panose="02020603050405020304" pitchFamily="18" charset="0"/>
                <a:cs typeface="Times New Roman" panose="02020603050405020304" pitchFamily="18" charset="0"/>
              </a:endParaRPr>
            </a:p>
          </p:txBody>
        </p:sp>
        <p:pic>
          <p:nvPicPr>
            <p:cNvPr id="14" name="Check Box" descr="Clipboard Mixed outline">
              <a:extLst>
                <a:ext uri="{FF2B5EF4-FFF2-40B4-BE49-F238E27FC236}">
                  <a16:creationId xmlns:a16="http://schemas.microsoft.com/office/drawing/2014/main" id="{49BEB423-3FCE-A8EC-4070-AC79C109DC8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68502" y="118792"/>
              <a:ext cx="719088" cy="719088"/>
            </a:xfrm>
            <a:prstGeom prst="rect">
              <a:avLst/>
            </a:prstGeom>
          </p:spPr>
        </p:pic>
      </p:grpSp>
      <p:sp>
        <p:nvSpPr>
          <p:cNvPr id="11" name="Slide Number Placeholder 24">
            <a:extLst>
              <a:ext uri="{FF2B5EF4-FFF2-40B4-BE49-F238E27FC236}">
                <a16:creationId xmlns:a16="http://schemas.microsoft.com/office/drawing/2014/main" id="{E48C9EBC-9B3E-0867-7CB7-1697E0006D60}"/>
              </a:ext>
            </a:extLst>
          </p:cNvPr>
          <p:cNvSpPr>
            <a:spLocks noGrp="1"/>
          </p:cNvSpPr>
          <p:nvPr>
            <p:ph type="sldNum" sz="quarter" idx="12"/>
          </p:nvPr>
        </p:nvSpPr>
        <p:spPr>
          <a:xfrm>
            <a:off x="11828400" y="6492875"/>
            <a:ext cx="363600" cy="365125"/>
          </a:xfrm>
          <a:gradFill flip="none" rotWithShape="1">
            <a:gsLst>
              <a:gs pos="0">
                <a:schemeClr val="bg1">
                  <a:alpha val="0"/>
                </a:schemeClr>
              </a:gs>
              <a:gs pos="92000">
                <a:schemeClr val="tx1">
                  <a:lumMod val="65000"/>
                  <a:lumOff val="35000"/>
                  <a:alpha val="50000"/>
                </a:schemeClr>
              </a:gs>
            </a:gsLst>
            <a:lin ang="2700000" scaled="1"/>
            <a:tileRect/>
          </a:gradFill>
          <a:ln>
            <a:noFill/>
          </a:ln>
        </p:spPr>
        <p:txBody>
          <a:bodyPr/>
          <a:lstStyle/>
          <a:p>
            <a:fld id="{AD91D796-2600-4CB1-AF8F-6B90FC341573}" type="slidenum">
              <a:rPr lang="en-AS" smtClean="0"/>
              <a:t>8</a:t>
            </a:fld>
            <a:endParaRPr lang="en-AS" dirty="0"/>
          </a:p>
        </p:txBody>
      </p:sp>
      <p:sp>
        <p:nvSpPr>
          <p:cNvPr id="12" name="Footer Placeholder 23">
            <a:extLst>
              <a:ext uri="{FF2B5EF4-FFF2-40B4-BE49-F238E27FC236}">
                <a16:creationId xmlns:a16="http://schemas.microsoft.com/office/drawing/2014/main" id="{23994245-376F-A95F-7D2A-1CF4E78B3387}"/>
              </a:ext>
            </a:extLst>
          </p:cNvPr>
          <p:cNvSpPr>
            <a:spLocks noGrp="1"/>
          </p:cNvSpPr>
          <p:nvPr>
            <p:ph type="ftr" sz="quarter" idx="11"/>
          </p:nvPr>
        </p:nvSpPr>
        <p:spPr>
          <a:xfrm>
            <a:off x="7713600" y="6492875"/>
            <a:ext cx="4114800" cy="365125"/>
          </a:xfrm>
        </p:spPr>
        <p:txBody>
          <a:bodyPr/>
          <a:lstStyle/>
          <a:p>
            <a:r>
              <a:rPr lang="en-US" dirty="0"/>
              <a:t>ABVCS</a:t>
            </a:r>
            <a:endParaRPr lang="en-AS" dirty="0"/>
          </a:p>
        </p:txBody>
      </p:sp>
      <p:graphicFrame>
        <p:nvGraphicFramePr>
          <p:cNvPr id="15" name="Object 14">
            <a:extLst>
              <a:ext uri="{FF2B5EF4-FFF2-40B4-BE49-F238E27FC236}">
                <a16:creationId xmlns:a16="http://schemas.microsoft.com/office/drawing/2014/main" id="{FEF4526E-57B4-543C-C6A7-76D22ECD4366}"/>
              </a:ext>
            </a:extLst>
          </p:cNvPr>
          <p:cNvGraphicFramePr>
            <a:graphicFrameLocks noChangeAspect="1"/>
          </p:cNvGraphicFramePr>
          <p:nvPr>
            <p:extLst>
              <p:ext uri="{D42A27DB-BD31-4B8C-83A1-F6EECF244321}">
                <p14:modId xmlns:p14="http://schemas.microsoft.com/office/powerpoint/2010/main" val="2753342525"/>
              </p:ext>
            </p:extLst>
          </p:nvPr>
        </p:nvGraphicFramePr>
        <p:xfrm>
          <a:off x="2500313" y="929070"/>
          <a:ext cx="7191375" cy="5038725"/>
        </p:xfrm>
        <a:graphic>
          <a:graphicData uri="http://schemas.openxmlformats.org/presentationml/2006/ole">
            <mc:AlternateContent xmlns:mc="http://schemas.openxmlformats.org/markup-compatibility/2006">
              <mc:Choice xmlns:v="urn:schemas-microsoft-com:vml" Requires="v">
                <p:oleObj name="Worksheet" r:id="rId5" imgW="7191360" imgH="5038707" progId="Excel.Sheet.12">
                  <p:link updateAutomatic="1"/>
                </p:oleObj>
              </mc:Choice>
              <mc:Fallback>
                <p:oleObj name="Worksheet" r:id="rId5" imgW="7191360" imgH="5038707" progId="Excel.Sheet.12">
                  <p:link updateAutomatic="1"/>
                  <p:pic>
                    <p:nvPicPr>
                      <p:cNvPr id="15" name="Object 14">
                        <a:extLst>
                          <a:ext uri="{FF2B5EF4-FFF2-40B4-BE49-F238E27FC236}">
                            <a16:creationId xmlns:a16="http://schemas.microsoft.com/office/drawing/2014/main" id="{FEF4526E-57B4-543C-C6A7-76D22ECD4366}"/>
                          </a:ext>
                        </a:extLst>
                      </p:cNvPr>
                      <p:cNvPicPr/>
                      <p:nvPr/>
                    </p:nvPicPr>
                    <p:blipFill>
                      <a:blip r:embed="rId6"/>
                      <a:stretch>
                        <a:fillRect/>
                      </a:stretch>
                    </p:blipFill>
                    <p:spPr>
                      <a:xfrm>
                        <a:off x="2500313" y="929070"/>
                        <a:ext cx="7191375" cy="5038725"/>
                      </a:xfrm>
                      <a:prstGeom prst="rect">
                        <a:avLst/>
                      </a:prstGeom>
                    </p:spPr>
                  </p:pic>
                </p:oleObj>
              </mc:Fallback>
            </mc:AlternateContent>
          </a:graphicData>
        </a:graphic>
      </p:graphicFrame>
      <p:grpSp>
        <p:nvGrpSpPr>
          <p:cNvPr id="2" name="!!Film_Tabe_2">
            <a:extLst>
              <a:ext uri="{FF2B5EF4-FFF2-40B4-BE49-F238E27FC236}">
                <a16:creationId xmlns:a16="http://schemas.microsoft.com/office/drawing/2014/main" id="{08BBD6F6-54D4-62A9-4278-0C1CA1F18D6D}"/>
              </a:ext>
            </a:extLst>
          </p:cNvPr>
          <p:cNvGrpSpPr/>
          <p:nvPr/>
        </p:nvGrpSpPr>
        <p:grpSpPr>
          <a:xfrm rot="14400000">
            <a:off x="-11237453" y="4102072"/>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F3C2BD1B-57D9-DDA3-ACCA-41880B02715A}"/>
                </a:ext>
              </a:extLst>
            </p:cNvPr>
            <p:cNvGrpSpPr/>
            <p:nvPr/>
          </p:nvGrpSpPr>
          <p:grpSpPr>
            <a:xfrm>
              <a:off x="7372077" y="2448455"/>
              <a:ext cx="2738174" cy="1961091"/>
              <a:chOff x="4726913" y="2438401"/>
              <a:chExt cx="2738174" cy="1961091"/>
            </a:xfrm>
          </p:grpSpPr>
          <p:sp>
            <p:nvSpPr>
              <p:cNvPr id="58" name="Graphic 2" descr="Film strip outline">
                <a:extLst>
                  <a:ext uri="{FF2B5EF4-FFF2-40B4-BE49-F238E27FC236}">
                    <a16:creationId xmlns:a16="http://schemas.microsoft.com/office/drawing/2014/main" id="{9E587109-462E-F12F-2FDE-D431D029A26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9" name="Straight Connector 58">
                <a:extLst>
                  <a:ext uri="{FF2B5EF4-FFF2-40B4-BE49-F238E27FC236}">
                    <a16:creationId xmlns:a16="http://schemas.microsoft.com/office/drawing/2014/main" id="{771CC33A-EC70-CA56-24B3-C4220046ADF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0" name="TextBox 59">
                <a:extLst>
                  <a:ext uri="{FF2B5EF4-FFF2-40B4-BE49-F238E27FC236}">
                    <a16:creationId xmlns:a16="http://schemas.microsoft.com/office/drawing/2014/main" id="{BD6ED21D-4BA1-3D5E-CED7-782FDB52D47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1DC22FEB-B978-ED9E-E0DF-EC4360E703E5}"/>
                </a:ext>
              </a:extLst>
            </p:cNvPr>
            <p:cNvGrpSpPr/>
            <p:nvPr/>
          </p:nvGrpSpPr>
          <p:grpSpPr>
            <a:xfrm>
              <a:off x="4702657" y="2448455"/>
              <a:ext cx="2738174" cy="1961091"/>
              <a:chOff x="4726913" y="2438401"/>
              <a:chExt cx="2738174" cy="1961091"/>
            </a:xfrm>
          </p:grpSpPr>
          <p:sp>
            <p:nvSpPr>
              <p:cNvPr id="55" name="Graphic 2" descr="Film strip outline">
                <a:extLst>
                  <a:ext uri="{FF2B5EF4-FFF2-40B4-BE49-F238E27FC236}">
                    <a16:creationId xmlns:a16="http://schemas.microsoft.com/office/drawing/2014/main" id="{1E304FC5-13D5-6704-9CE0-E484021D6B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F5B96FF7-0120-E29E-6FC6-4D89380979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29FA8754-0C26-57C8-AC72-0BC67A42E1B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E3AA0109-E25F-CE4F-499B-15B2C1A2DA68}"/>
                </a:ext>
              </a:extLst>
            </p:cNvPr>
            <p:cNvGrpSpPr/>
            <p:nvPr/>
          </p:nvGrpSpPr>
          <p:grpSpPr>
            <a:xfrm>
              <a:off x="12732850"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7EAB6787-E3BA-574B-C8F3-2F5140DAE59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ABA0B7AB-8A79-7B7B-37CB-80F251957D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8DC49ED0-7E1F-F92C-7145-67047623881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FC1A53F6-7C76-01CF-FC6E-B9FE36CF4049}"/>
                </a:ext>
              </a:extLst>
            </p:cNvPr>
            <p:cNvGrpSpPr/>
            <p:nvPr/>
          </p:nvGrpSpPr>
          <p:grpSpPr>
            <a:xfrm>
              <a:off x="10063430"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CA7D9927-63E9-B08E-AA43-FADA10BBB46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557539F5-D364-461D-E6FB-0CBCB493B59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FC172C60-2D69-2E1D-A0A5-C6FFA3190C1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E6D41946-5DD9-0CB3-55A2-88535E3952C2}"/>
                </a:ext>
              </a:extLst>
            </p:cNvPr>
            <p:cNvGrpSpPr/>
            <p:nvPr/>
          </p:nvGrpSpPr>
          <p:grpSpPr>
            <a:xfrm>
              <a:off x="-3327365" y="2448454"/>
              <a:ext cx="2738174" cy="1961091"/>
              <a:chOff x="4726913" y="2438401"/>
              <a:chExt cx="2738174" cy="1961091"/>
            </a:xfrm>
          </p:grpSpPr>
          <p:sp>
            <p:nvSpPr>
              <p:cNvPr id="46" name="Graphic 2" descr="Film strip outline">
                <a:extLst>
                  <a:ext uri="{FF2B5EF4-FFF2-40B4-BE49-F238E27FC236}">
                    <a16:creationId xmlns:a16="http://schemas.microsoft.com/office/drawing/2014/main" id="{11A6415B-E2D0-88E0-AC2D-18379817318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98E3175C-1B44-1B4B-7DEB-E5657D99925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487E6646-22D2-07BE-2D55-1E62CBC4EAC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F22C2928-7FBF-B782-A7FD-BD1D4871FB91}"/>
                </a:ext>
              </a:extLst>
            </p:cNvPr>
            <p:cNvGrpSpPr/>
            <p:nvPr/>
          </p:nvGrpSpPr>
          <p:grpSpPr>
            <a:xfrm>
              <a:off x="-5996785" y="2448454"/>
              <a:ext cx="2738174" cy="1961091"/>
              <a:chOff x="4726913" y="2438401"/>
              <a:chExt cx="2738174" cy="1961091"/>
            </a:xfrm>
          </p:grpSpPr>
          <p:sp>
            <p:nvSpPr>
              <p:cNvPr id="43" name="Graphic 2" descr="Film strip outline">
                <a:extLst>
                  <a:ext uri="{FF2B5EF4-FFF2-40B4-BE49-F238E27FC236}">
                    <a16:creationId xmlns:a16="http://schemas.microsoft.com/office/drawing/2014/main" id="{669DD25A-BB52-CC3C-833D-36F99CCCEB2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83F71DC3-113A-9E7B-923F-26C2D81F93A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21362696-A037-AFA4-8746-BDB6C8B0FF5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3E595234-7402-99EF-DD0D-2FF181591C82}"/>
                </a:ext>
              </a:extLst>
            </p:cNvPr>
            <p:cNvGrpSpPr/>
            <p:nvPr/>
          </p:nvGrpSpPr>
          <p:grpSpPr>
            <a:xfrm>
              <a:off x="2033408"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330E1E07-57E0-9408-25B8-489B94E8E9F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38618626-F797-C4A0-F9BD-9CC53A100CA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CE7479D9-9ABE-6B5C-888D-174922B7EB5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6" name="Group 35">
              <a:extLst>
                <a:ext uri="{FF2B5EF4-FFF2-40B4-BE49-F238E27FC236}">
                  <a16:creationId xmlns:a16="http://schemas.microsoft.com/office/drawing/2014/main" id="{6D28ABC9-F70F-1CC7-C632-9C70FF9202BF}"/>
                </a:ext>
              </a:extLst>
            </p:cNvPr>
            <p:cNvGrpSpPr/>
            <p:nvPr/>
          </p:nvGrpSpPr>
          <p:grpSpPr>
            <a:xfrm>
              <a:off x="-636012" y="2448454"/>
              <a:ext cx="2738174" cy="1961091"/>
              <a:chOff x="4726913" y="2438401"/>
              <a:chExt cx="2738174" cy="1961091"/>
            </a:xfrm>
          </p:grpSpPr>
          <p:sp>
            <p:nvSpPr>
              <p:cNvPr id="37" name="Graphic 2" descr="Film strip outline">
                <a:extLst>
                  <a:ext uri="{FF2B5EF4-FFF2-40B4-BE49-F238E27FC236}">
                    <a16:creationId xmlns:a16="http://schemas.microsoft.com/office/drawing/2014/main" id="{0C6728DE-85C9-5B70-AA9D-D1F8ADF634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0C689EDF-2BBC-D506-7375-737FC401CAC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A687ADE5-7170-CFB7-1D2F-792DD0B776D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61" name="!!Film_Tabe_1">
            <a:extLst>
              <a:ext uri="{FF2B5EF4-FFF2-40B4-BE49-F238E27FC236}">
                <a16:creationId xmlns:a16="http://schemas.microsoft.com/office/drawing/2014/main" id="{D8AB37E6-69CD-6AB9-1812-5FC8AE0C1B7A}"/>
              </a:ext>
            </a:extLst>
          </p:cNvPr>
          <p:cNvGrpSpPr/>
          <p:nvPr/>
        </p:nvGrpSpPr>
        <p:grpSpPr>
          <a:xfrm rot="14400000">
            <a:off x="2744086" y="1456577"/>
            <a:ext cx="21467809" cy="1961092"/>
            <a:chOff x="-5996785" y="2448454"/>
            <a:chExt cx="21467809" cy="1961092"/>
          </a:xfrm>
          <a:effectLst>
            <a:outerShdw blurRad="12700" dist="50800" dir="2700000" algn="tl" rotWithShape="0">
              <a:schemeClr val="tx1">
                <a:alpha val="40000"/>
              </a:schemeClr>
            </a:outerShdw>
          </a:effectLst>
        </p:grpSpPr>
        <p:grpSp>
          <p:nvGrpSpPr>
            <p:cNvPr id="62" name="Group 61">
              <a:extLst>
                <a:ext uri="{FF2B5EF4-FFF2-40B4-BE49-F238E27FC236}">
                  <a16:creationId xmlns:a16="http://schemas.microsoft.com/office/drawing/2014/main" id="{1B8015E9-F45B-CDF0-6733-B87BA6FF5A1B}"/>
                </a:ext>
              </a:extLst>
            </p:cNvPr>
            <p:cNvGrpSpPr/>
            <p:nvPr/>
          </p:nvGrpSpPr>
          <p:grpSpPr>
            <a:xfrm>
              <a:off x="7372077" y="2448455"/>
              <a:ext cx="2738174" cy="1961091"/>
              <a:chOff x="4726913" y="2438401"/>
              <a:chExt cx="2738174" cy="1961091"/>
            </a:xfrm>
          </p:grpSpPr>
          <p:sp>
            <p:nvSpPr>
              <p:cNvPr id="91" name="Graphic 2" descr="Film strip outline">
                <a:extLst>
                  <a:ext uri="{FF2B5EF4-FFF2-40B4-BE49-F238E27FC236}">
                    <a16:creationId xmlns:a16="http://schemas.microsoft.com/office/drawing/2014/main" id="{61B0089E-CA94-9587-5EFB-A796F0C7BF4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75207C01-706A-D049-4CC2-DAF3E70319D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173341CF-6A76-CD07-F845-4F0393F0CF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2B3F8DE2-8EFF-C259-613E-2B4FC0EDB294}"/>
                </a:ext>
              </a:extLst>
            </p:cNvPr>
            <p:cNvGrpSpPr/>
            <p:nvPr/>
          </p:nvGrpSpPr>
          <p:grpSpPr>
            <a:xfrm>
              <a:off x="4702657" y="2448455"/>
              <a:ext cx="2738174" cy="1961091"/>
              <a:chOff x="4726913" y="2438401"/>
              <a:chExt cx="2738174" cy="1961091"/>
            </a:xfrm>
          </p:grpSpPr>
          <p:sp>
            <p:nvSpPr>
              <p:cNvPr id="88" name="Graphic 2" descr="Film strip outline">
                <a:extLst>
                  <a:ext uri="{FF2B5EF4-FFF2-40B4-BE49-F238E27FC236}">
                    <a16:creationId xmlns:a16="http://schemas.microsoft.com/office/drawing/2014/main" id="{8484AE0F-ADFF-CE15-B525-C4E8CA83032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DF548DE7-F560-0BA2-CAF7-79CABFD3FEC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177DDCE2-3F77-AA9B-3F1D-8D45723401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8BE12C57-E368-83CB-DEFF-C78984680D61}"/>
                </a:ext>
              </a:extLst>
            </p:cNvPr>
            <p:cNvGrpSpPr/>
            <p:nvPr/>
          </p:nvGrpSpPr>
          <p:grpSpPr>
            <a:xfrm>
              <a:off x="12732850"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0C4B608C-F169-03F9-5C1C-969752BEE88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2E5485F5-392E-2C5A-E1E6-DE3F01D3163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FCBED9C6-950A-D487-FB1D-05B0E310A77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055B81BA-9082-BA66-5F0F-E92A328BBD1D}"/>
                </a:ext>
              </a:extLst>
            </p:cNvPr>
            <p:cNvGrpSpPr/>
            <p:nvPr/>
          </p:nvGrpSpPr>
          <p:grpSpPr>
            <a:xfrm>
              <a:off x="10063430"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B362BA2A-5F59-C69D-9BE6-300EC8EFEF5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E30D199E-F405-361C-8027-8AEBA3AAC61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6CE32B1A-4DF6-4641-BF64-EF2D699CED3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A44C89CB-61DA-F505-C159-43DFC1A75C76}"/>
                </a:ext>
              </a:extLst>
            </p:cNvPr>
            <p:cNvGrpSpPr/>
            <p:nvPr/>
          </p:nvGrpSpPr>
          <p:grpSpPr>
            <a:xfrm>
              <a:off x="-3327365" y="2448454"/>
              <a:ext cx="2738174" cy="1961091"/>
              <a:chOff x="4726913" y="2438401"/>
              <a:chExt cx="2738174" cy="1961091"/>
            </a:xfrm>
          </p:grpSpPr>
          <p:sp>
            <p:nvSpPr>
              <p:cNvPr id="79" name="Graphic 2" descr="Film strip outline">
                <a:extLst>
                  <a:ext uri="{FF2B5EF4-FFF2-40B4-BE49-F238E27FC236}">
                    <a16:creationId xmlns:a16="http://schemas.microsoft.com/office/drawing/2014/main" id="{1E44F9CC-F782-1705-2BA0-E162FD0E90D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300A8B5E-CA45-9A21-D543-DF95F5D5A6D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34857189-31D6-EB77-42FF-742DA5C56E4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7" name="Group 66">
              <a:extLst>
                <a:ext uri="{FF2B5EF4-FFF2-40B4-BE49-F238E27FC236}">
                  <a16:creationId xmlns:a16="http://schemas.microsoft.com/office/drawing/2014/main" id="{0BDAA732-F5CD-3548-D50E-BD65621516C6}"/>
                </a:ext>
              </a:extLst>
            </p:cNvPr>
            <p:cNvGrpSpPr/>
            <p:nvPr/>
          </p:nvGrpSpPr>
          <p:grpSpPr>
            <a:xfrm>
              <a:off x="-5996785" y="2448454"/>
              <a:ext cx="2738174" cy="1961091"/>
              <a:chOff x="4726913" y="2438401"/>
              <a:chExt cx="2738174" cy="1961091"/>
            </a:xfrm>
          </p:grpSpPr>
          <p:sp>
            <p:nvSpPr>
              <p:cNvPr id="76" name="Graphic 2" descr="Film strip outline">
                <a:extLst>
                  <a:ext uri="{FF2B5EF4-FFF2-40B4-BE49-F238E27FC236}">
                    <a16:creationId xmlns:a16="http://schemas.microsoft.com/office/drawing/2014/main" id="{BB435C84-64CB-6053-F2CE-B491017353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1AF27CF2-688B-1776-AD06-7317CE4A2D5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AE07B5C4-3348-1E94-B2A5-E7F81A8C8A1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8" name="Group 67">
              <a:extLst>
                <a:ext uri="{FF2B5EF4-FFF2-40B4-BE49-F238E27FC236}">
                  <a16:creationId xmlns:a16="http://schemas.microsoft.com/office/drawing/2014/main" id="{798D47E4-B85C-B4B4-B888-4365BE507025}"/>
                </a:ext>
              </a:extLst>
            </p:cNvPr>
            <p:cNvGrpSpPr/>
            <p:nvPr/>
          </p:nvGrpSpPr>
          <p:grpSpPr>
            <a:xfrm>
              <a:off x="2033408"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2B62BFD9-BB1C-5818-5462-F3937AEB63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DE06A503-2B94-AF3D-8FB6-70DB46A45B7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90B88166-A008-D2AB-2430-70D3CADE86C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9" name="Group 68">
              <a:extLst>
                <a:ext uri="{FF2B5EF4-FFF2-40B4-BE49-F238E27FC236}">
                  <a16:creationId xmlns:a16="http://schemas.microsoft.com/office/drawing/2014/main" id="{4C8F8E09-F7BE-696A-C7FC-0C7A6E72C854}"/>
                </a:ext>
              </a:extLst>
            </p:cNvPr>
            <p:cNvGrpSpPr/>
            <p:nvPr/>
          </p:nvGrpSpPr>
          <p:grpSpPr>
            <a:xfrm>
              <a:off x="-636012"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A8539591-D353-0D41-CD9C-2FB611B79A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159A8221-A45E-4427-210C-931E8666FB0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6E1564D4-38CC-44EA-61D7-747AC92DFF6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3" name="Group 12">
            <a:extLst>
              <a:ext uri="{FF2B5EF4-FFF2-40B4-BE49-F238E27FC236}">
                <a16:creationId xmlns:a16="http://schemas.microsoft.com/office/drawing/2014/main" id="{B98470A9-B600-CEC7-B029-B9359296C1BF}"/>
              </a:ext>
            </a:extLst>
          </p:cNvPr>
          <p:cNvGrpSpPr/>
          <p:nvPr/>
        </p:nvGrpSpPr>
        <p:grpSpPr>
          <a:xfrm rot="5400000">
            <a:off x="5292596" y="-8393083"/>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16" name="Graphic 37" descr="Film strip outline">
              <a:extLst>
                <a:ext uri="{FF2B5EF4-FFF2-40B4-BE49-F238E27FC236}">
                  <a16:creationId xmlns:a16="http://schemas.microsoft.com/office/drawing/2014/main" id="{8D6057A1-3EE5-F458-C17B-D877EB126B1A}"/>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D9A0B6A8-B551-3E62-A04F-F203F67FFCB2}"/>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8" name="Graphic 37" descr="Film strip outline">
              <a:extLst>
                <a:ext uri="{FF2B5EF4-FFF2-40B4-BE49-F238E27FC236}">
                  <a16:creationId xmlns:a16="http://schemas.microsoft.com/office/drawing/2014/main" id="{4A567ED7-529C-FF3B-5F81-61304E5C1103}"/>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9" name="Graphic 37" descr="Film strip outline">
              <a:extLst>
                <a:ext uri="{FF2B5EF4-FFF2-40B4-BE49-F238E27FC236}">
                  <a16:creationId xmlns:a16="http://schemas.microsoft.com/office/drawing/2014/main" id="{EBA4F5AD-001E-7654-1304-082C31D75CB0}"/>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1" name="Freeform: Shape 20">
            <a:extLst>
              <a:ext uri="{FF2B5EF4-FFF2-40B4-BE49-F238E27FC236}">
                <a16:creationId xmlns:a16="http://schemas.microsoft.com/office/drawing/2014/main" id="{9B2BB469-C88F-5D36-7D90-FD6080448238}"/>
              </a:ext>
            </a:extLst>
          </p:cNvPr>
          <p:cNvSpPr/>
          <p:nvPr/>
        </p:nvSpPr>
        <p:spPr>
          <a:xfrm>
            <a:off x="123785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2" name="Rectangle 21">
            <a:extLst>
              <a:ext uri="{FF2B5EF4-FFF2-40B4-BE49-F238E27FC236}">
                <a16:creationId xmlns:a16="http://schemas.microsoft.com/office/drawing/2014/main" id="{A71536DF-DA88-A366-024B-7B759A11E022}"/>
              </a:ext>
            </a:extLst>
          </p:cNvPr>
          <p:cNvSpPr/>
          <p:nvPr/>
        </p:nvSpPr>
        <p:spPr>
          <a:xfrm>
            <a:off x="140551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3" name="Rectangle 22">
            <a:extLst>
              <a:ext uri="{FF2B5EF4-FFF2-40B4-BE49-F238E27FC236}">
                <a16:creationId xmlns:a16="http://schemas.microsoft.com/office/drawing/2014/main" id="{D4AEA6E3-190B-F254-AE3B-716645B66832}"/>
              </a:ext>
            </a:extLst>
          </p:cNvPr>
          <p:cNvSpPr>
            <a:spLocks/>
          </p:cNvSpPr>
          <p:nvPr/>
        </p:nvSpPr>
        <p:spPr>
          <a:xfrm>
            <a:off x="140551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4" name="Rectangle 23">
            <a:extLst>
              <a:ext uri="{FF2B5EF4-FFF2-40B4-BE49-F238E27FC236}">
                <a16:creationId xmlns:a16="http://schemas.microsoft.com/office/drawing/2014/main" id="{4EAFA65A-3B8C-28B7-01AD-19621C0E8B3B}"/>
              </a:ext>
            </a:extLst>
          </p:cNvPr>
          <p:cNvSpPr>
            <a:spLocks/>
          </p:cNvSpPr>
          <p:nvPr/>
        </p:nvSpPr>
        <p:spPr>
          <a:xfrm>
            <a:off x="140551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5" name="Rectangle 24">
            <a:extLst>
              <a:ext uri="{FF2B5EF4-FFF2-40B4-BE49-F238E27FC236}">
                <a16:creationId xmlns:a16="http://schemas.microsoft.com/office/drawing/2014/main" id="{C13047A9-C91D-7D51-29F3-43D742D9E1CD}"/>
              </a:ext>
            </a:extLst>
          </p:cNvPr>
          <p:cNvSpPr>
            <a:spLocks/>
          </p:cNvSpPr>
          <p:nvPr/>
        </p:nvSpPr>
        <p:spPr>
          <a:xfrm>
            <a:off x="140551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6" name="Rectangle 25">
            <a:extLst>
              <a:ext uri="{FF2B5EF4-FFF2-40B4-BE49-F238E27FC236}">
                <a16:creationId xmlns:a16="http://schemas.microsoft.com/office/drawing/2014/main" id="{613C3448-3097-58B3-3D1F-35BE068AD90F}"/>
              </a:ext>
            </a:extLst>
          </p:cNvPr>
          <p:cNvSpPr>
            <a:spLocks/>
          </p:cNvSpPr>
          <p:nvPr/>
        </p:nvSpPr>
        <p:spPr>
          <a:xfrm>
            <a:off x="140551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95F10A2C-51A9-C48D-C316-585B43715A0B}"/>
              </a:ext>
            </a:extLst>
          </p:cNvPr>
          <p:cNvSpPr>
            <a:spLocks/>
          </p:cNvSpPr>
          <p:nvPr/>
        </p:nvSpPr>
        <p:spPr>
          <a:xfrm>
            <a:off x="140551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FA37594C-2DA8-595D-F0ED-585CC9A376F5}"/>
              </a:ext>
            </a:extLst>
          </p:cNvPr>
          <p:cNvSpPr/>
          <p:nvPr/>
        </p:nvSpPr>
        <p:spPr>
          <a:xfrm>
            <a:off x="131428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0" name="Rectangle 29">
            <a:extLst>
              <a:ext uri="{FF2B5EF4-FFF2-40B4-BE49-F238E27FC236}">
                <a16:creationId xmlns:a16="http://schemas.microsoft.com/office/drawing/2014/main" id="{B3FAC093-B4F3-20AE-B869-146AD1944326}"/>
              </a:ext>
            </a:extLst>
          </p:cNvPr>
          <p:cNvSpPr/>
          <p:nvPr/>
        </p:nvSpPr>
        <p:spPr>
          <a:xfrm>
            <a:off x="131428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8A51D3EC-853B-63AB-361D-12135911C917}"/>
              </a:ext>
            </a:extLst>
          </p:cNvPr>
          <p:cNvSpPr/>
          <p:nvPr/>
        </p:nvSpPr>
        <p:spPr>
          <a:xfrm>
            <a:off x="131428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2" name="Rectangle 31">
            <a:extLst>
              <a:ext uri="{FF2B5EF4-FFF2-40B4-BE49-F238E27FC236}">
                <a16:creationId xmlns:a16="http://schemas.microsoft.com/office/drawing/2014/main" id="{9D2C7633-3EA4-2637-EC18-0F3330899493}"/>
              </a:ext>
            </a:extLst>
          </p:cNvPr>
          <p:cNvSpPr/>
          <p:nvPr/>
        </p:nvSpPr>
        <p:spPr>
          <a:xfrm>
            <a:off x="131428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3" name="Rectangle 32">
            <a:extLst>
              <a:ext uri="{FF2B5EF4-FFF2-40B4-BE49-F238E27FC236}">
                <a16:creationId xmlns:a16="http://schemas.microsoft.com/office/drawing/2014/main" id="{59B24CCD-07E6-B99F-F2F3-507C5A83D71D}"/>
              </a:ext>
            </a:extLst>
          </p:cNvPr>
          <p:cNvSpPr/>
          <p:nvPr/>
        </p:nvSpPr>
        <p:spPr>
          <a:xfrm>
            <a:off x="131428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4" name="Freeform: Shape 33">
            <a:extLst>
              <a:ext uri="{FF2B5EF4-FFF2-40B4-BE49-F238E27FC236}">
                <a16:creationId xmlns:a16="http://schemas.microsoft.com/office/drawing/2014/main" id="{2C49C12A-EE01-0C20-D6DC-AD9890B05FE1}"/>
              </a:ext>
            </a:extLst>
          </p:cNvPr>
          <p:cNvSpPr/>
          <p:nvPr/>
        </p:nvSpPr>
        <p:spPr>
          <a:xfrm>
            <a:off x="130757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35" name="Freeform: Shape 34">
            <a:extLst>
              <a:ext uri="{FF2B5EF4-FFF2-40B4-BE49-F238E27FC236}">
                <a16:creationId xmlns:a16="http://schemas.microsoft.com/office/drawing/2014/main" id="{8A60B75C-D8E6-3DB8-5735-67931EF09452}"/>
              </a:ext>
            </a:extLst>
          </p:cNvPr>
          <p:cNvSpPr/>
          <p:nvPr/>
        </p:nvSpPr>
        <p:spPr>
          <a:xfrm>
            <a:off x="130757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4" name="Rectangle 93">
            <a:extLst>
              <a:ext uri="{FF2B5EF4-FFF2-40B4-BE49-F238E27FC236}">
                <a16:creationId xmlns:a16="http://schemas.microsoft.com/office/drawing/2014/main" id="{5F63EFFA-EA06-DDE7-4FA9-C0D5AF71CBEC}"/>
              </a:ext>
            </a:extLst>
          </p:cNvPr>
          <p:cNvSpPr/>
          <p:nvPr/>
        </p:nvSpPr>
        <p:spPr>
          <a:xfrm>
            <a:off x="140551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241078153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115F32-8B53-61BA-0CC5-9A36EC3A3B41}"/>
            </a:ext>
          </a:extLst>
        </p:cNvPr>
        <p:cNvGrpSpPr/>
        <p:nvPr/>
      </p:nvGrpSpPr>
      <p:grpSpPr>
        <a:xfrm>
          <a:off x="0" y="0"/>
          <a:ext cx="0" cy="0"/>
          <a:chOff x="0" y="0"/>
          <a:chExt cx="0" cy="0"/>
        </a:xfrm>
      </p:grpSpPr>
      <p:pic>
        <p:nvPicPr>
          <p:cNvPr id="14" name="Chart" descr="Gantt Chart with solid fill">
            <a:extLst>
              <a:ext uri="{FF2B5EF4-FFF2-40B4-BE49-F238E27FC236}">
                <a16:creationId xmlns:a16="http://schemas.microsoft.com/office/drawing/2014/main" id="{2A6BC93F-FE9A-A82A-19DF-88A4A43B439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677496" y="-723247"/>
            <a:ext cx="6248401" cy="6248402"/>
          </a:xfrm>
          <a:prstGeom prst="rect">
            <a:avLst/>
          </a:prstGeom>
        </p:spPr>
      </p:pic>
      <p:grpSp>
        <p:nvGrpSpPr>
          <p:cNvPr id="17" name="Title">
            <a:extLst>
              <a:ext uri="{FF2B5EF4-FFF2-40B4-BE49-F238E27FC236}">
                <a16:creationId xmlns:a16="http://schemas.microsoft.com/office/drawing/2014/main" id="{3BCAAF8F-55E5-4C96-6895-0EBD08FD5F2A}"/>
              </a:ext>
            </a:extLst>
          </p:cNvPr>
          <p:cNvGrpSpPr/>
          <p:nvPr/>
        </p:nvGrpSpPr>
        <p:grpSpPr>
          <a:xfrm>
            <a:off x="4269540" y="119211"/>
            <a:ext cx="2992320" cy="720000"/>
            <a:chOff x="4269540" y="119211"/>
            <a:chExt cx="2992320" cy="720000"/>
          </a:xfrm>
        </p:grpSpPr>
        <p:pic>
          <p:nvPicPr>
            <p:cNvPr id="12" name="Chart" descr="Gantt Chart with solid fill">
              <a:extLst>
                <a:ext uri="{FF2B5EF4-FFF2-40B4-BE49-F238E27FC236}">
                  <a16:creationId xmlns:a16="http://schemas.microsoft.com/office/drawing/2014/main" id="{D5646BF5-9A2A-3D7F-4E03-F7BB9706965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69540" y="119211"/>
              <a:ext cx="720000" cy="720000"/>
            </a:xfrm>
            <a:prstGeom prst="rect">
              <a:avLst/>
            </a:prstGeom>
            <a:effectLst/>
          </p:spPr>
        </p:pic>
        <p:sp>
          <p:nvSpPr>
            <p:cNvPr id="16" name="TextBox 15">
              <a:extLst>
                <a:ext uri="{FF2B5EF4-FFF2-40B4-BE49-F238E27FC236}">
                  <a16:creationId xmlns:a16="http://schemas.microsoft.com/office/drawing/2014/main" id="{7D68815F-FCAA-E6F6-34C9-40A5BB47B9FE}"/>
                </a:ext>
              </a:extLst>
            </p:cNvPr>
            <p:cNvSpPr txBox="1"/>
            <p:nvPr/>
          </p:nvSpPr>
          <p:spPr>
            <a:xfrm>
              <a:off x="4930140" y="186824"/>
              <a:ext cx="2331720" cy="584775"/>
            </a:xfrm>
            <a:prstGeom prst="rect">
              <a:avLst/>
            </a:prstGeom>
            <a:noFill/>
          </p:spPr>
          <p:txBody>
            <a:bodyPr wrap="square" rtlCol="0">
              <a:spAutoFit/>
            </a:bodyPr>
            <a:lstStyle/>
            <a:p>
              <a:pPr algn="ctr"/>
              <a:r>
                <a:rPr lang="en-US" sz="3200" dirty="0">
                  <a:latin typeface="Times New Roman" panose="02020603050405020304" pitchFamily="18" charset="0"/>
                  <a:cs typeface="Times New Roman" panose="02020603050405020304" pitchFamily="18" charset="0"/>
                </a:rPr>
                <a:t>Gant Chart</a:t>
              </a:r>
              <a:endParaRPr lang="en-AS" sz="4800" dirty="0">
                <a:latin typeface="Times New Roman" panose="02020603050405020304" pitchFamily="18" charset="0"/>
                <a:cs typeface="Times New Roman" panose="02020603050405020304" pitchFamily="18" charset="0"/>
              </a:endParaRPr>
            </a:p>
          </p:txBody>
        </p:sp>
      </p:grpSp>
      <p:graphicFrame>
        <p:nvGraphicFramePr>
          <p:cNvPr id="28" name="Table 27">
            <a:extLst>
              <a:ext uri="{FF2B5EF4-FFF2-40B4-BE49-F238E27FC236}">
                <a16:creationId xmlns:a16="http://schemas.microsoft.com/office/drawing/2014/main" id="{BCB26234-6C5E-57DA-29CF-CBBB54B63919}"/>
              </a:ext>
            </a:extLst>
          </p:cNvPr>
          <p:cNvGraphicFramePr>
            <a:graphicFrameLocks noGrp="1"/>
          </p:cNvGraphicFramePr>
          <p:nvPr>
            <p:extLst>
              <p:ext uri="{D42A27DB-BD31-4B8C-83A1-F6EECF244321}">
                <p14:modId xmlns:p14="http://schemas.microsoft.com/office/powerpoint/2010/main" val="666267490"/>
              </p:ext>
            </p:extLst>
          </p:nvPr>
        </p:nvGraphicFramePr>
        <p:xfrm>
          <a:off x="1398016" y="1118990"/>
          <a:ext cx="9149224" cy="371870"/>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85935">
                <a:tc gridSpan="3">
                  <a:txBody>
                    <a:bodyPr/>
                    <a:lstStyle/>
                    <a:p>
                      <a:pPr algn="ctr" fontAlgn="ctr">
                        <a:buNone/>
                      </a:pPr>
                      <a:r>
                        <a:rPr lang="en-US" sz="900" u="none" strike="noStrike" dirty="0" err="1">
                          <a:solidFill>
                            <a:schemeClr val="bg1"/>
                          </a:solidFill>
                          <a:effectLst/>
                        </a:rPr>
                        <a:t>Qrt</a:t>
                      </a:r>
                      <a:r>
                        <a:rPr lang="en-US" sz="900" u="none" strike="noStrike" dirty="0">
                          <a:solidFill>
                            <a:schemeClr val="bg1"/>
                          </a:solidFill>
                          <a:effectLst/>
                        </a:rPr>
                        <a:t> 4, 2025</a:t>
                      </a:r>
                      <a:endParaRPr lang="en-US" sz="900" b="0" i="0" u="none" strike="noStrike" dirty="0">
                        <a:solidFill>
                          <a:schemeClr val="bg1"/>
                        </a:solidFill>
                        <a:effectLst/>
                        <a:latin typeface="Times New Roman" panose="02020603050405020304" pitchFamily="18" charset="0"/>
                      </a:endParaRPr>
                    </a:p>
                  </a:txBody>
                  <a:tcPr marL="7515" marR="7515" marT="7515" marB="0" anchor="ctr">
                    <a:solidFill>
                      <a:schemeClr val="tx1"/>
                    </a:solidFill>
                  </a:tcPr>
                </a:tc>
                <a:tc hMerge="1">
                  <a:txBody>
                    <a:bodyPr/>
                    <a:lstStyle/>
                    <a:p>
                      <a:endParaRPr lang="en-AS"/>
                    </a:p>
                  </a:txBody>
                  <a:tcPr/>
                </a:tc>
                <a:tc hMerge="1">
                  <a:txBody>
                    <a:bodyPr/>
                    <a:lstStyle/>
                    <a:p>
                      <a:endParaRPr lang="en-AS"/>
                    </a:p>
                  </a:txBody>
                  <a:tcPr/>
                </a:tc>
                <a:tc gridSpan="3">
                  <a:txBody>
                    <a:bodyPr/>
                    <a:lstStyle/>
                    <a:p>
                      <a:pPr algn="ctr" fontAlgn="ctr">
                        <a:buNone/>
                      </a:pPr>
                      <a:r>
                        <a:rPr lang="en-US" sz="900" u="none" strike="noStrike">
                          <a:solidFill>
                            <a:schemeClr val="bg1"/>
                          </a:solidFill>
                          <a:effectLst/>
                        </a:rPr>
                        <a:t>Qrt 1, 2026</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hMerge="1">
                  <a:txBody>
                    <a:bodyPr/>
                    <a:lstStyle/>
                    <a:p>
                      <a:endParaRPr lang="en-AS"/>
                    </a:p>
                  </a:txBody>
                  <a:tcPr/>
                </a:tc>
                <a:tc hMerge="1">
                  <a:txBody>
                    <a:bodyPr/>
                    <a:lstStyle/>
                    <a:p>
                      <a:endParaRPr lang="en-AS"/>
                    </a:p>
                  </a:txBody>
                  <a:tcPr/>
                </a:tc>
                <a:tc gridSpan="3">
                  <a:txBody>
                    <a:bodyPr/>
                    <a:lstStyle/>
                    <a:p>
                      <a:pPr algn="ctr" fontAlgn="ctr">
                        <a:buNone/>
                      </a:pPr>
                      <a:r>
                        <a:rPr lang="en-US" sz="900" u="none" strike="noStrike">
                          <a:solidFill>
                            <a:schemeClr val="bg1"/>
                          </a:solidFill>
                          <a:effectLst/>
                        </a:rPr>
                        <a:t>Qrt 2, 2026</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hMerge="1">
                  <a:txBody>
                    <a:bodyPr/>
                    <a:lstStyle/>
                    <a:p>
                      <a:endParaRPr lang="en-AS"/>
                    </a:p>
                  </a:txBody>
                  <a:tcPr/>
                </a:tc>
                <a:tc hMerge="1">
                  <a:txBody>
                    <a:bodyPr/>
                    <a:lstStyle/>
                    <a:p>
                      <a:endParaRPr lang="en-AS"/>
                    </a:p>
                  </a:txBody>
                  <a:tcPr/>
                </a:tc>
                <a:tc gridSpan="3">
                  <a:txBody>
                    <a:bodyPr/>
                    <a:lstStyle/>
                    <a:p>
                      <a:pPr algn="ctr" fontAlgn="ctr">
                        <a:buNone/>
                      </a:pPr>
                      <a:r>
                        <a:rPr lang="en-US" sz="900" u="none" strike="noStrike">
                          <a:solidFill>
                            <a:schemeClr val="bg1"/>
                          </a:solidFill>
                          <a:effectLst/>
                        </a:rPr>
                        <a:t>Qrt 3, 2026</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hMerge="1">
                  <a:txBody>
                    <a:bodyPr/>
                    <a:lstStyle/>
                    <a:p>
                      <a:endParaRPr lang="en-AS"/>
                    </a:p>
                  </a:txBody>
                  <a:tcPr/>
                </a:tc>
                <a:tc hMerge="1">
                  <a:txBody>
                    <a:bodyPr/>
                    <a:lstStyle/>
                    <a:p>
                      <a:endParaRPr lang="en-AS"/>
                    </a:p>
                  </a:txBody>
                  <a:tcPr/>
                </a:tc>
                <a:tc gridSpan="2">
                  <a:txBody>
                    <a:bodyPr/>
                    <a:lstStyle/>
                    <a:p>
                      <a:pPr algn="ctr" fontAlgn="ctr">
                        <a:buNone/>
                      </a:pPr>
                      <a:r>
                        <a:rPr lang="en-US" sz="900" u="none" strike="noStrike" dirty="0" err="1">
                          <a:solidFill>
                            <a:schemeClr val="bg1"/>
                          </a:solidFill>
                          <a:effectLst/>
                        </a:rPr>
                        <a:t>Qrt</a:t>
                      </a:r>
                      <a:r>
                        <a:rPr lang="en-US" sz="900" u="none" strike="noStrike" dirty="0">
                          <a:solidFill>
                            <a:schemeClr val="bg1"/>
                          </a:solidFill>
                          <a:effectLst/>
                        </a:rPr>
                        <a:t> 4, 2026</a:t>
                      </a:r>
                      <a:endParaRPr lang="en-US" sz="900" b="0" i="0" u="none" strike="noStrike" dirty="0">
                        <a:solidFill>
                          <a:schemeClr val="bg1"/>
                        </a:solidFill>
                        <a:effectLst/>
                        <a:latin typeface="Times New Roman" panose="02020603050405020304" pitchFamily="18" charset="0"/>
                      </a:endParaRPr>
                    </a:p>
                  </a:txBody>
                  <a:tcPr marL="7515" marR="7515" marT="7515" marB="0" anchor="ctr">
                    <a:solidFill>
                      <a:schemeClr val="tx1"/>
                    </a:solidFill>
                  </a:tcPr>
                </a:tc>
                <a:tc hMerge="1">
                  <a:txBody>
                    <a:bodyPr/>
                    <a:lstStyle/>
                    <a:p>
                      <a:endParaRPr lang="en-AS"/>
                    </a:p>
                  </a:txBody>
                  <a:tcPr/>
                </a:tc>
                <a:extLst>
                  <a:ext uri="{0D108BD9-81ED-4DB2-BD59-A6C34878D82A}">
                    <a16:rowId xmlns:a16="http://schemas.microsoft.com/office/drawing/2014/main" val="4225449343"/>
                  </a:ext>
                </a:extLst>
              </a:tr>
              <a:tr h="185935">
                <a:tc>
                  <a:txBody>
                    <a:bodyPr/>
                    <a:lstStyle/>
                    <a:p>
                      <a:pPr algn="ctr" fontAlgn="ctr">
                        <a:buNone/>
                      </a:pPr>
                      <a:r>
                        <a:rPr lang="en-US" sz="900" u="none" strike="noStrike">
                          <a:solidFill>
                            <a:schemeClr val="bg1"/>
                          </a:solidFill>
                          <a:effectLst/>
                        </a:rPr>
                        <a:t>Oct</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Nov</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dirty="0">
                          <a:solidFill>
                            <a:schemeClr val="bg1"/>
                          </a:solidFill>
                          <a:effectLst/>
                        </a:rPr>
                        <a:t>Dec</a:t>
                      </a:r>
                      <a:endParaRPr lang="en-US" sz="900" b="0" i="0" u="none" strike="noStrike" dirty="0">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Jan</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Feb</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Mar</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Apr</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May</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Jun</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Jul</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Aug</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Sep</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a:solidFill>
                            <a:schemeClr val="bg1"/>
                          </a:solidFill>
                          <a:effectLst/>
                        </a:rPr>
                        <a:t>Oct</a:t>
                      </a:r>
                      <a:endParaRPr lang="en-US" sz="900" b="0" i="0" u="none" strike="noStrike">
                        <a:solidFill>
                          <a:schemeClr val="bg1"/>
                        </a:solidFill>
                        <a:effectLst/>
                        <a:latin typeface="Times New Roman" panose="02020603050405020304" pitchFamily="18" charset="0"/>
                      </a:endParaRPr>
                    </a:p>
                  </a:txBody>
                  <a:tcPr marL="7515" marR="7515" marT="7515" marB="0" anchor="ctr">
                    <a:solidFill>
                      <a:schemeClr val="tx1"/>
                    </a:solidFill>
                  </a:tcPr>
                </a:tc>
                <a:tc>
                  <a:txBody>
                    <a:bodyPr/>
                    <a:lstStyle/>
                    <a:p>
                      <a:pPr algn="ctr" fontAlgn="ctr">
                        <a:buNone/>
                      </a:pPr>
                      <a:r>
                        <a:rPr lang="en-US" sz="900" u="none" strike="noStrike" dirty="0">
                          <a:solidFill>
                            <a:schemeClr val="bg1"/>
                          </a:solidFill>
                          <a:effectLst/>
                        </a:rPr>
                        <a:t>Nov</a:t>
                      </a:r>
                      <a:endParaRPr lang="en-US" sz="900" b="0" i="0" u="none" strike="noStrike" dirty="0">
                        <a:solidFill>
                          <a:schemeClr val="bg1"/>
                        </a:solidFill>
                        <a:effectLst/>
                        <a:latin typeface="Times New Roman" panose="02020603050405020304" pitchFamily="18" charset="0"/>
                      </a:endParaRPr>
                    </a:p>
                  </a:txBody>
                  <a:tcPr marL="7515" marR="7515" marT="7515" marB="0" anchor="ctr">
                    <a:solidFill>
                      <a:schemeClr val="tx1"/>
                    </a:solidFill>
                  </a:tcPr>
                </a:tc>
                <a:extLst>
                  <a:ext uri="{0D108BD9-81ED-4DB2-BD59-A6C34878D82A}">
                    <a16:rowId xmlns:a16="http://schemas.microsoft.com/office/drawing/2014/main" val="3267559222"/>
                  </a:ext>
                </a:extLst>
              </a:tr>
            </a:tbl>
          </a:graphicData>
        </a:graphic>
      </p:graphicFrame>
      <p:graphicFrame>
        <p:nvGraphicFramePr>
          <p:cNvPr id="30" name="Table 29">
            <a:extLst>
              <a:ext uri="{FF2B5EF4-FFF2-40B4-BE49-F238E27FC236}">
                <a16:creationId xmlns:a16="http://schemas.microsoft.com/office/drawing/2014/main" id="{45F19FB9-E322-E54E-EEA5-6EA2FDBC2F6F}"/>
              </a:ext>
            </a:extLst>
          </p:cNvPr>
          <p:cNvGraphicFramePr>
            <a:graphicFrameLocks noGrp="1"/>
          </p:cNvGraphicFramePr>
          <p:nvPr>
            <p:extLst>
              <p:ext uri="{D42A27DB-BD31-4B8C-83A1-F6EECF244321}">
                <p14:modId xmlns:p14="http://schemas.microsoft.com/office/powerpoint/2010/main" val="4261600008"/>
              </p:ext>
            </p:extLst>
          </p:nvPr>
        </p:nvGraphicFramePr>
        <p:xfrm>
          <a:off x="1398016" y="1490860"/>
          <a:ext cx="9149224" cy="390464"/>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1050" b="1" u="none" strike="noStrike" dirty="0">
                          <a:effectLst/>
                        </a:rPr>
                        <a:t> All Students</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578306477"/>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357957705"/>
                  </a:ext>
                </a:extLst>
              </a:tr>
            </a:tbl>
          </a:graphicData>
        </a:graphic>
      </p:graphicFrame>
      <p:graphicFrame>
        <p:nvGraphicFramePr>
          <p:cNvPr id="31" name="Table 30">
            <a:extLst>
              <a:ext uri="{FF2B5EF4-FFF2-40B4-BE49-F238E27FC236}">
                <a16:creationId xmlns:a16="http://schemas.microsoft.com/office/drawing/2014/main" id="{901CE21E-9C28-5616-40E8-BB83CCD12610}"/>
              </a:ext>
            </a:extLst>
          </p:cNvPr>
          <p:cNvGraphicFramePr>
            <a:graphicFrameLocks noGrp="1"/>
          </p:cNvGraphicFramePr>
          <p:nvPr>
            <p:extLst>
              <p:ext uri="{D42A27DB-BD31-4B8C-83A1-F6EECF244321}">
                <p14:modId xmlns:p14="http://schemas.microsoft.com/office/powerpoint/2010/main" val="1103204602"/>
              </p:ext>
            </p:extLst>
          </p:nvPr>
        </p:nvGraphicFramePr>
        <p:xfrm>
          <a:off x="1398016" y="1881324"/>
          <a:ext cx="9149224" cy="390464"/>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endParaRPr lang="en-US" sz="900" u="none" strike="noStrike" dirty="0">
                        <a:effectLst/>
                      </a:endParaRPr>
                    </a:p>
                  </a:txBody>
                  <a:tcPr marL="7515" marR="7515" marT="7515" marB="0" anchor="ctr">
                    <a:lnR w="12700" cap="flat" cmpd="sng" algn="ctr">
                      <a:solidFill>
                        <a:srgbClr val="282828"/>
                      </a:solidFill>
                      <a:prstDash val="sysDashDot"/>
                      <a:round/>
                      <a:headEnd type="none" w="med" len="med"/>
                      <a:tailEnd type="none" w="med" len="med"/>
                    </a:lnR>
                  </a:tcPr>
                </a:tc>
                <a:tc gridSpan="2">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hMerge="1">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gridSpan="2">
                  <a:txBody>
                    <a:bodyPr/>
                    <a:lstStyle/>
                    <a:p>
                      <a:pPr algn="l" fontAlgn="ctr">
                        <a:buNone/>
                      </a:pPr>
                      <a:r>
                        <a:rPr lang="en-US" sz="1050" b="1" u="none" strike="noStrike" dirty="0">
                          <a:effectLst/>
                        </a:rPr>
                        <a:t> All Students</a:t>
                      </a:r>
                      <a:endParaRPr lang="en-US" sz="120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pPr algn="l" fontAlgn="ctr">
                        <a:buNone/>
                      </a:pPr>
                      <a:endParaRPr lang="en-U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256901025"/>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4141139523"/>
                  </a:ext>
                </a:extLst>
              </a:tr>
            </a:tbl>
          </a:graphicData>
        </a:graphic>
      </p:graphicFrame>
      <p:graphicFrame>
        <p:nvGraphicFramePr>
          <p:cNvPr id="33" name="Table 32">
            <a:extLst>
              <a:ext uri="{FF2B5EF4-FFF2-40B4-BE49-F238E27FC236}">
                <a16:creationId xmlns:a16="http://schemas.microsoft.com/office/drawing/2014/main" id="{573E946E-581B-DFDC-C88A-0ACE27CC7221}"/>
              </a:ext>
            </a:extLst>
          </p:cNvPr>
          <p:cNvGraphicFramePr>
            <a:graphicFrameLocks noGrp="1"/>
          </p:cNvGraphicFramePr>
          <p:nvPr>
            <p:extLst>
              <p:ext uri="{D42A27DB-BD31-4B8C-83A1-F6EECF244321}">
                <p14:modId xmlns:p14="http://schemas.microsoft.com/office/powerpoint/2010/main" val="490479311"/>
              </p:ext>
            </p:extLst>
          </p:nvPr>
        </p:nvGraphicFramePr>
        <p:xfrm>
          <a:off x="1398016" y="2271788"/>
          <a:ext cx="9149224" cy="390464"/>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1050" b="1" u="none" strike="noStrike" dirty="0">
                          <a:effectLst/>
                        </a:rPr>
                        <a:t> Student 1 &amp; 2</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614727699"/>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973716230"/>
                  </a:ext>
                </a:extLst>
              </a:tr>
            </a:tbl>
          </a:graphicData>
        </a:graphic>
      </p:graphicFrame>
      <p:graphicFrame>
        <p:nvGraphicFramePr>
          <p:cNvPr id="34" name="Table 33">
            <a:extLst>
              <a:ext uri="{FF2B5EF4-FFF2-40B4-BE49-F238E27FC236}">
                <a16:creationId xmlns:a16="http://schemas.microsoft.com/office/drawing/2014/main" id="{E612FC3F-D539-05AB-39DC-6BBC5F7B4E05}"/>
              </a:ext>
            </a:extLst>
          </p:cNvPr>
          <p:cNvGraphicFramePr>
            <a:graphicFrameLocks noGrp="1"/>
          </p:cNvGraphicFramePr>
          <p:nvPr>
            <p:extLst>
              <p:ext uri="{D42A27DB-BD31-4B8C-83A1-F6EECF244321}">
                <p14:modId xmlns:p14="http://schemas.microsoft.com/office/powerpoint/2010/main" val="2848262638"/>
              </p:ext>
            </p:extLst>
          </p:nvPr>
        </p:nvGraphicFramePr>
        <p:xfrm>
          <a:off x="1398016" y="2662252"/>
          <a:ext cx="9149224" cy="762334"/>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gridSpan="2">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hMerge="1">
                  <a:txBody>
                    <a:bodyPr/>
                    <a:lstStyle/>
                    <a:p>
                      <a:endParaRPr lang="en-AS"/>
                    </a:p>
                  </a:txBody>
                  <a:tcPr/>
                </a:tc>
                <a:tc gridSpan="2">
                  <a:txBody>
                    <a:bodyPr/>
                    <a:lstStyle/>
                    <a:p>
                      <a:pPr algn="l" fontAlgn="ctr">
                        <a:buNone/>
                      </a:pPr>
                      <a:r>
                        <a:rPr lang="en-US" sz="1050" b="1" u="none" strike="noStrike" dirty="0">
                          <a:effectLst/>
                        </a:rPr>
                        <a:t> Student 1 &amp; 2</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2839472650"/>
                  </a:ext>
                </a:extLst>
              </a:tr>
              <a:tr h="185935">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615980831"/>
                  </a:ext>
                </a:extLst>
              </a:tr>
              <a:tr h="185935">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498645182"/>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020418605"/>
                  </a:ext>
                </a:extLst>
              </a:tr>
            </a:tbl>
          </a:graphicData>
        </a:graphic>
      </p:graphicFrame>
      <p:graphicFrame>
        <p:nvGraphicFramePr>
          <p:cNvPr id="35" name="Table 34">
            <a:extLst>
              <a:ext uri="{FF2B5EF4-FFF2-40B4-BE49-F238E27FC236}">
                <a16:creationId xmlns:a16="http://schemas.microsoft.com/office/drawing/2014/main" id="{18B84992-3AFF-43F2-311A-2DCA01D15113}"/>
              </a:ext>
            </a:extLst>
          </p:cNvPr>
          <p:cNvGraphicFramePr>
            <a:graphicFrameLocks noGrp="1"/>
          </p:cNvGraphicFramePr>
          <p:nvPr>
            <p:extLst>
              <p:ext uri="{D42A27DB-BD31-4B8C-83A1-F6EECF244321}">
                <p14:modId xmlns:p14="http://schemas.microsoft.com/office/powerpoint/2010/main" val="3398263971"/>
              </p:ext>
            </p:extLst>
          </p:nvPr>
        </p:nvGraphicFramePr>
        <p:xfrm>
          <a:off x="1398016" y="3424586"/>
          <a:ext cx="9149224" cy="771631"/>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gridSpan="2">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hMerge="1">
                  <a:txBody>
                    <a:bodyPr/>
                    <a:lstStyle/>
                    <a:p>
                      <a:endParaRPr lang="en-AS"/>
                    </a:p>
                  </a:txBody>
                  <a:tcPr/>
                </a:tc>
                <a:tc gridSpan="2">
                  <a:txBody>
                    <a:bodyPr/>
                    <a:lstStyle/>
                    <a:p>
                      <a:pPr algn="l" fontAlgn="ctr">
                        <a:buNone/>
                      </a:pPr>
                      <a:r>
                        <a:rPr lang="en-US" sz="1050" b="1" u="none" strike="noStrike" dirty="0">
                          <a:effectLst/>
                        </a:rPr>
                        <a:t> Student 6 &amp; 7</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B w="12700" cap="flat" cmpd="sng" algn="ctr">
                      <a:solidFill>
                        <a:srgbClr val="282828"/>
                      </a:solidFill>
                      <a:prstDash val="sysDashDot"/>
                      <a:round/>
                      <a:headEnd type="none" w="med" len="med"/>
                      <a:tailEnd type="none" w="med" len="med"/>
                    </a:lnB>
                  </a:tcPr>
                </a:tc>
                <a:tc hMerge="1">
                  <a:txBody>
                    <a:bodyPr/>
                    <a:lstStyle/>
                    <a:p>
                      <a:pPr algn="l" fontAlgn="ctr">
                        <a:buNone/>
                      </a:pPr>
                      <a:endParaRPr lang="en-U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919966529"/>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tcPr>
                </a:tc>
                <a:tc gridSpan="2">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hMerge="1">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gridSpan="6">
                  <a:txBody>
                    <a:bodyPr/>
                    <a:lstStyle/>
                    <a:p>
                      <a:pPr algn="l" fontAlgn="ctr">
                        <a:buNone/>
                      </a:pPr>
                      <a:r>
                        <a:rPr lang="nl-NL" sz="1050" b="1" u="none" strike="noStrike" dirty="0">
                          <a:effectLst/>
                        </a:rPr>
                        <a:t> Student 1 &amp; 2, Student 3, Student 4 &amp; 5, Student 6 &amp; 7</a:t>
                      </a:r>
                      <a:endParaRPr lang="nl-NL"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hMerge="1">
                  <a:txBody>
                    <a:bodyPr/>
                    <a:lstStyle/>
                    <a:p>
                      <a:endParaRPr lang="en-AS"/>
                    </a:p>
                  </a:txBody>
                  <a:tcPr/>
                </a:tc>
                <a:tc hMerge="1">
                  <a:txBody>
                    <a:bodyPr/>
                    <a:lstStyle/>
                    <a:p>
                      <a:endParaRPr lang="en-AS"/>
                    </a:p>
                  </a:txBody>
                  <a:tcPr/>
                </a:tc>
                <a:tc hMerge="1">
                  <a:txBody>
                    <a:bodyPr/>
                    <a:lstStyle/>
                    <a:p>
                      <a:endParaRPr lang="en-AS"/>
                    </a:p>
                  </a:txBody>
                  <a:tcPr/>
                </a:tc>
                <a:tc hMerge="1">
                  <a:txBody>
                    <a:bodyPr/>
                    <a:lstStyle/>
                    <a:p>
                      <a:endParaRPr lang="en-AS"/>
                    </a:p>
                  </a:txBody>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2420293552"/>
                  </a:ext>
                </a:extLst>
              </a:tr>
              <a:tr h="185935">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737030806"/>
                  </a:ext>
                </a:extLst>
              </a:tr>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367725643"/>
                  </a:ext>
                </a:extLst>
              </a:tr>
            </a:tbl>
          </a:graphicData>
        </a:graphic>
      </p:graphicFrame>
      <p:graphicFrame>
        <p:nvGraphicFramePr>
          <p:cNvPr id="38" name="Table 37">
            <a:extLst>
              <a:ext uri="{FF2B5EF4-FFF2-40B4-BE49-F238E27FC236}">
                <a16:creationId xmlns:a16="http://schemas.microsoft.com/office/drawing/2014/main" id="{74D7E23B-539D-65E8-0DA7-3BAC7707101B}"/>
              </a:ext>
            </a:extLst>
          </p:cNvPr>
          <p:cNvGraphicFramePr>
            <a:graphicFrameLocks noGrp="1"/>
          </p:cNvGraphicFramePr>
          <p:nvPr>
            <p:extLst>
              <p:ext uri="{D42A27DB-BD31-4B8C-83A1-F6EECF244321}">
                <p14:modId xmlns:p14="http://schemas.microsoft.com/office/powerpoint/2010/main" val="1711380431"/>
              </p:ext>
            </p:extLst>
          </p:nvPr>
        </p:nvGraphicFramePr>
        <p:xfrm>
          <a:off x="1398016" y="4196217"/>
          <a:ext cx="9149224" cy="948269"/>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1050" b="1" u="none" strike="noStrike" dirty="0">
                          <a:effectLst/>
                        </a:rPr>
                        <a:t> All Students</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245630260"/>
                  </a:ext>
                </a:extLst>
              </a:tr>
              <a:tr h="185935">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460239367"/>
                  </a:ext>
                </a:extLst>
              </a:tr>
              <a:tr h="185935">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438698573"/>
                  </a:ext>
                </a:extLst>
              </a:tr>
              <a:tr h="185935">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253729596"/>
                  </a:ext>
                </a:extLst>
              </a:tr>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4112296545"/>
                  </a:ext>
                </a:extLst>
              </a:tr>
            </a:tbl>
          </a:graphicData>
        </a:graphic>
      </p:graphicFrame>
      <p:graphicFrame>
        <p:nvGraphicFramePr>
          <p:cNvPr id="39" name="Table 38">
            <a:extLst>
              <a:ext uri="{FF2B5EF4-FFF2-40B4-BE49-F238E27FC236}">
                <a16:creationId xmlns:a16="http://schemas.microsoft.com/office/drawing/2014/main" id="{45815FE8-A9CD-E40C-0CA6-FCA71AB18235}"/>
              </a:ext>
            </a:extLst>
          </p:cNvPr>
          <p:cNvGraphicFramePr>
            <a:graphicFrameLocks noGrp="1"/>
          </p:cNvGraphicFramePr>
          <p:nvPr>
            <p:extLst>
              <p:ext uri="{D42A27DB-BD31-4B8C-83A1-F6EECF244321}">
                <p14:modId xmlns:p14="http://schemas.microsoft.com/office/powerpoint/2010/main" val="679438341"/>
              </p:ext>
            </p:extLst>
          </p:nvPr>
        </p:nvGraphicFramePr>
        <p:xfrm>
          <a:off x="1398016" y="5144486"/>
          <a:ext cx="9149224" cy="390464"/>
        </p:xfrm>
        <a:graphic>
          <a:graphicData uri="http://schemas.openxmlformats.org/drawingml/2006/table">
            <a:tbl>
              <a:tblPr>
                <a:effectLst>
                  <a:outerShdw blurRad="50800" dist="38100" algn="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1050" b="1" u="none" strike="noStrike" dirty="0">
                          <a:effectLst/>
                        </a:rPr>
                        <a:t> All Students</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450688052"/>
                  </a:ext>
                </a:extLst>
              </a:tr>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540479908"/>
                  </a:ext>
                </a:extLst>
              </a:tr>
            </a:tbl>
          </a:graphicData>
        </a:graphic>
      </p:graphicFrame>
      <p:graphicFrame>
        <p:nvGraphicFramePr>
          <p:cNvPr id="40" name="Table 39">
            <a:extLst>
              <a:ext uri="{FF2B5EF4-FFF2-40B4-BE49-F238E27FC236}">
                <a16:creationId xmlns:a16="http://schemas.microsoft.com/office/drawing/2014/main" id="{84F23C02-B0C1-ACB4-7D56-BB321A390592}"/>
              </a:ext>
            </a:extLst>
          </p:cNvPr>
          <p:cNvGraphicFramePr>
            <a:graphicFrameLocks noGrp="1"/>
          </p:cNvGraphicFramePr>
          <p:nvPr>
            <p:extLst>
              <p:ext uri="{D42A27DB-BD31-4B8C-83A1-F6EECF244321}">
                <p14:modId xmlns:p14="http://schemas.microsoft.com/office/powerpoint/2010/main" val="3523137163"/>
              </p:ext>
            </p:extLst>
          </p:nvPr>
        </p:nvGraphicFramePr>
        <p:xfrm>
          <a:off x="1398016" y="5534950"/>
          <a:ext cx="9149224" cy="576399"/>
        </p:xfrm>
        <a:graphic>
          <a:graphicData uri="http://schemas.openxmlformats.org/drawingml/2006/table">
            <a:tbl>
              <a:tblPr>
                <a:effectLst>
                  <a:outerShdw blurRad="50800" dist="50800" dir="2700000" algn="tl" rotWithShape="0">
                    <a:prstClr val="black">
                      <a:alpha val="40000"/>
                    </a:prstClr>
                  </a:outerShdw>
                </a:effectLst>
                <a:tableStyleId>{5C22544A-7EE6-4342-B048-85BDC9FD1C3A}</a:tableStyleId>
              </a:tblPr>
              <a:tblGrid>
                <a:gridCol w="653516">
                  <a:extLst>
                    <a:ext uri="{9D8B030D-6E8A-4147-A177-3AD203B41FA5}">
                      <a16:colId xmlns:a16="http://schemas.microsoft.com/office/drawing/2014/main" val="1258697466"/>
                    </a:ext>
                  </a:extLst>
                </a:gridCol>
                <a:gridCol w="653516">
                  <a:extLst>
                    <a:ext uri="{9D8B030D-6E8A-4147-A177-3AD203B41FA5}">
                      <a16:colId xmlns:a16="http://schemas.microsoft.com/office/drawing/2014/main" val="905427036"/>
                    </a:ext>
                  </a:extLst>
                </a:gridCol>
                <a:gridCol w="653516">
                  <a:extLst>
                    <a:ext uri="{9D8B030D-6E8A-4147-A177-3AD203B41FA5}">
                      <a16:colId xmlns:a16="http://schemas.microsoft.com/office/drawing/2014/main" val="1566443258"/>
                    </a:ext>
                  </a:extLst>
                </a:gridCol>
                <a:gridCol w="653516">
                  <a:extLst>
                    <a:ext uri="{9D8B030D-6E8A-4147-A177-3AD203B41FA5}">
                      <a16:colId xmlns:a16="http://schemas.microsoft.com/office/drawing/2014/main" val="1671608128"/>
                    </a:ext>
                  </a:extLst>
                </a:gridCol>
                <a:gridCol w="653516">
                  <a:extLst>
                    <a:ext uri="{9D8B030D-6E8A-4147-A177-3AD203B41FA5}">
                      <a16:colId xmlns:a16="http://schemas.microsoft.com/office/drawing/2014/main" val="1694279231"/>
                    </a:ext>
                  </a:extLst>
                </a:gridCol>
                <a:gridCol w="653516">
                  <a:extLst>
                    <a:ext uri="{9D8B030D-6E8A-4147-A177-3AD203B41FA5}">
                      <a16:colId xmlns:a16="http://schemas.microsoft.com/office/drawing/2014/main" val="2463435123"/>
                    </a:ext>
                  </a:extLst>
                </a:gridCol>
                <a:gridCol w="653516">
                  <a:extLst>
                    <a:ext uri="{9D8B030D-6E8A-4147-A177-3AD203B41FA5}">
                      <a16:colId xmlns:a16="http://schemas.microsoft.com/office/drawing/2014/main" val="3691015868"/>
                    </a:ext>
                  </a:extLst>
                </a:gridCol>
                <a:gridCol w="653516">
                  <a:extLst>
                    <a:ext uri="{9D8B030D-6E8A-4147-A177-3AD203B41FA5}">
                      <a16:colId xmlns:a16="http://schemas.microsoft.com/office/drawing/2014/main" val="2175894168"/>
                    </a:ext>
                  </a:extLst>
                </a:gridCol>
                <a:gridCol w="653516">
                  <a:extLst>
                    <a:ext uri="{9D8B030D-6E8A-4147-A177-3AD203B41FA5}">
                      <a16:colId xmlns:a16="http://schemas.microsoft.com/office/drawing/2014/main" val="14076737"/>
                    </a:ext>
                  </a:extLst>
                </a:gridCol>
                <a:gridCol w="653516">
                  <a:extLst>
                    <a:ext uri="{9D8B030D-6E8A-4147-A177-3AD203B41FA5}">
                      <a16:colId xmlns:a16="http://schemas.microsoft.com/office/drawing/2014/main" val="4156988384"/>
                    </a:ext>
                  </a:extLst>
                </a:gridCol>
                <a:gridCol w="653516">
                  <a:extLst>
                    <a:ext uri="{9D8B030D-6E8A-4147-A177-3AD203B41FA5}">
                      <a16:colId xmlns:a16="http://schemas.microsoft.com/office/drawing/2014/main" val="1914219865"/>
                    </a:ext>
                  </a:extLst>
                </a:gridCol>
                <a:gridCol w="653516">
                  <a:extLst>
                    <a:ext uri="{9D8B030D-6E8A-4147-A177-3AD203B41FA5}">
                      <a16:colId xmlns:a16="http://schemas.microsoft.com/office/drawing/2014/main" val="1923351004"/>
                    </a:ext>
                  </a:extLst>
                </a:gridCol>
                <a:gridCol w="653516">
                  <a:extLst>
                    <a:ext uri="{9D8B030D-6E8A-4147-A177-3AD203B41FA5}">
                      <a16:colId xmlns:a16="http://schemas.microsoft.com/office/drawing/2014/main" val="2727407636"/>
                    </a:ext>
                  </a:extLst>
                </a:gridCol>
                <a:gridCol w="653516">
                  <a:extLst>
                    <a:ext uri="{9D8B030D-6E8A-4147-A177-3AD203B41FA5}">
                      <a16:colId xmlns:a16="http://schemas.microsoft.com/office/drawing/2014/main" val="2221977940"/>
                    </a:ext>
                  </a:extLst>
                </a:gridCol>
              </a:tblGrid>
              <a:tr h="195232">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1050" b="1" u="none" strike="noStrike" dirty="0">
                          <a:effectLst/>
                        </a:rPr>
                        <a:t> All Students</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endParaRPr lang="en-AS" sz="900" b="0" i="0" u="none" strike="noStrike" dirty="0">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3947831303"/>
                  </a:ext>
                </a:extLst>
              </a:tr>
              <a:tr h="195232">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T w="12700" cap="flat" cmpd="sng" algn="ctr">
                      <a:solidFill>
                        <a:srgbClr val="282828"/>
                      </a:solidFill>
                      <a:prstDash val="sysDashDot"/>
                      <a:round/>
                      <a:headEnd type="none" w="med" len="med"/>
                      <a:tailEnd type="none" w="med" len="med"/>
                    </a:lnT>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lnB w="12700" cap="flat" cmpd="sng" algn="ctr">
                      <a:solidFill>
                        <a:srgbClr val="282828"/>
                      </a:solidFill>
                      <a:prstDash val="sysDashDot"/>
                      <a:round/>
                      <a:headEnd type="none" w="med" len="med"/>
                      <a:tailEnd type="none" w="med" len="med"/>
                    </a:lnB>
                  </a:tcP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937490613"/>
                  </a:ext>
                </a:extLst>
              </a:tr>
              <a:tr h="185935">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lnR w="12700" cap="flat" cmpd="sng" algn="ctr">
                      <a:solidFill>
                        <a:srgbClr val="282828"/>
                      </a:solidFill>
                      <a:prstDash val="sysDashDot"/>
                      <a:round/>
                      <a:headEnd type="none" w="med" len="med"/>
                      <a:tailEnd type="none" w="med" len="med"/>
                    </a:lnR>
                  </a:tcP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lnR w="12700" cap="flat" cmpd="sng" algn="ctr">
                      <a:solidFill>
                        <a:srgbClr val="282828"/>
                      </a:solidFill>
                      <a:prstDash val="sysDashDot"/>
                      <a:round/>
                      <a:headEnd type="none" w="med" len="med"/>
                      <a:tailEnd type="none" w="med" len="med"/>
                    </a:lnR>
                    <a:lnT w="12700" cap="flat" cmpd="sng" algn="ctr">
                      <a:solidFill>
                        <a:srgbClr val="282828"/>
                      </a:solidFill>
                      <a:prstDash val="sysDashDot"/>
                      <a:round/>
                      <a:headEnd type="none" w="med" len="med"/>
                      <a:tailEnd type="none" w="med" len="med"/>
                    </a:lnT>
                    <a:lnB w="12700" cap="flat" cmpd="sng" algn="ctr">
                      <a:solidFill>
                        <a:srgbClr val="282828"/>
                      </a:solidFill>
                      <a:prstDash val="sysDashDot"/>
                      <a:round/>
                      <a:headEnd type="none" w="med" len="med"/>
                      <a:tailEnd type="none" w="med" len="med"/>
                    </a:lnB>
                    <a:solidFill>
                      <a:schemeClr val="tx2">
                        <a:lumMod val="50000"/>
                        <a:lumOff val="50000"/>
                      </a:schemeClr>
                    </a:solidFill>
                  </a:tcPr>
                </a:tc>
                <a:tc gridSpan="2">
                  <a:txBody>
                    <a:bodyPr/>
                    <a:lstStyle/>
                    <a:p>
                      <a:pPr algn="l" fontAlgn="ctr">
                        <a:buNone/>
                      </a:pPr>
                      <a:r>
                        <a:rPr lang="en-US" sz="900" u="none" strike="noStrike" dirty="0">
                          <a:effectLst/>
                        </a:rPr>
                        <a:t> </a:t>
                      </a:r>
                      <a:r>
                        <a:rPr lang="en-US" sz="1050" b="1" u="none" strike="noStrike" dirty="0">
                          <a:effectLst/>
                        </a:rPr>
                        <a:t>All Students</a:t>
                      </a:r>
                      <a:endParaRPr lang="en-US" sz="1050" b="1" i="0" u="none" strike="noStrike" dirty="0">
                        <a:solidFill>
                          <a:srgbClr val="000000"/>
                        </a:solidFill>
                        <a:effectLst/>
                        <a:latin typeface="Times New Roman" panose="02020603050405020304" pitchFamily="18" charset="0"/>
                      </a:endParaRPr>
                    </a:p>
                  </a:txBody>
                  <a:tcPr marL="7515" marR="7515" marT="7515" marB="0" anchor="ctr">
                    <a:lnL w="12700" cap="flat" cmpd="sng" algn="ctr">
                      <a:solidFill>
                        <a:srgbClr val="282828"/>
                      </a:solidFill>
                      <a:prstDash val="sysDashDot"/>
                      <a:round/>
                      <a:headEnd type="none" w="med" len="med"/>
                      <a:tailEnd type="none" w="med" len="med"/>
                    </a:lnL>
                  </a:tcPr>
                </a:tc>
                <a:tc hMerge="1">
                  <a:txBody>
                    <a:bodyPr/>
                    <a:lstStyle/>
                    <a:p>
                      <a:endParaRPr lang="en-AS"/>
                    </a:p>
                  </a:txBody>
                  <a:tcP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a:effectLst/>
                        </a:rPr>
                        <a:t> </a:t>
                      </a:r>
                      <a:endParaRPr lang="en-AS" sz="900" b="0" i="0" u="none" strike="noStrike">
                        <a:solidFill>
                          <a:srgbClr val="000000"/>
                        </a:solidFill>
                        <a:effectLst/>
                        <a:latin typeface="Times New Roman" panose="02020603050405020304" pitchFamily="18" charset="0"/>
                      </a:endParaRPr>
                    </a:p>
                  </a:txBody>
                  <a:tcPr marL="7515" marR="7515" marT="7515" marB="0" anchor="ctr"/>
                </a:tc>
                <a:tc>
                  <a:txBody>
                    <a:bodyPr/>
                    <a:lstStyle/>
                    <a:p>
                      <a:pPr algn="ctr" fontAlgn="ctr">
                        <a:buNone/>
                      </a:pPr>
                      <a:r>
                        <a:rPr lang="en-AS" sz="900" u="none" strike="noStrike" dirty="0">
                          <a:effectLst/>
                        </a:rPr>
                        <a:t> </a:t>
                      </a:r>
                      <a:endParaRPr lang="en-AS" sz="900" b="0" i="0" u="none" strike="noStrike" dirty="0">
                        <a:solidFill>
                          <a:srgbClr val="000000"/>
                        </a:solidFill>
                        <a:effectLst/>
                        <a:latin typeface="Times New Roman" panose="02020603050405020304" pitchFamily="18" charset="0"/>
                      </a:endParaRPr>
                    </a:p>
                  </a:txBody>
                  <a:tcPr marL="7515" marR="7515" marT="7515" marB="0" anchor="ctr"/>
                </a:tc>
                <a:extLst>
                  <a:ext uri="{0D108BD9-81ED-4DB2-BD59-A6C34878D82A}">
                    <a16:rowId xmlns:a16="http://schemas.microsoft.com/office/drawing/2014/main" val="183008354"/>
                  </a:ext>
                </a:extLst>
              </a:tr>
            </a:tbl>
          </a:graphicData>
        </a:graphic>
      </p:graphicFrame>
      <p:sp>
        <p:nvSpPr>
          <p:cNvPr id="10" name="Slide Number Placeholder 24">
            <a:extLst>
              <a:ext uri="{FF2B5EF4-FFF2-40B4-BE49-F238E27FC236}">
                <a16:creationId xmlns:a16="http://schemas.microsoft.com/office/drawing/2014/main" id="{A005E1D1-4D31-A48D-4940-F4DCBA16E350}"/>
              </a:ext>
            </a:extLst>
          </p:cNvPr>
          <p:cNvSpPr>
            <a:spLocks noGrp="1"/>
          </p:cNvSpPr>
          <p:nvPr>
            <p:ph type="sldNum" sz="quarter" idx="12"/>
          </p:nvPr>
        </p:nvSpPr>
        <p:spPr>
          <a:xfrm>
            <a:off x="11828400" y="6492875"/>
            <a:ext cx="363600" cy="365125"/>
          </a:xfrm>
          <a:gradFill flip="none" rotWithShape="1">
            <a:gsLst>
              <a:gs pos="0">
                <a:schemeClr val="bg1">
                  <a:alpha val="0"/>
                </a:schemeClr>
              </a:gs>
              <a:gs pos="92000">
                <a:schemeClr val="tx1">
                  <a:lumMod val="65000"/>
                  <a:lumOff val="35000"/>
                  <a:alpha val="50000"/>
                </a:schemeClr>
              </a:gs>
            </a:gsLst>
            <a:lin ang="2700000" scaled="1"/>
            <a:tileRect/>
          </a:gradFill>
          <a:ln>
            <a:noFill/>
          </a:ln>
        </p:spPr>
        <p:txBody>
          <a:bodyPr/>
          <a:lstStyle/>
          <a:p>
            <a:fld id="{AD91D796-2600-4CB1-AF8F-6B90FC341573}" type="slidenum">
              <a:rPr lang="en-AS" smtClean="0"/>
              <a:t>9</a:t>
            </a:fld>
            <a:endParaRPr lang="en-AS" dirty="0"/>
          </a:p>
        </p:txBody>
      </p:sp>
      <p:sp>
        <p:nvSpPr>
          <p:cNvPr id="11" name="Footer Placeholder 23">
            <a:extLst>
              <a:ext uri="{FF2B5EF4-FFF2-40B4-BE49-F238E27FC236}">
                <a16:creationId xmlns:a16="http://schemas.microsoft.com/office/drawing/2014/main" id="{446020F7-A8C6-ED02-258F-8CF78691D4C5}"/>
              </a:ext>
            </a:extLst>
          </p:cNvPr>
          <p:cNvSpPr>
            <a:spLocks noGrp="1"/>
          </p:cNvSpPr>
          <p:nvPr>
            <p:ph type="ftr" sz="quarter" idx="11"/>
          </p:nvPr>
        </p:nvSpPr>
        <p:spPr>
          <a:xfrm>
            <a:off x="7713600" y="6492875"/>
            <a:ext cx="4114800" cy="365125"/>
          </a:xfrm>
        </p:spPr>
        <p:txBody>
          <a:bodyPr/>
          <a:lstStyle/>
          <a:p>
            <a:r>
              <a:rPr lang="en-US" dirty="0"/>
              <a:t>ABVCS</a:t>
            </a:r>
            <a:endParaRPr lang="en-AS" dirty="0"/>
          </a:p>
        </p:txBody>
      </p:sp>
      <p:grpSp>
        <p:nvGrpSpPr>
          <p:cNvPr id="2" name="!!Film_Tabe_2">
            <a:extLst>
              <a:ext uri="{FF2B5EF4-FFF2-40B4-BE49-F238E27FC236}">
                <a16:creationId xmlns:a16="http://schemas.microsoft.com/office/drawing/2014/main" id="{2074DA61-D9D4-44EF-B1B7-543141A3946B}"/>
              </a:ext>
            </a:extLst>
          </p:cNvPr>
          <p:cNvGrpSpPr/>
          <p:nvPr/>
        </p:nvGrpSpPr>
        <p:grpSpPr>
          <a:xfrm rot="14400000">
            <a:off x="-12924145" y="1486474"/>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BDE1E83D-7C50-D25C-DBCF-93070FB3BB3E}"/>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3B3F8898-141D-00F2-6239-0AE67CC0FF3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6C70ECAC-B291-DDD9-EA0A-F2EFEFF96EF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DA2D6833-6FD7-654F-DB20-6B53AB629E5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C20A904C-0295-82A6-F147-5D36B880C88D}"/>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D25E4994-17CC-CF3D-2B50-191576C7242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82C154B4-C032-0D88-9286-145C322D433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8A0CDA3C-33F0-F994-979C-D05EBB4F601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6BB5CA9F-8B2F-2576-426D-871560F400DB}"/>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4255147C-BBFC-3204-1BC1-757E5DAE262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26930D08-AC9E-EBA0-9120-AE744AABA54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B2A8A6AD-9150-EAB8-997A-DF9ABCD33E6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9EDE2DE6-CDFE-594E-3086-5E6155600B64}"/>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990A869D-F3E4-FDE8-5199-EFFFE260E55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4FD2DED7-0D52-EBBF-EA99-61C2D6D1AA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E2529976-5D8D-3689-F05B-390BC12C5D3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9D690FBB-4B85-3406-AF95-84F9F94F67CE}"/>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18A8FCAC-E13A-9870-5F8C-E84075B04D0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4A917DF2-71F3-9D80-9561-C4F8A3193AE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C8AB2D3F-AD36-0867-2D53-B1A48E14D33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309BAC1E-2DC9-CB41-0C50-FEE2EDBA9F0E}"/>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97D9176F-27F3-3917-0FF0-E99FDCC6EAA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C44DDD55-CCBB-EB49-5264-5F3562D811F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D1DEBA76-A49F-DA07-99F5-DBD8EADBE8B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D75E0CA8-DBC9-37F3-19A8-96E385F4BE1C}"/>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FCBF32C6-870C-AD0D-B2D3-1BAA6AD108B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B63BEA1D-4C8F-6CC5-81C9-6A0171C65D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E0649412-1C19-B0DB-504D-4863E3C85CC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68D13BAB-BFB9-F3B5-71A2-A03EBD9891CA}"/>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2DBF9993-95F8-A771-B4FB-814988505FE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98D4EB3D-CD4D-F963-B035-BBEBE76F055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F621994D-5D02-F462-7C7C-3D88050943E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69" name="!!Film_Tabe_1">
            <a:extLst>
              <a:ext uri="{FF2B5EF4-FFF2-40B4-BE49-F238E27FC236}">
                <a16:creationId xmlns:a16="http://schemas.microsoft.com/office/drawing/2014/main" id="{5005A2E2-6303-4863-7B72-DA201F4F8F09}"/>
              </a:ext>
            </a:extLst>
          </p:cNvPr>
          <p:cNvGrpSpPr/>
          <p:nvPr/>
        </p:nvGrpSpPr>
        <p:grpSpPr>
          <a:xfrm rot="14400000">
            <a:off x="4238852" y="4225800"/>
            <a:ext cx="21467809" cy="1961092"/>
            <a:chOff x="-5996785" y="2448454"/>
            <a:chExt cx="21467809" cy="1961092"/>
          </a:xfrm>
          <a:effectLst>
            <a:outerShdw blurRad="12700" dist="50800" dir="2700000" algn="tl" rotWithShape="0">
              <a:schemeClr val="tx1">
                <a:alpha val="40000"/>
              </a:schemeClr>
            </a:outerShdw>
          </a:effectLst>
        </p:grpSpPr>
        <p:grpSp>
          <p:nvGrpSpPr>
            <p:cNvPr id="70" name="Group 69">
              <a:extLst>
                <a:ext uri="{FF2B5EF4-FFF2-40B4-BE49-F238E27FC236}">
                  <a16:creationId xmlns:a16="http://schemas.microsoft.com/office/drawing/2014/main" id="{6895BF9E-A578-37AE-1ED9-61A56BDE5C5B}"/>
                </a:ext>
              </a:extLst>
            </p:cNvPr>
            <p:cNvGrpSpPr/>
            <p:nvPr/>
          </p:nvGrpSpPr>
          <p:grpSpPr>
            <a:xfrm>
              <a:off x="7372077" y="2448455"/>
              <a:ext cx="2738174" cy="1961091"/>
              <a:chOff x="4726913" y="2438401"/>
              <a:chExt cx="2738174" cy="1961091"/>
            </a:xfrm>
          </p:grpSpPr>
          <p:sp>
            <p:nvSpPr>
              <p:cNvPr id="99" name="Graphic 2" descr="Film strip outline">
                <a:extLst>
                  <a:ext uri="{FF2B5EF4-FFF2-40B4-BE49-F238E27FC236}">
                    <a16:creationId xmlns:a16="http://schemas.microsoft.com/office/drawing/2014/main" id="{F932EB6E-CF73-77CF-E453-0A731EEF6E1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0" name="Straight Connector 99">
                <a:extLst>
                  <a:ext uri="{FF2B5EF4-FFF2-40B4-BE49-F238E27FC236}">
                    <a16:creationId xmlns:a16="http://schemas.microsoft.com/office/drawing/2014/main" id="{FB124423-1EAA-A96B-40DE-3DA5800E8DE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1" name="TextBox 100">
                <a:extLst>
                  <a:ext uri="{FF2B5EF4-FFF2-40B4-BE49-F238E27FC236}">
                    <a16:creationId xmlns:a16="http://schemas.microsoft.com/office/drawing/2014/main" id="{FE081BFA-1FB3-19E7-4F7F-135BF0DD3CF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1" name="Group 70">
              <a:extLst>
                <a:ext uri="{FF2B5EF4-FFF2-40B4-BE49-F238E27FC236}">
                  <a16:creationId xmlns:a16="http://schemas.microsoft.com/office/drawing/2014/main" id="{C1E18402-49B0-4C4F-4DF2-D11F677B0CFB}"/>
                </a:ext>
              </a:extLst>
            </p:cNvPr>
            <p:cNvGrpSpPr/>
            <p:nvPr/>
          </p:nvGrpSpPr>
          <p:grpSpPr>
            <a:xfrm>
              <a:off x="4702657" y="2448455"/>
              <a:ext cx="2738174" cy="1961091"/>
              <a:chOff x="4726913" y="2438401"/>
              <a:chExt cx="2738174" cy="1961091"/>
            </a:xfrm>
          </p:grpSpPr>
          <p:sp>
            <p:nvSpPr>
              <p:cNvPr id="96" name="Graphic 2" descr="Film strip outline">
                <a:extLst>
                  <a:ext uri="{FF2B5EF4-FFF2-40B4-BE49-F238E27FC236}">
                    <a16:creationId xmlns:a16="http://schemas.microsoft.com/office/drawing/2014/main" id="{9E3D6D4F-9592-620C-5EB7-ACFD50403F9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7" name="Straight Connector 96">
                <a:extLst>
                  <a:ext uri="{FF2B5EF4-FFF2-40B4-BE49-F238E27FC236}">
                    <a16:creationId xmlns:a16="http://schemas.microsoft.com/office/drawing/2014/main" id="{4E6EE4EE-C741-9E4C-28C6-4A8F5C14CF1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8" name="TextBox 97">
                <a:extLst>
                  <a:ext uri="{FF2B5EF4-FFF2-40B4-BE49-F238E27FC236}">
                    <a16:creationId xmlns:a16="http://schemas.microsoft.com/office/drawing/2014/main" id="{5F10D2CA-B8FB-CE9C-9431-933E0E8DBAB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2" name="Group 71">
              <a:extLst>
                <a:ext uri="{FF2B5EF4-FFF2-40B4-BE49-F238E27FC236}">
                  <a16:creationId xmlns:a16="http://schemas.microsoft.com/office/drawing/2014/main" id="{9D17A639-4A4D-A1DD-AB78-6F71A3FACC49}"/>
                </a:ext>
              </a:extLst>
            </p:cNvPr>
            <p:cNvGrpSpPr/>
            <p:nvPr/>
          </p:nvGrpSpPr>
          <p:grpSpPr>
            <a:xfrm>
              <a:off x="12732850" y="2448455"/>
              <a:ext cx="2738174" cy="1961091"/>
              <a:chOff x="4726913" y="2438401"/>
              <a:chExt cx="2738174" cy="1961091"/>
            </a:xfrm>
          </p:grpSpPr>
          <p:sp>
            <p:nvSpPr>
              <p:cNvPr id="93" name="Graphic 2" descr="Film strip outline">
                <a:extLst>
                  <a:ext uri="{FF2B5EF4-FFF2-40B4-BE49-F238E27FC236}">
                    <a16:creationId xmlns:a16="http://schemas.microsoft.com/office/drawing/2014/main" id="{F085700C-F312-1380-0624-3EE4ADA0124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4" name="Straight Connector 93">
                <a:extLst>
                  <a:ext uri="{FF2B5EF4-FFF2-40B4-BE49-F238E27FC236}">
                    <a16:creationId xmlns:a16="http://schemas.microsoft.com/office/drawing/2014/main" id="{834AA94B-33A6-5D8F-94BD-0445CF2C318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5" name="TextBox 94">
                <a:extLst>
                  <a:ext uri="{FF2B5EF4-FFF2-40B4-BE49-F238E27FC236}">
                    <a16:creationId xmlns:a16="http://schemas.microsoft.com/office/drawing/2014/main" id="{4A9D96B0-C88C-B313-5A34-7804B8E1642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3" name="Group 72">
              <a:extLst>
                <a:ext uri="{FF2B5EF4-FFF2-40B4-BE49-F238E27FC236}">
                  <a16:creationId xmlns:a16="http://schemas.microsoft.com/office/drawing/2014/main" id="{2165495E-DB23-157E-DCD2-0CEDAFF66C9B}"/>
                </a:ext>
              </a:extLst>
            </p:cNvPr>
            <p:cNvGrpSpPr/>
            <p:nvPr/>
          </p:nvGrpSpPr>
          <p:grpSpPr>
            <a:xfrm>
              <a:off x="10063430" y="2448455"/>
              <a:ext cx="2738174" cy="1961091"/>
              <a:chOff x="4726913" y="2438401"/>
              <a:chExt cx="2738174" cy="1961091"/>
            </a:xfrm>
          </p:grpSpPr>
          <p:sp>
            <p:nvSpPr>
              <p:cNvPr id="90" name="Graphic 2" descr="Film strip outline">
                <a:extLst>
                  <a:ext uri="{FF2B5EF4-FFF2-40B4-BE49-F238E27FC236}">
                    <a16:creationId xmlns:a16="http://schemas.microsoft.com/office/drawing/2014/main" id="{534A8317-68DC-007E-4827-B11D8048799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1" name="Straight Connector 90">
                <a:extLst>
                  <a:ext uri="{FF2B5EF4-FFF2-40B4-BE49-F238E27FC236}">
                    <a16:creationId xmlns:a16="http://schemas.microsoft.com/office/drawing/2014/main" id="{0646B16C-04D3-14B5-5D6F-0B1784B257B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2" name="TextBox 91">
                <a:extLst>
                  <a:ext uri="{FF2B5EF4-FFF2-40B4-BE49-F238E27FC236}">
                    <a16:creationId xmlns:a16="http://schemas.microsoft.com/office/drawing/2014/main" id="{4501A81F-EE95-7A4C-91A2-BE78D496BCA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4" name="Group 73">
              <a:extLst>
                <a:ext uri="{FF2B5EF4-FFF2-40B4-BE49-F238E27FC236}">
                  <a16:creationId xmlns:a16="http://schemas.microsoft.com/office/drawing/2014/main" id="{5436684B-D678-6FAF-A38F-5BE140E7F2C3}"/>
                </a:ext>
              </a:extLst>
            </p:cNvPr>
            <p:cNvGrpSpPr/>
            <p:nvPr/>
          </p:nvGrpSpPr>
          <p:grpSpPr>
            <a:xfrm>
              <a:off x="-3327365" y="2448454"/>
              <a:ext cx="2738174" cy="1961091"/>
              <a:chOff x="4726913" y="2438401"/>
              <a:chExt cx="2738174" cy="1961091"/>
            </a:xfrm>
          </p:grpSpPr>
          <p:sp>
            <p:nvSpPr>
              <p:cNvPr id="87" name="Graphic 2" descr="Film strip outline">
                <a:extLst>
                  <a:ext uri="{FF2B5EF4-FFF2-40B4-BE49-F238E27FC236}">
                    <a16:creationId xmlns:a16="http://schemas.microsoft.com/office/drawing/2014/main" id="{960B534C-ADA7-20D5-5555-D2D3FD6F7E9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8" name="Straight Connector 87">
                <a:extLst>
                  <a:ext uri="{FF2B5EF4-FFF2-40B4-BE49-F238E27FC236}">
                    <a16:creationId xmlns:a16="http://schemas.microsoft.com/office/drawing/2014/main" id="{C715886E-0200-8B5D-0694-729CCC450F3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9" name="TextBox 88">
                <a:extLst>
                  <a:ext uri="{FF2B5EF4-FFF2-40B4-BE49-F238E27FC236}">
                    <a16:creationId xmlns:a16="http://schemas.microsoft.com/office/drawing/2014/main" id="{B2BEE6AC-C211-96A2-1575-15AC45320A3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5" name="Group 74">
              <a:extLst>
                <a:ext uri="{FF2B5EF4-FFF2-40B4-BE49-F238E27FC236}">
                  <a16:creationId xmlns:a16="http://schemas.microsoft.com/office/drawing/2014/main" id="{25AE32A0-EE76-3407-6238-B16FAE7D66C3}"/>
                </a:ext>
              </a:extLst>
            </p:cNvPr>
            <p:cNvGrpSpPr/>
            <p:nvPr/>
          </p:nvGrpSpPr>
          <p:grpSpPr>
            <a:xfrm>
              <a:off x="-5996785" y="2448454"/>
              <a:ext cx="2738174" cy="1961091"/>
              <a:chOff x="4726913" y="2438401"/>
              <a:chExt cx="2738174" cy="1961091"/>
            </a:xfrm>
          </p:grpSpPr>
          <p:sp>
            <p:nvSpPr>
              <p:cNvPr id="84" name="Graphic 2" descr="Film strip outline">
                <a:extLst>
                  <a:ext uri="{FF2B5EF4-FFF2-40B4-BE49-F238E27FC236}">
                    <a16:creationId xmlns:a16="http://schemas.microsoft.com/office/drawing/2014/main" id="{884D20FC-6F35-5D64-9358-E1732D1FA2B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5" name="Straight Connector 84">
                <a:extLst>
                  <a:ext uri="{FF2B5EF4-FFF2-40B4-BE49-F238E27FC236}">
                    <a16:creationId xmlns:a16="http://schemas.microsoft.com/office/drawing/2014/main" id="{852B94AA-92E6-1654-5F2C-38BD11FC84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F0D2F1BA-4295-A59D-A475-DD314E31A41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6" name="Group 75">
              <a:extLst>
                <a:ext uri="{FF2B5EF4-FFF2-40B4-BE49-F238E27FC236}">
                  <a16:creationId xmlns:a16="http://schemas.microsoft.com/office/drawing/2014/main" id="{C0DC7BF9-6D03-D55B-BB95-22F563EBEC99}"/>
                </a:ext>
              </a:extLst>
            </p:cNvPr>
            <p:cNvGrpSpPr/>
            <p:nvPr/>
          </p:nvGrpSpPr>
          <p:grpSpPr>
            <a:xfrm>
              <a:off x="2033408" y="2448454"/>
              <a:ext cx="2738174" cy="1961091"/>
              <a:chOff x="4726913" y="2438401"/>
              <a:chExt cx="2738174" cy="1961091"/>
            </a:xfrm>
          </p:grpSpPr>
          <p:sp>
            <p:nvSpPr>
              <p:cNvPr id="81" name="Graphic 2" descr="Film strip outline">
                <a:extLst>
                  <a:ext uri="{FF2B5EF4-FFF2-40B4-BE49-F238E27FC236}">
                    <a16:creationId xmlns:a16="http://schemas.microsoft.com/office/drawing/2014/main" id="{197B7DAC-8DE8-7727-402E-0B9A126F326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2" name="Straight Connector 81">
                <a:extLst>
                  <a:ext uri="{FF2B5EF4-FFF2-40B4-BE49-F238E27FC236}">
                    <a16:creationId xmlns:a16="http://schemas.microsoft.com/office/drawing/2014/main" id="{3885BBB3-FDAC-0C44-AA57-057D87A309D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3" name="TextBox 82">
                <a:extLst>
                  <a:ext uri="{FF2B5EF4-FFF2-40B4-BE49-F238E27FC236}">
                    <a16:creationId xmlns:a16="http://schemas.microsoft.com/office/drawing/2014/main" id="{33F28264-3300-5A44-3EE7-0C4E24DCE5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7" name="Group 76">
              <a:extLst>
                <a:ext uri="{FF2B5EF4-FFF2-40B4-BE49-F238E27FC236}">
                  <a16:creationId xmlns:a16="http://schemas.microsoft.com/office/drawing/2014/main" id="{2FB43B8B-40E0-653C-3790-1370393E2BE4}"/>
                </a:ext>
              </a:extLst>
            </p:cNvPr>
            <p:cNvGrpSpPr/>
            <p:nvPr/>
          </p:nvGrpSpPr>
          <p:grpSpPr>
            <a:xfrm>
              <a:off x="-636012" y="2448454"/>
              <a:ext cx="2738174" cy="1961091"/>
              <a:chOff x="4726913" y="2438401"/>
              <a:chExt cx="2738174" cy="1961091"/>
            </a:xfrm>
          </p:grpSpPr>
          <p:sp>
            <p:nvSpPr>
              <p:cNvPr id="78" name="Graphic 2" descr="Film strip outline">
                <a:extLst>
                  <a:ext uri="{FF2B5EF4-FFF2-40B4-BE49-F238E27FC236}">
                    <a16:creationId xmlns:a16="http://schemas.microsoft.com/office/drawing/2014/main" id="{3C2C6D80-2BEB-BD18-9FD5-C40C274333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289199A8-654E-96E3-7DA5-70DFD0F9ABA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09405175-0B3B-E98F-E857-0A981F659CD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308148453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left)">
                                      <p:cBhvr>
                                        <p:cTn id="11" dur="250"/>
                                        <p:tgtEl>
                                          <p:spTgt spid="30"/>
                                        </p:tgtEl>
                                      </p:cBhvr>
                                    </p:animEffect>
                                  </p:childTnLst>
                                </p:cTn>
                              </p:par>
                            </p:childTnLst>
                          </p:cTn>
                        </p:par>
                        <p:par>
                          <p:cTn id="12" fill="hold">
                            <p:stCondLst>
                              <p:cond delay="750"/>
                            </p:stCondLst>
                            <p:childTnLst>
                              <p:par>
                                <p:cTn id="13" presetID="2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wipe(left)">
                                      <p:cBhvr>
                                        <p:cTn id="15" dur="250"/>
                                        <p:tgtEl>
                                          <p:spTgt spid="31"/>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left)">
                                      <p:cBhvr>
                                        <p:cTn id="19" dur="250"/>
                                        <p:tgtEl>
                                          <p:spTgt spid="33"/>
                                        </p:tgtEl>
                                      </p:cBhvr>
                                    </p:animEffect>
                                  </p:childTnLst>
                                </p:cTn>
                              </p:par>
                            </p:childTnLst>
                          </p:cTn>
                        </p:par>
                        <p:par>
                          <p:cTn id="20" fill="hold">
                            <p:stCondLst>
                              <p:cond delay="1250"/>
                            </p:stCondLst>
                            <p:childTnLst>
                              <p:par>
                                <p:cTn id="21" presetID="22" presetClass="entr" presetSubtype="8" fill="hold"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ipe(left)">
                                      <p:cBhvr>
                                        <p:cTn id="23" dur="250"/>
                                        <p:tgtEl>
                                          <p:spTgt spid="34"/>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ipe(left)">
                                      <p:cBhvr>
                                        <p:cTn id="27" dur="250"/>
                                        <p:tgtEl>
                                          <p:spTgt spid="35"/>
                                        </p:tgtEl>
                                      </p:cBhvr>
                                    </p:animEffect>
                                  </p:childTnLst>
                                </p:cTn>
                              </p:par>
                            </p:childTnLst>
                          </p:cTn>
                        </p:par>
                        <p:par>
                          <p:cTn id="28" fill="hold">
                            <p:stCondLst>
                              <p:cond delay="1750"/>
                            </p:stCondLst>
                            <p:childTnLst>
                              <p:par>
                                <p:cTn id="29" presetID="22" presetClass="entr" presetSubtype="8" fill="hold" nodeType="after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left)">
                                      <p:cBhvr>
                                        <p:cTn id="31" dur="250"/>
                                        <p:tgtEl>
                                          <p:spTgt spid="38"/>
                                        </p:tgtEl>
                                      </p:cBhvr>
                                    </p:animEffect>
                                  </p:childTnLst>
                                </p:cTn>
                              </p:par>
                            </p:childTnLst>
                          </p:cTn>
                        </p:par>
                        <p:par>
                          <p:cTn id="32" fill="hold">
                            <p:stCondLst>
                              <p:cond delay="2000"/>
                            </p:stCondLst>
                            <p:childTnLst>
                              <p:par>
                                <p:cTn id="33" presetID="22" presetClass="entr" presetSubtype="8"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left)">
                                      <p:cBhvr>
                                        <p:cTn id="35" dur="250"/>
                                        <p:tgtEl>
                                          <p:spTgt spid="39"/>
                                        </p:tgtEl>
                                      </p:cBhvr>
                                    </p:animEffect>
                                  </p:childTnLst>
                                </p:cTn>
                              </p:par>
                            </p:childTnLst>
                          </p:cTn>
                        </p:par>
                        <p:par>
                          <p:cTn id="36" fill="hold">
                            <p:stCondLst>
                              <p:cond delay="2250"/>
                            </p:stCondLst>
                            <p:childTnLst>
                              <p:par>
                                <p:cTn id="37" presetID="22" presetClass="entr" presetSubtype="8" fill="hold"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25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655343-7335-605E-6391-2BCBFA1D7756}"/>
            </a:ext>
          </a:extLst>
        </p:cNvPr>
        <p:cNvGrpSpPr/>
        <p:nvPr/>
      </p:nvGrpSpPr>
      <p:grpSpPr>
        <a:xfrm>
          <a:off x="0" y="0"/>
          <a:ext cx="0" cy="0"/>
          <a:chOff x="0" y="0"/>
          <a:chExt cx="0" cy="0"/>
        </a:xfrm>
      </p:grpSpPr>
      <p:pic>
        <p:nvPicPr>
          <p:cNvPr id="48" name="Graphic 47" descr="Hierarchy outline">
            <a:extLst>
              <a:ext uri="{FF2B5EF4-FFF2-40B4-BE49-F238E27FC236}">
                <a16:creationId xmlns:a16="http://schemas.microsoft.com/office/drawing/2014/main" id="{3097F016-008F-CA11-50C0-C63B7598E9E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404327" y="789182"/>
            <a:ext cx="6248401" cy="6248402"/>
          </a:xfrm>
          <a:prstGeom prst="rect">
            <a:avLst/>
          </a:prstGeom>
        </p:spPr>
      </p:pic>
      <p:grpSp>
        <p:nvGrpSpPr>
          <p:cNvPr id="149" name="Box_14">
            <a:extLst>
              <a:ext uri="{FF2B5EF4-FFF2-40B4-BE49-F238E27FC236}">
                <a16:creationId xmlns:a16="http://schemas.microsoft.com/office/drawing/2014/main" id="{94ED6434-6A45-005E-440F-795F87486254}"/>
              </a:ext>
            </a:extLst>
          </p:cNvPr>
          <p:cNvGrpSpPr/>
          <p:nvPr/>
        </p:nvGrpSpPr>
        <p:grpSpPr>
          <a:xfrm>
            <a:off x="10084287" y="5261948"/>
            <a:ext cx="1557229" cy="1327070"/>
            <a:chOff x="434131" y="970156"/>
            <a:chExt cx="2101483" cy="1771622"/>
          </a:xfrm>
        </p:grpSpPr>
        <p:cxnSp>
          <p:nvCxnSpPr>
            <p:cNvPr id="150" name="Straight Connector 149">
              <a:extLst>
                <a:ext uri="{FF2B5EF4-FFF2-40B4-BE49-F238E27FC236}">
                  <a16:creationId xmlns:a16="http://schemas.microsoft.com/office/drawing/2014/main" id="{C1F14B30-D244-E60C-0E64-A310174E5ED5}"/>
                </a:ext>
              </a:extLst>
            </p:cNvPr>
            <p:cNvCxnSpPr>
              <a:cxnSpLocks/>
            </p:cNvCxnSpPr>
            <p:nvPr/>
          </p:nvCxnSpPr>
          <p:spPr>
            <a:xfrm>
              <a:off x="631502" y="2385156"/>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51" name="Straight Connector 150">
              <a:extLst>
                <a:ext uri="{FF2B5EF4-FFF2-40B4-BE49-F238E27FC236}">
                  <a16:creationId xmlns:a16="http://schemas.microsoft.com/office/drawing/2014/main" id="{D092856D-AD85-9163-AC0B-9F2AEB1568D6}"/>
                </a:ext>
              </a:extLst>
            </p:cNvPr>
            <p:cNvCxnSpPr>
              <a:cxnSpLocks/>
            </p:cNvCxnSpPr>
            <p:nvPr/>
          </p:nvCxnSpPr>
          <p:spPr>
            <a:xfrm>
              <a:off x="631502" y="1950911"/>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52" name="Straight Connector 151">
              <a:extLst>
                <a:ext uri="{FF2B5EF4-FFF2-40B4-BE49-F238E27FC236}">
                  <a16:creationId xmlns:a16="http://schemas.microsoft.com/office/drawing/2014/main" id="{9D30EF74-2BE6-344B-150A-07786F23EA68}"/>
                </a:ext>
              </a:extLst>
            </p:cNvPr>
            <p:cNvCxnSpPr>
              <a:cxnSpLocks/>
            </p:cNvCxnSpPr>
            <p:nvPr/>
          </p:nvCxnSpPr>
          <p:spPr>
            <a:xfrm>
              <a:off x="492898" y="1520788"/>
              <a:ext cx="1983950"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85" name="Frame_14">
              <a:extLst>
                <a:ext uri="{FF2B5EF4-FFF2-40B4-BE49-F238E27FC236}">
                  <a16:creationId xmlns:a16="http://schemas.microsoft.com/office/drawing/2014/main" id="{5A1FFC85-6F2D-832B-7C5E-26664A8B24DB}"/>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53" name="Text_Box_14">
              <a:extLst>
                <a:ext uri="{FF2B5EF4-FFF2-40B4-BE49-F238E27FC236}">
                  <a16:creationId xmlns:a16="http://schemas.microsoft.com/office/drawing/2014/main" id="{D21B8D42-AD92-C2E3-B65A-933EDEFAFB77}"/>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submission of the project</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18" name="Arrow_13">
            <a:extLst>
              <a:ext uri="{FF2B5EF4-FFF2-40B4-BE49-F238E27FC236}">
                <a16:creationId xmlns:a16="http://schemas.microsoft.com/office/drawing/2014/main" id="{1E6E4A2E-545A-BC21-AB43-B0124A4DA060}"/>
              </a:ext>
            </a:extLst>
          </p:cNvPr>
          <p:cNvCxnSpPr>
            <a:cxnSpLocks/>
            <a:stCxn id="143" idx="3"/>
            <a:endCxn id="153" idx="1"/>
          </p:cNvCxnSpPr>
          <p:nvPr/>
        </p:nvCxnSpPr>
        <p:spPr>
          <a:xfrm>
            <a:off x="8963382" y="5925483"/>
            <a:ext cx="1120905"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39" name="Box_13">
            <a:extLst>
              <a:ext uri="{FF2B5EF4-FFF2-40B4-BE49-F238E27FC236}">
                <a16:creationId xmlns:a16="http://schemas.microsoft.com/office/drawing/2014/main" id="{9FC1551E-BC13-F241-B45B-73992F1C0029}"/>
              </a:ext>
            </a:extLst>
          </p:cNvPr>
          <p:cNvGrpSpPr/>
          <p:nvPr/>
        </p:nvGrpSpPr>
        <p:grpSpPr>
          <a:xfrm>
            <a:off x="7406153" y="5261948"/>
            <a:ext cx="1557229" cy="1327070"/>
            <a:chOff x="434131" y="970156"/>
            <a:chExt cx="2101483" cy="1771622"/>
          </a:xfrm>
        </p:grpSpPr>
        <p:cxnSp>
          <p:nvCxnSpPr>
            <p:cNvPr id="140" name="Straight Connector 139">
              <a:extLst>
                <a:ext uri="{FF2B5EF4-FFF2-40B4-BE49-F238E27FC236}">
                  <a16:creationId xmlns:a16="http://schemas.microsoft.com/office/drawing/2014/main" id="{68EF4CC3-88CF-9AE2-F2E9-2AB98C361E1C}"/>
                </a:ext>
              </a:extLst>
            </p:cNvPr>
            <p:cNvCxnSpPr>
              <a:cxnSpLocks/>
            </p:cNvCxnSpPr>
            <p:nvPr/>
          </p:nvCxnSpPr>
          <p:spPr>
            <a:xfrm>
              <a:off x="631502" y="23444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41" name="Straight Connector 140">
              <a:extLst>
                <a:ext uri="{FF2B5EF4-FFF2-40B4-BE49-F238E27FC236}">
                  <a16:creationId xmlns:a16="http://schemas.microsoft.com/office/drawing/2014/main" id="{2425DE7D-AF74-79C4-3D3E-57B9FE9A8783}"/>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42" name="Straight Connector 141">
              <a:extLst>
                <a:ext uri="{FF2B5EF4-FFF2-40B4-BE49-F238E27FC236}">
                  <a16:creationId xmlns:a16="http://schemas.microsoft.com/office/drawing/2014/main" id="{103A4C03-EC8C-FDCC-0B53-C2A1CBB83164}"/>
                </a:ext>
              </a:extLst>
            </p:cNvPr>
            <p:cNvCxnSpPr>
              <a:cxnSpLocks/>
            </p:cNvCxnSpPr>
            <p:nvPr/>
          </p:nvCxnSpPr>
          <p:spPr>
            <a:xfrm>
              <a:off x="492898" y="14394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83" name="Frame_13">
              <a:extLst>
                <a:ext uri="{FF2B5EF4-FFF2-40B4-BE49-F238E27FC236}">
                  <a16:creationId xmlns:a16="http://schemas.microsoft.com/office/drawing/2014/main" id="{FFA71931-679F-C632-E982-8D83390AD977}"/>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43" name="Text_Box_13">
              <a:extLst>
                <a:ext uri="{FF2B5EF4-FFF2-40B4-BE49-F238E27FC236}">
                  <a16:creationId xmlns:a16="http://schemas.microsoft.com/office/drawing/2014/main" id="{919E13EE-D32D-A0A4-9880-9298A87C3DF7}"/>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Presentation</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13" name="Arrow_12">
            <a:extLst>
              <a:ext uri="{FF2B5EF4-FFF2-40B4-BE49-F238E27FC236}">
                <a16:creationId xmlns:a16="http://schemas.microsoft.com/office/drawing/2014/main" id="{8B7EC4A1-D920-0A45-A751-6ED6A87640B1}"/>
              </a:ext>
            </a:extLst>
          </p:cNvPr>
          <p:cNvCxnSpPr>
            <a:cxnSpLocks/>
            <a:stCxn id="158" idx="3"/>
            <a:endCxn id="143" idx="1"/>
          </p:cNvCxnSpPr>
          <p:nvPr/>
        </p:nvCxnSpPr>
        <p:spPr>
          <a:xfrm>
            <a:off x="6285249" y="5925483"/>
            <a:ext cx="1120904"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54" name="Box_12">
            <a:extLst>
              <a:ext uri="{FF2B5EF4-FFF2-40B4-BE49-F238E27FC236}">
                <a16:creationId xmlns:a16="http://schemas.microsoft.com/office/drawing/2014/main" id="{8949EBFA-6B0D-B943-CF46-25FE4E5E9F3A}"/>
              </a:ext>
            </a:extLst>
          </p:cNvPr>
          <p:cNvGrpSpPr/>
          <p:nvPr/>
        </p:nvGrpSpPr>
        <p:grpSpPr>
          <a:xfrm>
            <a:off x="4728020" y="5261948"/>
            <a:ext cx="1557229" cy="1327070"/>
            <a:chOff x="434131" y="970156"/>
            <a:chExt cx="2101483" cy="1771622"/>
          </a:xfrm>
        </p:grpSpPr>
        <p:cxnSp>
          <p:nvCxnSpPr>
            <p:cNvPr id="155" name="Straight Connector 154">
              <a:extLst>
                <a:ext uri="{FF2B5EF4-FFF2-40B4-BE49-F238E27FC236}">
                  <a16:creationId xmlns:a16="http://schemas.microsoft.com/office/drawing/2014/main" id="{AA4F8476-E3B6-8E42-5822-C5CAD429A505}"/>
                </a:ext>
              </a:extLst>
            </p:cNvPr>
            <p:cNvCxnSpPr>
              <a:cxnSpLocks/>
            </p:cNvCxnSpPr>
            <p:nvPr/>
          </p:nvCxnSpPr>
          <p:spPr>
            <a:xfrm>
              <a:off x="631502" y="23444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56" name="Straight Connector 155">
              <a:extLst>
                <a:ext uri="{FF2B5EF4-FFF2-40B4-BE49-F238E27FC236}">
                  <a16:creationId xmlns:a16="http://schemas.microsoft.com/office/drawing/2014/main" id="{0846D738-4496-1878-0AB7-12FB1580BE66}"/>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57" name="Straight Connector 156">
              <a:extLst>
                <a:ext uri="{FF2B5EF4-FFF2-40B4-BE49-F238E27FC236}">
                  <a16:creationId xmlns:a16="http://schemas.microsoft.com/office/drawing/2014/main" id="{1FE2C352-244F-A6D4-4E8C-0D8D6ABEF62E}"/>
                </a:ext>
              </a:extLst>
            </p:cNvPr>
            <p:cNvCxnSpPr>
              <a:cxnSpLocks/>
            </p:cNvCxnSpPr>
            <p:nvPr/>
          </p:nvCxnSpPr>
          <p:spPr>
            <a:xfrm>
              <a:off x="492898" y="14394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80" name="Frame_12">
              <a:extLst>
                <a:ext uri="{FF2B5EF4-FFF2-40B4-BE49-F238E27FC236}">
                  <a16:creationId xmlns:a16="http://schemas.microsoft.com/office/drawing/2014/main" id="{08BB4947-69BF-D04C-F86C-A01420F217DE}"/>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58" name="Text_Box_12">
              <a:extLst>
                <a:ext uri="{FF2B5EF4-FFF2-40B4-BE49-F238E27FC236}">
                  <a16:creationId xmlns:a16="http://schemas.microsoft.com/office/drawing/2014/main" id="{D71F7DED-C196-6771-860E-94084669EA15}"/>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Report writing</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10" name="Arrow_11">
            <a:extLst>
              <a:ext uri="{FF2B5EF4-FFF2-40B4-BE49-F238E27FC236}">
                <a16:creationId xmlns:a16="http://schemas.microsoft.com/office/drawing/2014/main" id="{E6A7459D-ED45-C559-7784-067A113B9D77}"/>
              </a:ext>
            </a:extLst>
          </p:cNvPr>
          <p:cNvCxnSpPr>
            <a:cxnSpLocks/>
            <a:stCxn id="173" idx="3"/>
            <a:endCxn id="158" idx="1"/>
          </p:cNvCxnSpPr>
          <p:nvPr/>
        </p:nvCxnSpPr>
        <p:spPr>
          <a:xfrm flipV="1">
            <a:off x="3607116" y="5925483"/>
            <a:ext cx="1120904" cy="1"/>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69" name="Box_11">
            <a:extLst>
              <a:ext uri="{FF2B5EF4-FFF2-40B4-BE49-F238E27FC236}">
                <a16:creationId xmlns:a16="http://schemas.microsoft.com/office/drawing/2014/main" id="{94DFD9ED-000D-0F83-54FC-3EEFAD7A83C9}"/>
              </a:ext>
            </a:extLst>
          </p:cNvPr>
          <p:cNvGrpSpPr/>
          <p:nvPr/>
        </p:nvGrpSpPr>
        <p:grpSpPr>
          <a:xfrm>
            <a:off x="1784430" y="5119869"/>
            <a:ext cx="1822686" cy="1611229"/>
            <a:chOff x="6297563" y="931969"/>
            <a:chExt cx="2101483" cy="1950939"/>
          </a:xfrm>
        </p:grpSpPr>
        <p:cxnSp>
          <p:nvCxnSpPr>
            <p:cNvPr id="170" name="Straight Connector 169">
              <a:extLst>
                <a:ext uri="{FF2B5EF4-FFF2-40B4-BE49-F238E27FC236}">
                  <a16:creationId xmlns:a16="http://schemas.microsoft.com/office/drawing/2014/main" id="{F5D9EE69-87A4-AE3A-BF22-3631B8B328CC}"/>
                </a:ext>
              </a:extLst>
            </p:cNvPr>
            <p:cNvCxnSpPr>
              <a:cxnSpLocks/>
            </p:cNvCxnSpPr>
            <p:nvPr/>
          </p:nvCxnSpPr>
          <p:spPr>
            <a:xfrm>
              <a:off x="6494934" y="2461094"/>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71" name="Straight Connector 170">
              <a:extLst>
                <a:ext uri="{FF2B5EF4-FFF2-40B4-BE49-F238E27FC236}">
                  <a16:creationId xmlns:a16="http://schemas.microsoft.com/office/drawing/2014/main" id="{CEDBA459-2A62-92B0-4AB1-024DB807DE3B}"/>
                </a:ext>
              </a:extLst>
            </p:cNvPr>
            <p:cNvCxnSpPr>
              <a:cxnSpLocks/>
            </p:cNvCxnSpPr>
            <p:nvPr/>
          </p:nvCxnSpPr>
          <p:spPr>
            <a:xfrm>
              <a:off x="6494934" y="2097534"/>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72" name="Straight Connector 171">
              <a:extLst>
                <a:ext uri="{FF2B5EF4-FFF2-40B4-BE49-F238E27FC236}">
                  <a16:creationId xmlns:a16="http://schemas.microsoft.com/office/drawing/2014/main" id="{D3296A77-3288-0651-03C9-9905BD64C963}"/>
                </a:ext>
              </a:extLst>
            </p:cNvPr>
            <p:cNvCxnSpPr>
              <a:cxnSpLocks/>
            </p:cNvCxnSpPr>
            <p:nvPr/>
          </p:nvCxnSpPr>
          <p:spPr>
            <a:xfrm>
              <a:off x="6356330" y="1710484"/>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77" name="Frame_11">
              <a:extLst>
                <a:ext uri="{FF2B5EF4-FFF2-40B4-BE49-F238E27FC236}">
                  <a16:creationId xmlns:a16="http://schemas.microsoft.com/office/drawing/2014/main" id="{97CA7EC0-32E9-FC07-F6C3-5028DB2AEF83}"/>
                </a:ext>
              </a:extLst>
            </p:cNvPr>
            <p:cNvSpPr/>
            <p:nvPr/>
          </p:nvSpPr>
          <p:spPr>
            <a:xfrm>
              <a:off x="6297563" y="931969"/>
              <a:ext cx="2101483" cy="195093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173" name="Text_Box_11">
              <a:extLst>
                <a:ext uri="{FF2B5EF4-FFF2-40B4-BE49-F238E27FC236}">
                  <a16:creationId xmlns:a16="http://schemas.microsoft.com/office/drawing/2014/main" id="{7BFFDF45-BAA1-F5F4-DA26-AA259B548019}"/>
                </a:ext>
              </a:extLst>
            </p:cNvPr>
            <p:cNvSpPr/>
            <p:nvPr/>
          </p:nvSpPr>
          <p:spPr>
            <a:xfrm>
              <a:off x="6297563" y="931969"/>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Integration and testing of implemented sub-modules</a:t>
              </a:r>
            </a:p>
            <a:p>
              <a:pPr algn="ctr"/>
              <a:endParaRPr lang="en-US" sz="11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Start : sat 11/1/25    ID: 2</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22" name="Arrow_10">
            <a:extLst>
              <a:ext uri="{FF2B5EF4-FFF2-40B4-BE49-F238E27FC236}">
                <a16:creationId xmlns:a16="http://schemas.microsoft.com/office/drawing/2014/main" id="{5FFED0AC-2CDE-2B22-2367-6806E56246EA}"/>
              </a:ext>
            </a:extLst>
          </p:cNvPr>
          <p:cNvCxnSpPr>
            <a:stCxn id="148" idx="2"/>
            <a:endCxn id="173" idx="0"/>
          </p:cNvCxnSpPr>
          <p:nvPr/>
        </p:nvCxnSpPr>
        <p:spPr>
          <a:xfrm rot="16200000" flipH="1">
            <a:off x="1712208" y="4136303"/>
            <a:ext cx="556877" cy="1410253"/>
          </a:xfrm>
          <a:prstGeom prst="bentConnector3">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44" name="Box_10">
            <a:extLst>
              <a:ext uri="{FF2B5EF4-FFF2-40B4-BE49-F238E27FC236}">
                <a16:creationId xmlns:a16="http://schemas.microsoft.com/office/drawing/2014/main" id="{0F0355C3-C70C-F4CF-0A01-35CE66D93D16}"/>
              </a:ext>
            </a:extLst>
          </p:cNvPr>
          <p:cNvGrpSpPr/>
          <p:nvPr/>
        </p:nvGrpSpPr>
        <p:grpSpPr>
          <a:xfrm>
            <a:off x="374177" y="2951763"/>
            <a:ext cx="1822686" cy="1611229"/>
            <a:chOff x="6297563" y="931969"/>
            <a:chExt cx="2101483" cy="1950939"/>
          </a:xfrm>
        </p:grpSpPr>
        <p:cxnSp>
          <p:nvCxnSpPr>
            <p:cNvPr id="145" name="Straight Connector 144">
              <a:extLst>
                <a:ext uri="{FF2B5EF4-FFF2-40B4-BE49-F238E27FC236}">
                  <a16:creationId xmlns:a16="http://schemas.microsoft.com/office/drawing/2014/main" id="{E3DC4C0A-AB80-3FCA-E41B-B191359BD52C}"/>
                </a:ext>
              </a:extLst>
            </p:cNvPr>
            <p:cNvCxnSpPr>
              <a:cxnSpLocks/>
            </p:cNvCxnSpPr>
            <p:nvPr/>
          </p:nvCxnSpPr>
          <p:spPr>
            <a:xfrm>
              <a:off x="6494933" y="2547209"/>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46" name="Straight Connector 145">
              <a:extLst>
                <a:ext uri="{FF2B5EF4-FFF2-40B4-BE49-F238E27FC236}">
                  <a16:creationId xmlns:a16="http://schemas.microsoft.com/office/drawing/2014/main" id="{1C53BEB7-6000-3A58-22A3-4DC1C934E4C4}"/>
                </a:ext>
              </a:extLst>
            </p:cNvPr>
            <p:cNvCxnSpPr>
              <a:cxnSpLocks/>
            </p:cNvCxnSpPr>
            <p:nvPr/>
          </p:nvCxnSpPr>
          <p:spPr>
            <a:xfrm>
              <a:off x="6494933" y="2183649"/>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47" name="Straight Connector 146">
              <a:extLst>
                <a:ext uri="{FF2B5EF4-FFF2-40B4-BE49-F238E27FC236}">
                  <a16:creationId xmlns:a16="http://schemas.microsoft.com/office/drawing/2014/main" id="{C532A72A-9EEE-6BEF-EC1F-64E6A8CD7C5D}"/>
                </a:ext>
              </a:extLst>
            </p:cNvPr>
            <p:cNvCxnSpPr>
              <a:cxnSpLocks/>
            </p:cNvCxnSpPr>
            <p:nvPr/>
          </p:nvCxnSpPr>
          <p:spPr>
            <a:xfrm>
              <a:off x="6356330" y="18458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74" name="Frame_10">
              <a:extLst>
                <a:ext uri="{FF2B5EF4-FFF2-40B4-BE49-F238E27FC236}">
                  <a16:creationId xmlns:a16="http://schemas.microsoft.com/office/drawing/2014/main" id="{287CF005-E480-7B23-3298-8A51C724FD2F}"/>
                </a:ext>
              </a:extLst>
            </p:cNvPr>
            <p:cNvSpPr/>
            <p:nvPr/>
          </p:nvSpPr>
          <p:spPr>
            <a:xfrm>
              <a:off x="6297563" y="931969"/>
              <a:ext cx="2101483" cy="195093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148" name="Text_Box_10">
              <a:extLst>
                <a:ext uri="{FF2B5EF4-FFF2-40B4-BE49-F238E27FC236}">
                  <a16:creationId xmlns:a16="http://schemas.microsoft.com/office/drawing/2014/main" id="{443CB657-F007-44F2-E9AC-5594B647D269}"/>
                </a:ext>
              </a:extLst>
            </p:cNvPr>
            <p:cNvSpPr/>
            <p:nvPr/>
          </p:nvSpPr>
          <p:spPr>
            <a:xfrm>
              <a:off x="6297563" y="931969"/>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Experimental results to show the efficiency of modules</a:t>
              </a:r>
            </a:p>
            <a:p>
              <a:endParaRPr lang="en-US" sz="6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Start : sat 11/1/25    ID: 2</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03" name="Arrow_9">
            <a:extLst>
              <a:ext uri="{FF2B5EF4-FFF2-40B4-BE49-F238E27FC236}">
                <a16:creationId xmlns:a16="http://schemas.microsoft.com/office/drawing/2014/main" id="{1470EBE9-457F-F9B5-78F1-1DC95D6D1168}"/>
              </a:ext>
            </a:extLst>
          </p:cNvPr>
          <p:cNvCxnSpPr>
            <a:cxnSpLocks/>
            <a:stCxn id="178" idx="1"/>
            <a:endCxn id="148" idx="3"/>
          </p:cNvCxnSpPr>
          <p:nvPr/>
        </p:nvCxnSpPr>
        <p:spPr>
          <a:xfrm flipH="1">
            <a:off x="2196863" y="3757378"/>
            <a:ext cx="787421"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74" name="Box_9">
            <a:extLst>
              <a:ext uri="{FF2B5EF4-FFF2-40B4-BE49-F238E27FC236}">
                <a16:creationId xmlns:a16="http://schemas.microsoft.com/office/drawing/2014/main" id="{318C971B-6FC0-C92A-E796-463607EC65F7}"/>
              </a:ext>
            </a:extLst>
          </p:cNvPr>
          <p:cNvGrpSpPr/>
          <p:nvPr/>
        </p:nvGrpSpPr>
        <p:grpSpPr>
          <a:xfrm>
            <a:off x="2984284" y="2951763"/>
            <a:ext cx="1822686" cy="1611229"/>
            <a:chOff x="6297563" y="931969"/>
            <a:chExt cx="2101483" cy="1950939"/>
          </a:xfrm>
        </p:grpSpPr>
        <p:cxnSp>
          <p:nvCxnSpPr>
            <p:cNvPr id="175" name="Straight Connector 174">
              <a:extLst>
                <a:ext uri="{FF2B5EF4-FFF2-40B4-BE49-F238E27FC236}">
                  <a16:creationId xmlns:a16="http://schemas.microsoft.com/office/drawing/2014/main" id="{2A1C46E3-89ED-B22E-CF37-7D28D3DC3D81}"/>
                </a:ext>
              </a:extLst>
            </p:cNvPr>
            <p:cNvCxnSpPr>
              <a:cxnSpLocks/>
            </p:cNvCxnSpPr>
            <p:nvPr/>
          </p:nvCxnSpPr>
          <p:spPr>
            <a:xfrm>
              <a:off x="6494934" y="2461094"/>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76" name="Straight Connector 175">
              <a:extLst>
                <a:ext uri="{FF2B5EF4-FFF2-40B4-BE49-F238E27FC236}">
                  <a16:creationId xmlns:a16="http://schemas.microsoft.com/office/drawing/2014/main" id="{0BB75292-1EAA-98C6-8A3C-A0222671B1E0}"/>
                </a:ext>
              </a:extLst>
            </p:cNvPr>
            <p:cNvCxnSpPr>
              <a:cxnSpLocks/>
            </p:cNvCxnSpPr>
            <p:nvPr/>
          </p:nvCxnSpPr>
          <p:spPr>
            <a:xfrm>
              <a:off x="6494934" y="2097534"/>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77" name="Straight Connector 176">
              <a:extLst>
                <a:ext uri="{FF2B5EF4-FFF2-40B4-BE49-F238E27FC236}">
                  <a16:creationId xmlns:a16="http://schemas.microsoft.com/office/drawing/2014/main" id="{49DF055E-38E8-5E14-E1B4-8F1E19A61E83}"/>
                </a:ext>
              </a:extLst>
            </p:cNvPr>
            <p:cNvCxnSpPr>
              <a:cxnSpLocks/>
            </p:cNvCxnSpPr>
            <p:nvPr/>
          </p:nvCxnSpPr>
          <p:spPr>
            <a:xfrm>
              <a:off x="6356330" y="1710484"/>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71" name="Frame_9">
              <a:extLst>
                <a:ext uri="{FF2B5EF4-FFF2-40B4-BE49-F238E27FC236}">
                  <a16:creationId xmlns:a16="http://schemas.microsoft.com/office/drawing/2014/main" id="{C2F83BC3-EB4D-8CAF-E4DD-4A2BBE6E0B4C}"/>
                </a:ext>
              </a:extLst>
            </p:cNvPr>
            <p:cNvSpPr/>
            <p:nvPr/>
          </p:nvSpPr>
          <p:spPr>
            <a:xfrm>
              <a:off x="6297563" y="931969"/>
              <a:ext cx="2101483" cy="195093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178" name="Text_Box_9">
              <a:extLst>
                <a:ext uri="{FF2B5EF4-FFF2-40B4-BE49-F238E27FC236}">
                  <a16:creationId xmlns:a16="http://schemas.microsoft.com/office/drawing/2014/main" id="{72B572DB-CFF9-33F8-9FB8-360C5226512A}"/>
                </a:ext>
              </a:extLst>
            </p:cNvPr>
            <p:cNvSpPr/>
            <p:nvPr/>
          </p:nvSpPr>
          <p:spPr>
            <a:xfrm>
              <a:off x="6297563" y="931969"/>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Configure mobile app for the project</a:t>
              </a:r>
            </a:p>
            <a:p>
              <a:pPr algn="ctr"/>
              <a:endParaRPr lang="en-US" sz="11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Start : sat 11/1/25    ID: 2</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200" name="Arrow_8">
            <a:extLst>
              <a:ext uri="{FF2B5EF4-FFF2-40B4-BE49-F238E27FC236}">
                <a16:creationId xmlns:a16="http://schemas.microsoft.com/office/drawing/2014/main" id="{2A7D2FF4-FACE-4BDA-601F-79247797D244}"/>
              </a:ext>
            </a:extLst>
          </p:cNvPr>
          <p:cNvCxnSpPr>
            <a:cxnSpLocks/>
            <a:stCxn id="138" idx="1"/>
            <a:endCxn id="178" idx="3"/>
          </p:cNvCxnSpPr>
          <p:nvPr/>
        </p:nvCxnSpPr>
        <p:spPr>
          <a:xfrm flipH="1">
            <a:off x="4806970" y="3757377"/>
            <a:ext cx="787421" cy="1"/>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34" name="Box_8">
            <a:extLst>
              <a:ext uri="{FF2B5EF4-FFF2-40B4-BE49-F238E27FC236}">
                <a16:creationId xmlns:a16="http://schemas.microsoft.com/office/drawing/2014/main" id="{37FE5004-CB39-8A50-1349-E8996FFB67CD}"/>
              </a:ext>
            </a:extLst>
          </p:cNvPr>
          <p:cNvGrpSpPr/>
          <p:nvPr/>
        </p:nvGrpSpPr>
        <p:grpSpPr>
          <a:xfrm>
            <a:off x="5594391" y="3093842"/>
            <a:ext cx="1557229" cy="1327070"/>
            <a:chOff x="434131" y="970156"/>
            <a:chExt cx="2101483" cy="1771622"/>
          </a:xfrm>
        </p:grpSpPr>
        <p:cxnSp>
          <p:nvCxnSpPr>
            <p:cNvPr id="136" name="Straight Connector 135">
              <a:extLst>
                <a:ext uri="{FF2B5EF4-FFF2-40B4-BE49-F238E27FC236}">
                  <a16:creationId xmlns:a16="http://schemas.microsoft.com/office/drawing/2014/main" id="{34945BB1-823E-4839-BCF8-3F1A1BDD1E18}"/>
                </a:ext>
              </a:extLst>
            </p:cNvPr>
            <p:cNvCxnSpPr>
              <a:cxnSpLocks/>
            </p:cNvCxnSpPr>
            <p:nvPr/>
          </p:nvCxnSpPr>
          <p:spPr>
            <a:xfrm>
              <a:off x="631502" y="23444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35" name="Straight Connector 134">
              <a:extLst>
                <a:ext uri="{FF2B5EF4-FFF2-40B4-BE49-F238E27FC236}">
                  <a16:creationId xmlns:a16="http://schemas.microsoft.com/office/drawing/2014/main" id="{2D569FCA-CB7D-2F39-7D33-13478705889F}"/>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37" name="Straight Connector 136">
              <a:extLst>
                <a:ext uri="{FF2B5EF4-FFF2-40B4-BE49-F238E27FC236}">
                  <a16:creationId xmlns:a16="http://schemas.microsoft.com/office/drawing/2014/main" id="{6779B9EB-F3C9-861C-DD14-60B50BC41935}"/>
                </a:ext>
              </a:extLst>
            </p:cNvPr>
            <p:cNvCxnSpPr>
              <a:cxnSpLocks/>
            </p:cNvCxnSpPr>
            <p:nvPr/>
          </p:nvCxnSpPr>
          <p:spPr>
            <a:xfrm>
              <a:off x="492898" y="14394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63" name="Frame_8">
              <a:extLst>
                <a:ext uri="{FF2B5EF4-FFF2-40B4-BE49-F238E27FC236}">
                  <a16:creationId xmlns:a16="http://schemas.microsoft.com/office/drawing/2014/main" id="{4F4C4D3E-E3FC-2F81-ED30-DAE8E112571D}"/>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38" name="Text_Box_8">
              <a:extLst>
                <a:ext uri="{FF2B5EF4-FFF2-40B4-BE49-F238E27FC236}">
                  <a16:creationId xmlns:a16="http://schemas.microsoft.com/office/drawing/2014/main" id="{57722D7C-477D-8CE0-A2B2-3EFFED3F2E3F}"/>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Evaluation Metrics</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97" name="Arrow_7">
            <a:extLst>
              <a:ext uri="{FF2B5EF4-FFF2-40B4-BE49-F238E27FC236}">
                <a16:creationId xmlns:a16="http://schemas.microsoft.com/office/drawing/2014/main" id="{10A86FAC-8F1A-3736-E543-59FB7056F3A8}"/>
              </a:ext>
            </a:extLst>
          </p:cNvPr>
          <p:cNvCxnSpPr>
            <a:cxnSpLocks/>
            <a:stCxn id="133" idx="1"/>
            <a:endCxn id="138" idx="3"/>
          </p:cNvCxnSpPr>
          <p:nvPr/>
        </p:nvCxnSpPr>
        <p:spPr>
          <a:xfrm flipH="1">
            <a:off x="7151620" y="3757377"/>
            <a:ext cx="787421"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29" name="Box_7">
            <a:extLst>
              <a:ext uri="{FF2B5EF4-FFF2-40B4-BE49-F238E27FC236}">
                <a16:creationId xmlns:a16="http://schemas.microsoft.com/office/drawing/2014/main" id="{A534D076-D03F-FE43-0869-3E9F722AD3F2}"/>
              </a:ext>
            </a:extLst>
          </p:cNvPr>
          <p:cNvGrpSpPr/>
          <p:nvPr/>
        </p:nvGrpSpPr>
        <p:grpSpPr>
          <a:xfrm>
            <a:off x="7939041" y="3093842"/>
            <a:ext cx="1557229" cy="1327070"/>
            <a:chOff x="434131" y="970156"/>
            <a:chExt cx="2101483" cy="1771622"/>
          </a:xfrm>
        </p:grpSpPr>
        <p:cxnSp>
          <p:nvCxnSpPr>
            <p:cNvPr id="131" name="Straight Connector 130">
              <a:extLst>
                <a:ext uri="{FF2B5EF4-FFF2-40B4-BE49-F238E27FC236}">
                  <a16:creationId xmlns:a16="http://schemas.microsoft.com/office/drawing/2014/main" id="{C088BF83-7EB1-6A1D-E2B2-635DC83B5D3A}"/>
                </a:ext>
              </a:extLst>
            </p:cNvPr>
            <p:cNvCxnSpPr>
              <a:cxnSpLocks/>
            </p:cNvCxnSpPr>
            <p:nvPr/>
          </p:nvCxnSpPr>
          <p:spPr>
            <a:xfrm>
              <a:off x="631502" y="23444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30" name="Straight Connector 129">
              <a:extLst>
                <a:ext uri="{FF2B5EF4-FFF2-40B4-BE49-F238E27FC236}">
                  <a16:creationId xmlns:a16="http://schemas.microsoft.com/office/drawing/2014/main" id="{115E3475-ACB9-44A4-BA9A-783C0863FD61}"/>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32" name="Straight Connector 131">
              <a:extLst>
                <a:ext uri="{FF2B5EF4-FFF2-40B4-BE49-F238E27FC236}">
                  <a16:creationId xmlns:a16="http://schemas.microsoft.com/office/drawing/2014/main" id="{4E3F4F5C-61B5-123A-877C-962A5E4015B1}"/>
                </a:ext>
              </a:extLst>
            </p:cNvPr>
            <p:cNvCxnSpPr>
              <a:cxnSpLocks/>
            </p:cNvCxnSpPr>
            <p:nvPr/>
          </p:nvCxnSpPr>
          <p:spPr>
            <a:xfrm>
              <a:off x="492898" y="14394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50" name="Frame_7">
              <a:extLst>
                <a:ext uri="{FF2B5EF4-FFF2-40B4-BE49-F238E27FC236}">
                  <a16:creationId xmlns:a16="http://schemas.microsoft.com/office/drawing/2014/main" id="{65E50022-020A-B686-D9DF-F3E5B58832AC}"/>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33" name="Text_Box_7">
              <a:extLst>
                <a:ext uri="{FF2B5EF4-FFF2-40B4-BE49-F238E27FC236}">
                  <a16:creationId xmlns:a16="http://schemas.microsoft.com/office/drawing/2014/main" id="{2A0E24AF-0CDC-3F4B-85EF-B9949946DE64}"/>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Testing the model</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94" name="Arrow_6">
            <a:extLst>
              <a:ext uri="{FF2B5EF4-FFF2-40B4-BE49-F238E27FC236}">
                <a16:creationId xmlns:a16="http://schemas.microsoft.com/office/drawing/2014/main" id="{A971F5A0-4DFD-9EDB-BED8-0286568362E9}"/>
              </a:ext>
            </a:extLst>
          </p:cNvPr>
          <p:cNvCxnSpPr>
            <a:cxnSpLocks/>
            <a:stCxn id="128" idx="1"/>
            <a:endCxn id="133" idx="3"/>
          </p:cNvCxnSpPr>
          <p:nvPr/>
        </p:nvCxnSpPr>
        <p:spPr>
          <a:xfrm flipH="1">
            <a:off x="9496270" y="3757377"/>
            <a:ext cx="787423"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24" name="Box_6">
            <a:extLst>
              <a:ext uri="{FF2B5EF4-FFF2-40B4-BE49-F238E27FC236}">
                <a16:creationId xmlns:a16="http://schemas.microsoft.com/office/drawing/2014/main" id="{57F3F003-B552-1B6A-6FDE-BFB65D1724C0}"/>
              </a:ext>
            </a:extLst>
          </p:cNvPr>
          <p:cNvGrpSpPr/>
          <p:nvPr/>
        </p:nvGrpSpPr>
        <p:grpSpPr>
          <a:xfrm>
            <a:off x="10283693" y="3093842"/>
            <a:ext cx="1557229" cy="1327070"/>
            <a:chOff x="434131" y="970156"/>
            <a:chExt cx="2101483" cy="1771622"/>
          </a:xfrm>
        </p:grpSpPr>
        <p:cxnSp>
          <p:nvCxnSpPr>
            <p:cNvPr id="126" name="Straight Connector 125">
              <a:extLst>
                <a:ext uri="{FF2B5EF4-FFF2-40B4-BE49-F238E27FC236}">
                  <a16:creationId xmlns:a16="http://schemas.microsoft.com/office/drawing/2014/main" id="{C7434777-8CF0-9E7F-5B0E-346311701F53}"/>
                </a:ext>
              </a:extLst>
            </p:cNvPr>
            <p:cNvCxnSpPr>
              <a:cxnSpLocks/>
            </p:cNvCxnSpPr>
            <p:nvPr/>
          </p:nvCxnSpPr>
          <p:spPr>
            <a:xfrm>
              <a:off x="631502" y="23444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25" name="Straight Connector 124">
              <a:extLst>
                <a:ext uri="{FF2B5EF4-FFF2-40B4-BE49-F238E27FC236}">
                  <a16:creationId xmlns:a16="http://schemas.microsoft.com/office/drawing/2014/main" id="{C4856E8C-0E39-E59C-2B62-116483895E8C}"/>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27" name="Straight Connector 126">
              <a:extLst>
                <a:ext uri="{FF2B5EF4-FFF2-40B4-BE49-F238E27FC236}">
                  <a16:creationId xmlns:a16="http://schemas.microsoft.com/office/drawing/2014/main" id="{7C487493-B3F9-4CFD-11AB-CDBC7AB26021}"/>
                </a:ext>
              </a:extLst>
            </p:cNvPr>
            <p:cNvCxnSpPr>
              <a:cxnSpLocks/>
            </p:cNvCxnSpPr>
            <p:nvPr/>
          </p:nvCxnSpPr>
          <p:spPr>
            <a:xfrm>
              <a:off x="492898" y="1439407"/>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46" name="Frame_6">
              <a:extLst>
                <a:ext uri="{FF2B5EF4-FFF2-40B4-BE49-F238E27FC236}">
                  <a16:creationId xmlns:a16="http://schemas.microsoft.com/office/drawing/2014/main" id="{2F7B5AEF-A581-C2C0-122D-9535ED2E7728}"/>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28" name="Text_Box_6">
              <a:extLst>
                <a:ext uri="{FF2B5EF4-FFF2-40B4-BE49-F238E27FC236}">
                  <a16:creationId xmlns:a16="http://schemas.microsoft.com/office/drawing/2014/main" id="{BE6F4B0E-510C-0DD9-8F60-69722511AFA7}"/>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Training the model</a:t>
              </a:r>
            </a:p>
            <a:p>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89" name="Arrow_5">
            <a:extLst>
              <a:ext uri="{FF2B5EF4-FFF2-40B4-BE49-F238E27FC236}">
                <a16:creationId xmlns:a16="http://schemas.microsoft.com/office/drawing/2014/main" id="{3B9F5C2D-9CB5-C06C-B899-C49F7864317F}"/>
              </a:ext>
            </a:extLst>
          </p:cNvPr>
          <p:cNvCxnSpPr>
            <a:cxnSpLocks/>
            <a:stCxn id="123" idx="2"/>
            <a:endCxn id="128" idx="0"/>
          </p:cNvCxnSpPr>
          <p:nvPr/>
        </p:nvCxnSpPr>
        <p:spPr>
          <a:xfrm>
            <a:off x="11062308" y="2287365"/>
            <a:ext cx="0" cy="806477"/>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119" name="Box_5">
            <a:extLst>
              <a:ext uri="{FF2B5EF4-FFF2-40B4-BE49-F238E27FC236}">
                <a16:creationId xmlns:a16="http://schemas.microsoft.com/office/drawing/2014/main" id="{FA132278-AD34-0FFA-8AF3-72AB0C26AE73}"/>
              </a:ext>
            </a:extLst>
          </p:cNvPr>
          <p:cNvGrpSpPr/>
          <p:nvPr/>
        </p:nvGrpSpPr>
        <p:grpSpPr>
          <a:xfrm>
            <a:off x="10283693" y="960295"/>
            <a:ext cx="1557229" cy="1327070"/>
            <a:chOff x="434131" y="970156"/>
            <a:chExt cx="2101483" cy="1771622"/>
          </a:xfrm>
        </p:grpSpPr>
        <p:cxnSp>
          <p:nvCxnSpPr>
            <p:cNvPr id="121" name="Straight Connector 120">
              <a:extLst>
                <a:ext uri="{FF2B5EF4-FFF2-40B4-BE49-F238E27FC236}">
                  <a16:creationId xmlns:a16="http://schemas.microsoft.com/office/drawing/2014/main" id="{16A871AA-F7AB-78E4-829D-5FA359F2B70D}"/>
                </a:ext>
              </a:extLst>
            </p:cNvPr>
            <p:cNvCxnSpPr>
              <a:cxnSpLocks/>
            </p:cNvCxnSpPr>
            <p:nvPr/>
          </p:nvCxnSpPr>
          <p:spPr>
            <a:xfrm>
              <a:off x="631502" y="2385156"/>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20" name="Straight Connector 119">
              <a:extLst>
                <a:ext uri="{FF2B5EF4-FFF2-40B4-BE49-F238E27FC236}">
                  <a16:creationId xmlns:a16="http://schemas.microsoft.com/office/drawing/2014/main" id="{1FAD9246-CEE6-C57E-2C95-E1B58BE8287C}"/>
                </a:ext>
              </a:extLst>
            </p:cNvPr>
            <p:cNvCxnSpPr>
              <a:cxnSpLocks/>
            </p:cNvCxnSpPr>
            <p:nvPr/>
          </p:nvCxnSpPr>
          <p:spPr>
            <a:xfrm>
              <a:off x="631502" y="1950911"/>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22" name="Straight Connector 121">
              <a:extLst>
                <a:ext uri="{FF2B5EF4-FFF2-40B4-BE49-F238E27FC236}">
                  <a16:creationId xmlns:a16="http://schemas.microsoft.com/office/drawing/2014/main" id="{16B0B0D5-A9F5-A3D1-EBCD-59AA40B76179}"/>
                </a:ext>
              </a:extLst>
            </p:cNvPr>
            <p:cNvCxnSpPr>
              <a:cxnSpLocks/>
            </p:cNvCxnSpPr>
            <p:nvPr/>
          </p:nvCxnSpPr>
          <p:spPr>
            <a:xfrm>
              <a:off x="492898" y="1520788"/>
              <a:ext cx="1983950"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42" name="Frame_5">
              <a:extLst>
                <a:ext uri="{FF2B5EF4-FFF2-40B4-BE49-F238E27FC236}">
                  <a16:creationId xmlns:a16="http://schemas.microsoft.com/office/drawing/2014/main" id="{C7EFCEE2-BC00-BFE5-3B7B-D31C3608CA6A}"/>
                </a:ext>
              </a:extLst>
            </p:cNvPr>
            <p:cNvSpPr/>
            <p:nvPr/>
          </p:nvSpPr>
          <p:spPr>
            <a:xfrm>
              <a:off x="434131" y="970156"/>
              <a:ext cx="2101483" cy="1771622"/>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23" name="Text_Box_5">
              <a:extLst>
                <a:ext uri="{FF2B5EF4-FFF2-40B4-BE49-F238E27FC236}">
                  <a16:creationId xmlns:a16="http://schemas.microsoft.com/office/drawing/2014/main" id="{AF93FB37-6B49-E824-4C69-3B02C34E6780}"/>
                </a:ext>
              </a:extLst>
            </p:cNvPr>
            <p:cNvSpPr/>
            <p:nvPr/>
          </p:nvSpPr>
          <p:spPr>
            <a:xfrm>
              <a:off x="434131" y="970156"/>
              <a:ext cx="2101483" cy="17716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Choose a Suitable architecture</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86" name="Arrow_4">
            <a:extLst>
              <a:ext uri="{FF2B5EF4-FFF2-40B4-BE49-F238E27FC236}">
                <a16:creationId xmlns:a16="http://schemas.microsoft.com/office/drawing/2014/main" id="{7B693CF0-02FE-86E6-E880-0589D1F37491}"/>
              </a:ext>
            </a:extLst>
          </p:cNvPr>
          <p:cNvCxnSpPr>
            <a:cxnSpLocks/>
            <a:stCxn id="49" idx="3"/>
            <a:endCxn id="123" idx="1"/>
          </p:cNvCxnSpPr>
          <p:nvPr/>
        </p:nvCxnSpPr>
        <p:spPr>
          <a:xfrm flipV="1">
            <a:off x="9486670" y="1623830"/>
            <a:ext cx="797023" cy="1"/>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58" name="Box_4">
            <a:extLst>
              <a:ext uri="{FF2B5EF4-FFF2-40B4-BE49-F238E27FC236}">
                <a16:creationId xmlns:a16="http://schemas.microsoft.com/office/drawing/2014/main" id="{3FFC193A-CF45-150A-997B-4570B5ED9478}"/>
              </a:ext>
            </a:extLst>
          </p:cNvPr>
          <p:cNvGrpSpPr/>
          <p:nvPr/>
        </p:nvGrpSpPr>
        <p:grpSpPr>
          <a:xfrm>
            <a:off x="7769809" y="818216"/>
            <a:ext cx="1716861" cy="1611229"/>
            <a:chOff x="9229282" y="970156"/>
            <a:chExt cx="2101483" cy="1950939"/>
          </a:xfrm>
        </p:grpSpPr>
        <p:cxnSp>
          <p:nvCxnSpPr>
            <p:cNvPr id="54" name="Straight Connector 53">
              <a:extLst>
                <a:ext uri="{FF2B5EF4-FFF2-40B4-BE49-F238E27FC236}">
                  <a16:creationId xmlns:a16="http://schemas.microsoft.com/office/drawing/2014/main" id="{B97ADE29-967F-9EC0-D591-C55779A36B82}"/>
                </a:ext>
              </a:extLst>
            </p:cNvPr>
            <p:cNvCxnSpPr>
              <a:cxnSpLocks/>
            </p:cNvCxnSpPr>
            <p:nvPr/>
          </p:nvCxnSpPr>
          <p:spPr>
            <a:xfrm>
              <a:off x="9426652" y="257504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56" name="Straight Connector 55">
              <a:extLst>
                <a:ext uri="{FF2B5EF4-FFF2-40B4-BE49-F238E27FC236}">
                  <a16:creationId xmlns:a16="http://schemas.microsoft.com/office/drawing/2014/main" id="{27ABFACF-49D2-4CAB-FEBD-351C57CD62B9}"/>
                </a:ext>
              </a:extLst>
            </p:cNvPr>
            <p:cNvCxnSpPr>
              <a:cxnSpLocks/>
            </p:cNvCxnSpPr>
            <p:nvPr/>
          </p:nvCxnSpPr>
          <p:spPr>
            <a:xfrm>
              <a:off x="9426652" y="221148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57" name="Straight Connector 56">
              <a:extLst>
                <a:ext uri="{FF2B5EF4-FFF2-40B4-BE49-F238E27FC236}">
                  <a16:creationId xmlns:a16="http://schemas.microsoft.com/office/drawing/2014/main" id="{B21965D8-5B53-3515-186B-56D34DAA17C8}"/>
                </a:ext>
              </a:extLst>
            </p:cNvPr>
            <p:cNvCxnSpPr>
              <a:cxnSpLocks/>
            </p:cNvCxnSpPr>
            <p:nvPr/>
          </p:nvCxnSpPr>
          <p:spPr>
            <a:xfrm>
              <a:off x="9288049" y="1873645"/>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39" name="Frame_4">
              <a:extLst>
                <a:ext uri="{FF2B5EF4-FFF2-40B4-BE49-F238E27FC236}">
                  <a16:creationId xmlns:a16="http://schemas.microsoft.com/office/drawing/2014/main" id="{D638377B-9D3C-33AD-B72D-E9753FA5E993}"/>
                </a:ext>
              </a:extLst>
            </p:cNvPr>
            <p:cNvSpPr/>
            <p:nvPr/>
          </p:nvSpPr>
          <p:spPr>
            <a:xfrm>
              <a:off x="9229282" y="970156"/>
              <a:ext cx="2101483" cy="195093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49" name="Text_Box_4">
              <a:extLst>
                <a:ext uri="{FF2B5EF4-FFF2-40B4-BE49-F238E27FC236}">
                  <a16:creationId xmlns:a16="http://schemas.microsoft.com/office/drawing/2014/main" id="{E42B4570-2683-49E4-F55F-9743D8F698E7}"/>
                </a:ext>
              </a:extLst>
            </p:cNvPr>
            <p:cNvSpPr/>
            <p:nvPr/>
          </p:nvSpPr>
          <p:spPr>
            <a:xfrm>
              <a:off x="9229282" y="970156"/>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Dataset gathering and select appropriate datasets</a:t>
              </a:r>
            </a:p>
            <a:p>
              <a:pPr algn="ctr"/>
              <a:endParaRPr lang="en-US" sz="10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Start : sat 11/1/25    ID: 2</a:t>
              </a:r>
            </a:p>
            <a:p>
              <a:endParaRPr lang="en-US" sz="10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7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83" name="Arrow_3">
            <a:extLst>
              <a:ext uri="{FF2B5EF4-FFF2-40B4-BE49-F238E27FC236}">
                <a16:creationId xmlns:a16="http://schemas.microsoft.com/office/drawing/2014/main" id="{F13267C6-4060-23C7-EFD4-48B8054381BE}"/>
              </a:ext>
            </a:extLst>
          </p:cNvPr>
          <p:cNvCxnSpPr>
            <a:cxnSpLocks/>
            <a:stCxn id="43" idx="3"/>
            <a:endCxn id="49" idx="1"/>
          </p:cNvCxnSpPr>
          <p:nvPr/>
        </p:nvCxnSpPr>
        <p:spPr>
          <a:xfrm>
            <a:off x="6972785" y="1623831"/>
            <a:ext cx="797024"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53" name="Box_3">
            <a:extLst>
              <a:ext uri="{FF2B5EF4-FFF2-40B4-BE49-F238E27FC236}">
                <a16:creationId xmlns:a16="http://schemas.microsoft.com/office/drawing/2014/main" id="{B4FC71DE-084F-DDB9-E56D-A0DBB1723D31}"/>
              </a:ext>
            </a:extLst>
          </p:cNvPr>
          <p:cNvGrpSpPr/>
          <p:nvPr/>
        </p:nvGrpSpPr>
        <p:grpSpPr>
          <a:xfrm>
            <a:off x="5150099" y="818216"/>
            <a:ext cx="1822686" cy="1611229"/>
            <a:chOff x="6297563" y="931969"/>
            <a:chExt cx="2101483" cy="1950939"/>
          </a:xfrm>
        </p:grpSpPr>
        <p:cxnSp>
          <p:nvCxnSpPr>
            <p:cNvPr id="38" name="Straight Connector 37">
              <a:extLst>
                <a:ext uri="{FF2B5EF4-FFF2-40B4-BE49-F238E27FC236}">
                  <a16:creationId xmlns:a16="http://schemas.microsoft.com/office/drawing/2014/main" id="{3B8916FF-02B9-6205-DDD2-88B47F23E443}"/>
                </a:ext>
              </a:extLst>
            </p:cNvPr>
            <p:cNvCxnSpPr>
              <a:cxnSpLocks/>
            </p:cNvCxnSpPr>
            <p:nvPr/>
          </p:nvCxnSpPr>
          <p:spPr>
            <a:xfrm>
              <a:off x="6494933" y="2547209"/>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37" name="Straight Connector 36">
              <a:extLst>
                <a:ext uri="{FF2B5EF4-FFF2-40B4-BE49-F238E27FC236}">
                  <a16:creationId xmlns:a16="http://schemas.microsoft.com/office/drawing/2014/main" id="{5DA74536-07ED-CCFF-AD1B-BBCA5C6AEF7D}"/>
                </a:ext>
              </a:extLst>
            </p:cNvPr>
            <p:cNvCxnSpPr>
              <a:cxnSpLocks/>
            </p:cNvCxnSpPr>
            <p:nvPr/>
          </p:nvCxnSpPr>
          <p:spPr>
            <a:xfrm>
              <a:off x="6494933" y="2183649"/>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36" name="Straight Connector 35">
              <a:extLst>
                <a:ext uri="{FF2B5EF4-FFF2-40B4-BE49-F238E27FC236}">
                  <a16:creationId xmlns:a16="http://schemas.microsoft.com/office/drawing/2014/main" id="{D4590457-1474-033A-C87E-34EA186FDE6D}"/>
                </a:ext>
              </a:extLst>
            </p:cNvPr>
            <p:cNvCxnSpPr>
              <a:cxnSpLocks/>
            </p:cNvCxnSpPr>
            <p:nvPr/>
          </p:nvCxnSpPr>
          <p:spPr>
            <a:xfrm>
              <a:off x="6356330" y="1808901"/>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28" name="Frame_3">
              <a:extLst>
                <a:ext uri="{FF2B5EF4-FFF2-40B4-BE49-F238E27FC236}">
                  <a16:creationId xmlns:a16="http://schemas.microsoft.com/office/drawing/2014/main" id="{BFDEB9C0-5489-A0F9-E667-A9CF185BEF58}"/>
                </a:ext>
              </a:extLst>
            </p:cNvPr>
            <p:cNvSpPr/>
            <p:nvPr/>
          </p:nvSpPr>
          <p:spPr>
            <a:xfrm>
              <a:off x="6297563" y="931969"/>
              <a:ext cx="2101483" cy="1950939"/>
            </a:xfrm>
            <a:prstGeom prst="rect">
              <a:avLst/>
            </a:prstGeom>
            <a:noFill/>
            <a:ln>
              <a:solidFill>
                <a:schemeClr val="tx1"/>
              </a:solid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43" name="Text_Box_3">
              <a:extLst>
                <a:ext uri="{FF2B5EF4-FFF2-40B4-BE49-F238E27FC236}">
                  <a16:creationId xmlns:a16="http://schemas.microsoft.com/office/drawing/2014/main" id="{557B4CDD-A7E7-7C0D-8654-608227FD9338}"/>
                </a:ext>
              </a:extLst>
            </p:cNvPr>
            <p:cNvSpPr/>
            <p:nvPr/>
          </p:nvSpPr>
          <p:spPr>
            <a:xfrm>
              <a:off x="6297563" y="931969"/>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Analyze different techniques and their effectiveness </a:t>
              </a:r>
            </a:p>
            <a:p>
              <a:pPr algn="ctr"/>
              <a:endParaRPr lang="en-US" sz="1200" dirty="0">
                <a:solidFill>
                  <a:schemeClr val="tx1"/>
                </a:solidFill>
                <a:latin typeface="Times New Roman" panose="02020603050405020304" pitchFamily="18" charset="0"/>
                <a:cs typeface="Times New Roman" panose="02020603050405020304" pitchFamily="18" charset="0"/>
              </a:endParaRPr>
            </a:p>
            <a:p>
              <a:pPr algn="ctr"/>
              <a:r>
                <a:rPr lang="en-US" sz="1050" dirty="0">
                  <a:solidFill>
                    <a:schemeClr val="tx1"/>
                  </a:solidFill>
                  <a:latin typeface="Times New Roman" panose="02020603050405020304" pitchFamily="18" charset="0"/>
                  <a:cs typeface="Times New Roman" panose="02020603050405020304" pitchFamily="18" charset="0"/>
                </a:rPr>
                <a:t>Start : sat 11/1/25    ID: 2</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8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82" name="Arrow_2">
            <a:extLst>
              <a:ext uri="{FF2B5EF4-FFF2-40B4-BE49-F238E27FC236}">
                <a16:creationId xmlns:a16="http://schemas.microsoft.com/office/drawing/2014/main" id="{71F3DD3B-5C26-6D65-F77C-5873CD97C8C6}"/>
              </a:ext>
            </a:extLst>
          </p:cNvPr>
          <p:cNvCxnSpPr>
            <a:stCxn id="27" idx="3"/>
            <a:endCxn id="43" idx="1"/>
          </p:cNvCxnSpPr>
          <p:nvPr/>
        </p:nvCxnSpPr>
        <p:spPr>
          <a:xfrm>
            <a:off x="4353075" y="1623830"/>
            <a:ext cx="797024" cy="1"/>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35" name="Box_2">
            <a:extLst>
              <a:ext uri="{FF2B5EF4-FFF2-40B4-BE49-F238E27FC236}">
                <a16:creationId xmlns:a16="http://schemas.microsoft.com/office/drawing/2014/main" id="{98F397A7-134E-C082-EA12-22BB85A5E7FC}"/>
              </a:ext>
            </a:extLst>
          </p:cNvPr>
          <p:cNvGrpSpPr/>
          <p:nvPr/>
        </p:nvGrpSpPr>
        <p:grpSpPr>
          <a:xfrm>
            <a:off x="2691966" y="852774"/>
            <a:ext cx="1661109" cy="1542112"/>
            <a:chOff x="3489661" y="970156"/>
            <a:chExt cx="2101483" cy="1950939"/>
          </a:xfrm>
        </p:grpSpPr>
        <p:cxnSp>
          <p:nvCxnSpPr>
            <p:cNvPr id="33" name="Straight Connector 32">
              <a:extLst>
                <a:ext uri="{FF2B5EF4-FFF2-40B4-BE49-F238E27FC236}">
                  <a16:creationId xmlns:a16="http://schemas.microsoft.com/office/drawing/2014/main" id="{9209BC17-9A45-6728-B234-2C5ECF5C2F6F}"/>
                </a:ext>
              </a:extLst>
            </p:cNvPr>
            <p:cNvCxnSpPr>
              <a:cxnSpLocks/>
            </p:cNvCxnSpPr>
            <p:nvPr/>
          </p:nvCxnSpPr>
          <p:spPr>
            <a:xfrm>
              <a:off x="3687032" y="2537800"/>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32" name="Straight Connector 31">
              <a:extLst>
                <a:ext uri="{FF2B5EF4-FFF2-40B4-BE49-F238E27FC236}">
                  <a16:creationId xmlns:a16="http://schemas.microsoft.com/office/drawing/2014/main" id="{E3B90D89-75B8-F823-0162-FF4B2DE3D2AD}"/>
                </a:ext>
              </a:extLst>
            </p:cNvPr>
            <p:cNvCxnSpPr>
              <a:cxnSpLocks/>
            </p:cNvCxnSpPr>
            <p:nvPr/>
          </p:nvCxnSpPr>
          <p:spPr>
            <a:xfrm>
              <a:off x="3687032" y="2242865"/>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31" name="Straight Connector 30">
              <a:extLst>
                <a:ext uri="{FF2B5EF4-FFF2-40B4-BE49-F238E27FC236}">
                  <a16:creationId xmlns:a16="http://schemas.microsoft.com/office/drawing/2014/main" id="{12FF6D5D-DD16-5773-8D61-B8043DCDD02E}"/>
                </a:ext>
              </a:extLst>
            </p:cNvPr>
            <p:cNvCxnSpPr>
              <a:cxnSpLocks/>
            </p:cNvCxnSpPr>
            <p:nvPr/>
          </p:nvCxnSpPr>
          <p:spPr>
            <a:xfrm>
              <a:off x="3548429" y="1907439"/>
              <a:ext cx="1983949"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
          <p:nvSpPr>
            <p:cNvPr id="24" name="Frame_2">
              <a:extLst>
                <a:ext uri="{FF2B5EF4-FFF2-40B4-BE49-F238E27FC236}">
                  <a16:creationId xmlns:a16="http://schemas.microsoft.com/office/drawing/2014/main" id="{2DC859E5-02A6-A1F3-6A35-4C8CCD63D448}"/>
                </a:ext>
              </a:extLst>
            </p:cNvPr>
            <p:cNvSpPr/>
            <p:nvPr/>
          </p:nvSpPr>
          <p:spPr>
            <a:xfrm>
              <a:off x="3489661" y="970156"/>
              <a:ext cx="2101483" cy="1950939"/>
            </a:xfrm>
            <a:prstGeom prst="rect">
              <a:avLst/>
            </a:prstGeom>
            <a:noFill/>
            <a:ln>
              <a:solidFill>
                <a:schemeClr val="tx1"/>
              </a:solid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tx1"/>
                </a:solidFill>
                <a:latin typeface="Times New Roman" panose="02020603050405020304" pitchFamily="18" charset="0"/>
                <a:cs typeface="Times New Roman" panose="02020603050405020304" pitchFamily="18" charset="0"/>
              </a:endParaRPr>
            </a:p>
          </p:txBody>
        </p:sp>
        <p:sp>
          <p:nvSpPr>
            <p:cNvPr id="27" name="Text_Box_2">
              <a:extLst>
                <a:ext uri="{FF2B5EF4-FFF2-40B4-BE49-F238E27FC236}">
                  <a16:creationId xmlns:a16="http://schemas.microsoft.com/office/drawing/2014/main" id="{0032475D-2D5E-1634-E18B-B14AD4AAE7F9}"/>
                </a:ext>
              </a:extLst>
            </p:cNvPr>
            <p:cNvSpPr/>
            <p:nvPr/>
          </p:nvSpPr>
          <p:spPr>
            <a:xfrm>
              <a:off x="3489661" y="970156"/>
              <a:ext cx="2101483" cy="195093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Times New Roman" panose="02020603050405020304" pitchFamily="18" charset="0"/>
                  <a:cs typeface="Times New Roman" panose="02020603050405020304" pitchFamily="18" charset="0"/>
                </a:rPr>
                <a:t>Literature survey on </a:t>
              </a:r>
            </a:p>
            <a:p>
              <a:pPr algn="ctr"/>
              <a:r>
                <a:rPr lang="en-US" sz="1200" dirty="0">
                  <a:solidFill>
                    <a:schemeClr val="tx1"/>
                  </a:solidFill>
                  <a:latin typeface="Times New Roman" panose="02020603050405020304" pitchFamily="18" charset="0"/>
                  <a:cs typeface="Times New Roman" panose="02020603050405020304" pitchFamily="18" charset="0"/>
                </a:rPr>
                <a:t>Al – Based Video Compression Systems </a:t>
              </a:r>
            </a:p>
            <a:p>
              <a:endParaRPr lang="en-US" sz="5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Start</a:t>
              </a:r>
              <a:r>
                <a:rPr lang="en-US" sz="1100" dirty="0">
                  <a:solidFill>
                    <a:schemeClr val="tx1"/>
                  </a:solidFill>
                  <a:latin typeface="Times New Roman" panose="02020603050405020304" pitchFamily="18" charset="0"/>
                  <a:cs typeface="Times New Roman" panose="02020603050405020304" pitchFamily="18" charset="0"/>
                </a:rPr>
                <a:t> : sat 11/1/25    ID: 2</a:t>
              </a:r>
            </a:p>
            <a:p>
              <a:endParaRPr lang="en-US" sz="7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Finish : wed 12/31/25 Dur:</a:t>
              </a:r>
            </a:p>
            <a:p>
              <a:endParaRPr lang="en-US" sz="400" dirty="0">
                <a:solidFill>
                  <a:schemeClr val="tx1"/>
                </a:solidFill>
                <a:latin typeface="Times New Roman" panose="02020603050405020304" pitchFamily="18" charset="0"/>
                <a:cs typeface="Times New Roman" panose="02020603050405020304" pitchFamily="18" charset="0"/>
              </a:endParaRPr>
            </a:p>
            <a:p>
              <a:r>
                <a:rPr lang="en-US" sz="1050" dirty="0">
                  <a:solidFill>
                    <a:schemeClr val="tx1"/>
                  </a:solidFill>
                  <a:latin typeface="Times New Roman" panose="02020603050405020304" pitchFamily="18" charset="0"/>
                  <a:cs typeface="Times New Roman" panose="02020603050405020304" pitchFamily="18" charset="0"/>
                </a:rPr>
                <a:t>Res : All students </a:t>
              </a:r>
            </a:p>
          </p:txBody>
        </p:sp>
      </p:grpSp>
      <p:cxnSp>
        <p:nvCxnSpPr>
          <p:cNvPr id="180" name="Arrow_1">
            <a:extLst>
              <a:ext uri="{FF2B5EF4-FFF2-40B4-BE49-F238E27FC236}">
                <a16:creationId xmlns:a16="http://schemas.microsoft.com/office/drawing/2014/main" id="{3D17FEE9-1EEA-4913-07B3-AC15699CAD5A}"/>
              </a:ext>
            </a:extLst>
          </p:cNvPr>
          <p:cNvCxnSpPr>
            <a:cxnSpLocks/>
            <a:stCxn id="18" idx="3"/>
            <a:endCxn id="27" idx="1"/>
          </p:cNvCxnSpPr>
          <p:nvPr/>
        </p:nvCxnSpPr>
        <p:spPr>
          <a:xfrm>
            <a:off x="1894942" y="1623830"/>
            <a:ext cx="797024" cy="0"/>
          </a:xfrm>
          <a:prstGeom prst="straightConnector1">
            <a:avLst/>
          </a:prstGeom>
          <a:ln>
            <a:tailEnd type="triangle"/>
          </a:ln>
          <a:effectLst>
            <a:outerShdw blurRad="50800" dist="38100" dir="18900000" algn="bl" rotWithShape="0">
              <a:prstClr val="black">
                <a:alpha val="40000"/>
              </a:prstClr>
            </a:outerShdw>
          </a:effectLst>
        </p:spPr>
        <p:style>
          <a:lnRef idx="2">
            <a:schemeClr val="dk1"/>
          </a:lnRef>
          <a:fillRef idx="0">
            <a:schemeClr val="dk1"/>
          </a:fillRef>
          <a:effectRef idx="1">
            <a:schemeClr val="dk1"/>
          </a:effectRef>
          <a:fontRef idx="minor">
            <a:schemeClr val="tx1"/>
          </a:fontRef>
        </p:style>
      </p:cxnSp>
      <p:grpSp>
        <p:nvGrpSpPr>
          <p:cNvPr id="30" name="Box_1">
            <a:extLst>
              <a:ext uri="{FF2B5EF4-FFF2-40B4-BE49-F238E27FC236}">
                <a16:creationId xmlns:a16="http://schemas.microsoft.com/office/drawing/2014/main" id="{C599CC17-6220-C75B-B9FC-0A10B798B0DB}"/>
              </a:ext>
            </a:extLst>
          </p:cNvPr>
          <p:cNvGrpSpPr>
            <a:grpSpLocks/>
          </p:cNvGrpSpPr>
          <p:nvPr/>
        </p:nvGrpSpPr>
        <p:grpSpPr>
          <a:xfrm>
            <a:off x="337713" y="960295"/>
            <a:ext cx="1557229" cy="1327070"/>
            <a:chOff x="434131" y="970155"/>
            <a:chExt cx="2101483" cy="1771622"/>
          </a:xfrm>
          <a:effectLst/>
        </p:grpSpPr>
        <p:cxnSp>
          <p:nvCxnSpPr>
            <p:cNvPr id="22" name="Straight Connector 21">
              <a:extLst>
                <a:ext uri="{FF2B5EF4-FFF2-40B4-BE49-F238E27FC236}">
                  <a16:creationId xmlns:a16="http://schemas.microsoft.com/office/drawing/2014/main" id="{9EC98D2D-5BD4-0196-239C-A3B09A0B706B}"/>
                </a:ext>
              </a:extLst>
            </p:cNvPr>
            <p:cNvCxnSpPr>
              <a:cxnSpLocks/>
            </p:cNvCxnSpPr>
            <p:nvPr/>
          </p:nvCxnSpPr>
          <p:spPr>
            <a:xfrm>
              <a:off x="631502" y="1855967"/>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6" name="Straight Connector 15">
              <a:extLst>
                <a:ext uri="{FF2B5EF4-FFF2-40B4-BE49-F238E27FC236}">
                  <a16:creationId xmlns:a16="http://schemas.microsoft.com/office/drawing/2014/main" id="{293EF6BC-B300-921D-6CED-C893E08A0F6F}"/>
                </a:ext>
              </a:extLst>
            </p:cNvPr>
            <p:cNvCxnSpPr>
              <a:cxnSpLocks/>
            </p:cNvCxnSpPr>
            <p:nvPr/>
          </p:nvCxnSpPr>
          <p:spPr>
            <a:xfrm>
              <a:off x="631502" y="2344466"/>
              <a:ext cx="1706742" cy="0"/>
            </a:xfrm>
            <a:prstGeom prst="line">
              <a:avLst/>
            </a:prstGeom>
            <a:ln>
              <a:solidFill>
                <a:schemeClr val="tx1">
                  <a:lumMod val="50000"/>
                  <a:lumOff val="50000"/>
                </a:schemeClr>
              </a:solidFill>
            </a:ln>
          </p:spPr>
          <p:style>
            <a:lnRef idx="2">
              <a:schemeClr val="dk1"/>
            </a:lnRef>
            <a:fillRef idx="0">
              <a:schemeClr val="dk1"/>
            </a:fillRef>
            <a:effectRef idx="1">
              <a:schemeClr val="dk1"/>
            </a:effectRef>
            <a:fontRef idx="minor">
              <a:schemeClr val="tx1"/>
            </a:fontRef>
          </p:style>
        </p:cxnSp>
        <p:cxnSp>
          <p:nvCxnSpPr>
            <p:cNvPr id="17" name="Straight Connector 16">
              <a:extLst>
                <a:ext uri="{FF2B5EF4-FFF2-40B4-BE49-F238E27FC236}">
                  <a16:creationId xmlns:a16="http://schemas.microsoft.com/office/drawing/2014/main" id="{9FB9FA36-7930-3A7D-2183-1955C32DD764}"/>
                </a:ext>
              </a:extLst>
            </p:cNvPr>
            <p:cNvCxnSpPr>
              <a:cxnSpLocks/>
            </p:cNvCxnSpPr>
            <p:nvPr/>
          </p:nvCxnSpPr>
          <p:spPr>
            <a:xfrm>
              <a:off x="492898" y="1439407"/>
              <a:ext cx="1983950" cy="0"/>
            </a:xfrm>
            <a:prstGeom prst="line">
              <a:avLst/>
            </a:prstGeom>
            <a:ln>
              <a:solidFill>
                <a:schemeClr val="tx1">
                  <a:lumMod val="75000"/>
                  <a:lumOff val="25000"/>
                </a:schemeClr>
              </a:solidFill>
            </a:ln>
            <a:effectLst/>
          </p:spPr>
          <p:style>
            <a:lnRef idx="2">
              <a:schemeClr val="dk1"/>
            </a:lnRef>
            <a:fillRef idx="0">
              <a:schemeClr val="dk1"/>
            </a:fillRef>
            <a:effectRef idx="1">
              <a:schemeClr val="dk1"/>
            </a:effectRef>
            <a:fontRef idx="minor">
              <a:schemeClr val="tx1"/>
            </a:fontRef>
          </p:style>
        </p:cxnSp>
        <p:sp>
          <p:nvSpPr>
            <p:cNvPr id="20" name="Frame_1">
              <a:extLst>
                <a:ext uri="{FF2B5EF4-FFF2-40B4-BE49-F238E27FC236}">
                  <a16:creationId xmlns:a16="http://schemas.microsoft.com/office/drawing/2014/main" id="{4AC92151-5995-4859-68CC-78E6CE6869BB}"/>
                </a:ext>
              </a:extLst>
            </p:cNvPr>
            <p:cNvSpPr>
              <a:spLocks/>
            </p:cNvSpPr>
            <p:nvPr/>
          </p:nvSpPr>
          <p:spPr>
            <a:xfrm>
              <a:off x="434131" y="970155"/>
              <a:ext cx="2101483" cy="1771622"/>
            </a:xfrm>
            <a:prstGeom prst="rect">
              <a:avLst/>
            </a:prstGeom>
            <a:noFill/>
            <a:ln>
              <a:solidFill>
                <a:schemeClr val="tx1"/>
              </a:solid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latin typeface="Times New Roman" panose="02020603050405020304" pitchFamily="18" charset="0"/>
                <a:cs typeface="Times New Roman" panose="02020603050405020304" pitchFamily="18" charset="0"/>
              </a:endParaRPr>
            </a:p>
          </p:txBody>
        </p:sp>
        <p:sp>
          <p:nvSpPr>
            <p:cNvPr id="18" name="Text_Box_1">
              <a:extLst>
                <a:ext uri="{FF2B5EF4-FFF2-40B4-BE49-F238E27FC236}">
                  <a16:creationId xmlns:a16="http://schemas.microsoft.com/office/drawing/2014/main" id="{803B9D5C-AEA0-50B8-ACA5-03A5460B3E37}"/>
                </a:ext>
              </a:extLst>
            </p:cNvPr>
            <p:cNvSpPr>
              <a:spLocks/>
            </p:cNvSpPr>
            <p:nvPr/>
          </p:nvSpPr>
          <p:spPr>
            <a:xfrm>
              <a:off x="434131" y="970155"/>
              <a:ext cx="2101483" cy="1771622"/>
            </a:xfrm>
            <a:prstGeom prst="rect">
              <a:avLst/>
            </a:prstGeom>
            <a:no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tx1"/>
                  </a:solidFill>
                  <a:latin typeface="Times New Roman" panose="02020603050405020304" pitchFamily="18" charset="0"/>
                  <a:cs typeface="Times New Roman" panose="02020603050405020304" pitchFamily="18" charset="0"/>
                </a:rPr>
                <a:t>Problem Definition </a:t>
              </a:r>
              <a:endParaRPr lang="en-US" sz="300" dirty="0">
                <a:solidFill>
                  <a:schemeClr val="tx1"/>
                </a:solidFill>
              </a:endParaRPr>
            </a:p>
            <a:p>
              <a:endParaRPr lang="en-US" sz="100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Start : wed 10/1/25    ID: 1 </a:t>
              </a:r>
            </a:p>
            <a:p>
              <a:pPr algn="ctr"/>
              <a:endParaRPr lang="en-US" sz="1100" dirty="0">
                <a:solidFill>
                  <a:schemeClr val="tx1"/>
                </a:solidFill>
              </a:endParaRPr>
            </a:p>
            <a:p>
              <a:r>
                <a:rPr lang="en-US" sz="1000" dirty="0">
                  <a:solidFill>
                    <a:schemeClr val="tx1"/>
                  </a:solidFill>
                  <a:latin typeface="Times New Roman" panose="02020603050405020304" pitchFamily="18" charset="0"/>
                  <a:cs typeface="Times New Roman" panose="02020603050405020304" pitchFamily="18" charset="0"/>
                </a:rPr>
                <a:t>Finish : sat 11/1/25    Dur :</a:t>
              </a:r>
            </a:p>
            <a:p>
              <a:endParaRPr lang="en-US" sz="1050" dirty="0">
                <a:solidFill>
                  <a:schemeClr val="tx1"/>
                </a:solidFill>
                <a:latin typeface="Times New Roman" panose="02020603050405020304" pitchFamily="18" charset="0"/>
                <a:cs typeface="Times New Roman" panose="02020603050405020304" pitchFamily="18" charset="0"/>
              </a:endParaRPr>
            </a:p>
            <a:p>
              <a:r>
                <a:rPr lang="en-US" sz="1000" dirty="0">
                  <a:solidFill>
                    <a:schemeClr val="tx1"/>
                  </a:solidFill>
                  <a:latin typeface="Times New Roman" panose="02020603050405020304" pitchFamily="18" charset="0"/>
                  <a:cs typeface="Times New Roman" panose="02020603050405020304" pitchFamily="18" charset="0"/>
                </a:rPr>
                <a:t>Res : All students </a:t>
              </a:r>
            </a:p>
          </p:txBody>
        </p:sp>
      </p:grpSp>
      <p:grpSp>
        <p:nvGrpSpPr>
          <p:cNvPr id="13" name="Title">
            <a:extLst>
              <a:ext uri="{FF2B5EF4-FFF2-40B4-BE49-F238E27FC236}">
                <a16:creationId xmlns:a16="http://schemas.microsoft.com/office/drawing/2014/main" id="{17EEC663-720F-A35C-7250-7674EF5D5119}"/>
              </a:ext>
            </a:extLst>
          </p:cNvPr>
          <p:cNvGrpSpPr>
            <a:grpSpLocks noGrp="1" noUngrp="1" noRot="1" noMove="1" noResize="1"/>
          </p:cNvGrpSpPr>
          <p:nvPr/>
        </p:nvGrpSpPr>
        <p:grpSpPr>
          <a:xfrm>
            <a:off x="3583350" y="-5221"/>
            <a:ext cx="5025300" cy="720000"/>
            <a:chOff x="3223350" y="117880"/>
            <a:chExt cx="5025300" cy="720000"/>
          </a:xfrm>
        </p:grpSpPr>
        <p:sp>
          <p:nvSpPr>
            <p:cNvPr id="10" name="TextBox 9">
              <a:extLst>
                <a:ext uri="{FF2B5EF4-FFF2-40B4-BE49-F238E27FC236}">
                  <a16:creationId xmlns:a16="http://schemas.microsoft.com/office/drawing/2014/main" id="{7E19D874-B9CD-271C-2252-E1A27B002B8E}"/>
                </a:ext>
              </a:extLst>
            </p:cNvPr>
            <p:cNvSpPr txBox="1">
              <a:spLocks noGrp="1" noRot="1" noMove="1" noResize="1" noEditPoints="1" noAdjustHandles="1" noChangeArrowheads="1" noChangeShapeType="1"/>
            </p:cNvSpPr>
            <p:nvPr/>
          </p:nvSpPr>
          <p:spPr>
            <a:xfrm>
              <a:off x="3943350" y="186824"/>
              <a:ext cx="4305300" cy="584775"/>
            </a:xfrm>
            <a:prstGeom prst="rect">
              <a:avLst/>
            </a:prstGeom>
            <a:noFill/>
          </p:spPr>
          <p:txBody>
            <a:bodyPr wrap="square" rtlCol="0">
              <a:spAutoFit/>
            </a:bodyPr>
            <a:lstStyle/>
            <a:p>
              <a:pPr lvl="0"/>
              <a:r>
                <a:rPr lang="en-US" sz="3200" dirty="0">
                  <a:latin typeface="Times New Roman" panose="02020603050405020304" pitchFamily="18" charset="0"/>
                  <a:cs typeface="Times New Roman" panose="02020603050405020304" pitchFamily="18" charset="0"/>
                </a:rPr>
                <a:t>NETWORK DIAGRAM</a:t>
              </a:r>
            </a:p>
          </p:txBody>
        </p:sp>
        <p:pic>
          <p:nvPicPr>
            <p:cNvPr id="12" name="Digram" descr="Network diagram with solid fill">
              <a:extLst>
                <a:ext uri="{FF2B5EF4-FFF2-40B4-BE49-F238E27FC236}">
                  <a16:creationId xmlns:a16="http://schemas.microsoft.com/office/drawing/2014/main" id="{7FEE03C7-8112-2A59-1BAE-26C75F4CA61B}"/>
                </a:ext>
              </a:extLst>
            </p:cNvPr>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4"/>
                </a:ext>
              </a:extLst>
            </a:blip>
            <a:stretch>
              <a:fillRect/>
            </a:stretch>
          </p:blipFill>
          <p:spPr>
            <a:xfrm rot="16200000">
              <a:off x="3223350" y="117880"/>
              <a:ext cx="720000" cy="720000"/>
            </a:xfrm>
            <a:prstGeom prst="rect">
              <a:avLst/>
            </a:prstGeom>
          </p:spPr>
        </p:pic>
      </p:grpSp>
      <p:sp>
        <p:nvSpPr>
          <p:cNvPr id="11" name="Slide Number Placeholder 24">
            <a:extLst>
              <a:ext uri="{FF2B5EF4-FFF2-40B4-BE49-F238E27FC236}">
                <a16:creationId xmlns:a16="http://schemas.microsoft.com/office/drawing/2014/main" id="{8010A9CE-6A4D-25DC-8B84-31C359C473A0}"/>
              </a:ext>
            </a:extLst>
          </p:cNvPr>
          <p:cNvSpPr>
            <a:spLocks noGrp="1"/>
          </p:cNvSpPr>
          <p:nvPr>
            <p:ph type="sldNum" sz="quarter" idx="12"/>
          </p:nvPr>
        </p:nvSpPr>
        <p:spPr>
          <a:xfrm>
            <a:off x="11828400" y="6492875"/>
            <a:ext cx="363600" cy="365125"/>
          </a:xfrm>
          <a:gradFill flip="none" rotWithShape="1">
            <a:gsLst>
              <a:gs pos="0">
                <a:schemeClr val="bg1">
                  <a:alpha val="0"/>
                </a:schemeClr>
              </a:gs>
              <a:gs pos="92000">
                <a:schemeClr val="tx1">
                  <a:lumMod val="65000"/>
                  <a:lumOff val="35000"/>
                  <a:alpha val="50000"/>
                </a:schemeClr>
              </a:gs>
            </a:gsLst>
            <a:lin ang="2700000" scaled="1"/>
            <a:tileRect/>
          </a:gradFill>
          <a:ln>
            <a:noFill/>
          </a:ln>
        </p:spPr>
        <p:txBody>
          <a:bodyPr/>
          <a:lstStyle/>
          <a:p>
            <a:fld id="{AD91D796-2600-4CB1-AF8F-6B90FC341573}" type="slidenum">
              <a:rPr lang="en-AS" smtClean="0"/>
              <a:t>10</a:t>
            </a:fld>
            <a:endParaRPr lang="en-AS" dirty="0"/>
          </a:p>
        </p:txBody>
      </p:sp>
      <p:grpSp>
        <p:nvGrpSpPr>
          <p:cNvPr id="93" name="!!Film_Tabe_2">
            <a:extLst>
              <a:ext uri="{FF2B5EF4-FFF2-40B4-BE49-F238E27FC236}">
                <a16:creationId xmlns:a16="http://schemas.microsoft.com/office/drawing/2014/main" id="{EC76DF4B-D8DD-60AF-F2F6-7554C580B0B0}"/>
              </a:ext>
            </a:extLst>
          </p:cNvPr>
          <p:cNvGrpSpPr/>
          <p:nvPr/>
        </p:nvGrpSpPr>
        <p:grpSpPr>
          <a:xfrm rot="14400000">
            <a:off x="-12198446" y="3582445"/>
            <a:ext cx="21467809" cy="1961092"/>
            <a:chOff x="-5996785" y="2448454"/>
            <a:chExt cx="21467809" cy="1961092"/>
          </a:xfrm>
          <a:effectLst>
            <a:outerShdw blurRad="12700" dist="50800" dir="2700000" algn="tl" rotWithShape="0">
              <a:prstClr val="black">
                <a:alpha val="40000"/>
              </a:prstClr>
            </a:outerShdw>
          </a:effectLst>
        </p:grpSpPr>
        <p:grpSp>
          <p:nvGrpSpPr>
            <p:cNvPr id="94" name="Group 93">
              <a:extLst>
                <a:ext uri="{FF2B5EF4-FFF2-40B4-BE49-F238E27FC236}">
                  <a16:creationId xmlns:a16="http://schemas.microsoft.com/office/drawing/2014/main" id="{E3A4391F-2373-28EA-A43C-17956E7D84E2}"/>
                </a:ext>
              </a:extLst>
            </p:cNvPr>
            <p:cNvGrpSpPr/>
            <p:nvPr/>
          </p:nvGrpSpPr>
          <p:grpSpPr>
            <a:xfrm>
              <a:off x="7372077" y="2448455"/>
              <a:ext cx="2738174" cy="1961091"/>
              <a:chOff x="4726913" y="2438401"/>
              <a:chExt cx="2738174" cy="1961091"/>
            </a:xfrm>
          </p:grpSpPr>
          <p:sp>
            <p:nvSpPr>
              <p:cNvPr id="163" name="Graphic 2" descr="Film strip outline">
                <a:extLst>
                  <a:ext uri="{FF2B5EF4-FFF2-40B4-BE49-F238E27FC236}">
                    <a16:creationId xmlns:a16="http://schemas.microsoft.com/office/drawing/2014/main" id="{F48EC880-68A6-356B-2D52-6133E873391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4" name="Straight Connector 163">
                <a:extLst>
                  <a:ext uri="{FF2B5EF4-FFF2-40B4-BE49-F238E27FC236}">
                    <a16:creationId xmlns:a16="http://schemas.microsoft.com/office/drawing/2014/main" id="{156942AE-953C-326C-1257-41B34B9C22B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5" name="TextBox 164">
                <a:extLst>
                  <a:ext uri="{FF2B5EF4-FFF2-40B4-BE49-F238E27FC236}">
                    <a16:creationId xmlns:a16="http://schemas.microsoft.com/office/drawing/2014/main" id="{7AF4BA4D-91BB-2680-067E-A2F736BCD6C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5" name="Group 94">
              <a:extLst>
                <a:ext uri="{FF2B5EF4-FFF2-40B4-BE49-F238E27FC236}">
                  <a16:creationId xmlns:a16="http://schemas.microsoft.com/office/drawing/2014/main" id="{33E48CAE-2E22-2D10-5398-3CDED545BE0B}"/>
                </a:ext>
              </a:extLst>
            </p:cNvPr>
            <p:cNvGrpSpPr/>
            <p:nvPr/>
          </p:nvGrpSpPr>
          <p:grpSpPr>
            <a:xfrm>
              <a:off x="4702657" y="2448455"/>
              <a:ext cx="2738174" cy="1961091"/>
              <a:chOff x="4726913" y="2438401"/>
              <a:chExt cx="2738174" cy="1961091"/>
            </a:xfrm>
          </p:grpSpPr>
          <p:sp>
            <p:nvSpPr>
              <p:cNvPr id="160" name="Graphic 2" descr="Film strip outline">
                <a:extLst>
                  <a:ext uri="{FF2B5EF4-FFF2-40B4-BE49-F238E27FC236}">
                    <a16:creationId xmlns:a16="http://schemas.microsoft.com/office/drawing/2014/main" id="{C199A9E7-9A09-9D0B-CB5E-59C6EFA00C5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1" name="Straight Connector 160">
                <a:extLst>
                  <a:ext uri="{FF2B5EF4-FFF2-40B4-BE49-F238E27FC236}">
                    <a16:creationId xmlns:a16="http://schemas.microsoft.com/office/drawing/2014/main" id="{1C053516-39EC-93E8-212B-B2941187746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2" name="TextBox 161">
                <a:extLst>
                  <a:ext uri="{FF2B5EF4-FFF2-40B4-BE49-F238E27FC236}">
                    <a16:creationId xmlns:a16="http://schemas.microsoft.com/office/drawing/2014/main" id="{0E7E204E-4555-17DC-5F8E-F92E28E167F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6" name="Group 95">
              <a:extLst>
                <a:ext uri="{FF2B5EF4-FFF2-40B4-BE49-F238E27FC236}">
                  <a16:creationId xmlns:a16="http://schemas.microsoft.com/office/drawing/2014/main" id="{FDDDA6C1-D663-CF28-6BAE-A3E6C8A1F780}"/>
                </a:ext>
              </a:extLst>
            </p:cNvPr>
            <p:cNvGrpSpPr/>
            <p:nvPr/>
          </p:nvGrpSpPr>
          <p:grpSpPr>
            <a:xfrm>
              <a:off x="12732850" y="2448455"/>
              <a:ext cx="2738174" cy="1961091"/>
              <a:chOff x="4726913" y="2438401"/>
              <a:chExt cx="2738174" cy="1961091"/>
            </a:xfrm>
          </p:grpSpPr>
          <p:sp>
            <p:nvSpPr>
              <p:cNvPr id="117" name="Graphic 2" descr="Film strip outline">
                <a:extLst>
                  <a:ext uri="{FF2B5EF4-FFF2-40B4-BE49-F238E27FC236}">
                    <a16:creationId xmlns:a16="http://schemas.microsoft.com/office/drawing/2014/main" id="{F8D1D259-AFC1-54BF-0A34-EAC0C710DA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8" name="Straight Connector 117">
                <a:extLst>
                  <a:ext uri="{FF2B5EF4-FFF2-40B4-BE49-F238E27FC236}">
                    <a16:creationId xmlns:a16="http://schemas.microsoft.com/office/drawing/2014/main" id="{B403D466-5CCF-2AE4-B8AE-2BDB2A557D9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9" name="TextBox 158">
                <a:extLst>
                  <a:ext uri="{FF2B5EF4-FFF2-40B4-BE49-F238E27FC236}">
                    <a16:creationId xmlns:a16="http://schemas.microsoft.com/office/drawing/2014/main" id="{F7934E3A-2CF2-1664-AEEC-A3900B96126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7" name="Group 96">
              <a:extLst>
                <a:ext uri="{FF2B5EF4-FFF2-40B4-BE49-F238E27FC236}">
                  <a16:creationId xmlns:a16="http://schemas.microsoft.com/office/drawing/2014/main" id="{68274873-219D-59D4-6E39-3C5B891312E2}"/>
                </a:ext>
              </a:extLst>
            </p:cNvPr>
            <p:cNvGrpSpPr/>
            <p:nvPr/>
          </p:nvGrpSpPr>
          <p:grpSpPr>
            <a:xfrm>
              <a:off x="10063430" y="2448455"/>
              <a:ext cx="2738174" cy="1961091"/>
              <a:chOff x="4726913" y="2438401"/>
              <a:chExt cx="2738174" cy="1961091"/>
            </a:xfrm>
          </p:grpSpPr>
          <p:sp>
            <p:nvSpPr>
              <p:cNvPr id="114" name="Graphic 2" descr="Film strip outline">
                <a:extLst>
                  <a:ext uri="{FF2B5EF4-FFF2-40B4-BE49-F238E27FC236}">
                    <a16:creationId xmlns:a16="http://schemas.microsoft.com/office/drawing/2014/main" id="{720DBFF6-097F-E669-EC48-FB7D3CF4323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5" name="Straight Connector 114">
                <a:extLst>
                  <a:ext uri="{FF2B5EF4-FFF2-40B4-BE49-F238E27FC236}">
                    <a16:creationId xmlns:a16="http://schemas.microsoft.com/office/drawing/2014/main" id="{453A64F5-776C-CD6E-1BBE-315E201D41C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6" name="TextBox 115">
                <a:extLst>
                  <a:ext uri="{FF2B5EF4-FFF2-40B4-BE49-F238E27FC236}">
                    <a16:creationId xmlns:a16="http://schemas.microsoft.com/office/drawing/2014/main" id="{80DCCB5D-C094-888E-719C-A8D4169F46E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8" name="Group 97">
              <a:extLst>
                <a:ext uri="{FF2B5EF4-FFF2-40B4-BE49-F238E27FC236}">
                  <a16:creationId xmlns:a16="http://schemas.microsoft.com/office/drawing/2014/main" id="{6FB606C8-0470-2543-C6F8-30E0389E18DF}"/>
                </a:ext>
              </a:extLst>
            </p:cNvPr>
            <p:cNvGrpSpPr/>
            <p:nvPr/>
          </p:nvGrpSpPr>
          <p:grpSpPr>
            <a:xfrm>
              <a:off x="-3327365" y="2448454"/>
              <a:ext cx="2738174" cy="1961091"/>
              <a:chOff x="4726913" y="2438401"/>
              <a:chExt cx="2738174" cy="1961091"/>
            </a:xfrm>
          </p:grpSpPr>
          <p:sp>
            <p:nvSpPr>
              <p:cNvPr id="111" name="Graphic 2" descr="Film strip outline">
                <a:extLst>
                  <a:ext uri="{FF2B5EF4-FFF2-40B4-BE49-F238E27FC236}">
                    <a16:creationId xmlns:a16="http://schemas.microsoft.com/office/drawing/2014/main" id="{7F2D35FB-3A1B-5886-D9A3-5643D728353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2" name="Straight Connector 111">
                <a:extLst>
                  <a:ext uri="{FF2B5EF4-FFF2-40B4-BE49-F238E27FC236}">
                    <a16:creationId xmlns:a16="http://schemas.microsoft.com/office/drawing/2014/main" id="{E34616DC-910B-8494-1464-4672AD3EFE9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3" name="TextBox 112">
                <a:extLst>
                  <a:ext uri="{FF2B5EF4-FFF2-40B4-BE49-F238E27FC236}">
                    <a16:creationId xmlns:a16="http://schemas.microsoft.com/office/drawing/2014/main" id="{08296853-B006-1D54-5C8D-BB5495DB2F6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9" name="Group 98">
              <a:extLst>
                <a:ext uri="{FF2B5EF4-FFF2-40B4-BE49-F238E27FC236}">
                  <a16:creationId xmlns:a16="http://schemas.microsoft.com/office/drawing/2014/main" id="{A78BE9A4-2FDB-CEFF-57ED-6475F0B54343}"/>
                </a:ext>
              </a:extLst>
            </p:cNvPr>
            <p:cNvGrpSpPr/>
            <p:nvPr/>
          </p:nvGrpSpPr>
          <p:grpSpPr>
            <a:xfrm>
              <a:off x="-5996785" y="2448454"/>
              <a:ext cx="2738174" cy="1961091"/>
              <a:chOff x="4726913" y="2438401"/>
              <a:chExt cx="2738174" cy="1961091"/>
            </a:xfrm>
          </p:grpSpPr>
          <p:sp>
            <p:nvSpPr>
              <p:cNvPr id="108" name="Graphic 2" descr="Film strip outline">
                <a:extLst>
                  <a:ext uri="{FF2B5EF4-FFF2-40B4-BE49-F238E27FC236}">
                    <a16:creationId xmlns:a16="http://schemas.microsoft.com/office/drawing/2014/main" id="{E3504343-E18C-A8DB-12B7-76184E53E33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9" name="Straight Connector 108">
                <a:extLst>
                  <a:ext uri="{FF2B5EF4-FFF2-40B4-BE49-F238E27FC236}">
                    <a16:creationId xmlns:a16="http://schemas.microsoft.com/office/drawing/2014/main" id="{8A1FC0E0-7345-4B91-7C6B-4872610B9C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0" name="TextBox 109">
                <a:extLst>
                  <a:ext uri="{FF2B5EF4-FFF2-40B4-BE49-F238E27FC236}">
                    <a16:creationId xmlns:a16="http://schemas.microsoft.com/office/drawing/2014/main" id="{E28607E2-9CE8-0BD6-E95C-E6F46CC6B7F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0" name="Group 99">
              <a:extLst>
                <a:ext uri="{FF2B5EF4-FFF2-40B4-BE49-F238E27FC236}">
                  <a16:creationId xmlns:a16="http://schemas.microsoft.com/office/drawing/2014/main" id="{D5687278-FDB5-E170-47E7-190D25974C0E}"/>
                </a:ext>
              </a:extLst>
            </p:cNvPr>
            <p:cNvGrpSpPr/>
            <p:nvPr/>
          </p:nvGrpSpPr>
          <p:grpSpPr>
            <a:xfrm>
              <a:off x="2033408" y="2448454"/>
              <a:ext cx="2738174" cy="1961091"/>
              <a:chOff x="4726913" y="2438401"/>
              <a:chExt cx="2738174" cy="1961091"/>
            </a:xfrm>
          </p:grpSpPr>
          <p:sp>
            <p:nvSpPr>
              <p:cNvPr id="105" name="Graphic 2" descr="Film strip outline">
                <a:extLst>
                  <a:ext uri="{FF2B5EF4-FFF2-40B4-BE49-F238E27FC236}">
                    <a16:creationId xmlns:a16="http://schemas.microsoft.com/office/drawing/2014/main" id="{30A303FF-80A0-F1B4-4586-E1DC526A3B5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6" name="Straight Connector 105">
                <a:extLst>
                  <a:ext uri="{FF2B5EF4-FFF2-40B4-BE49-F238E27FC236}">
                    <a16:creationId xmlns:a16="http://schemas.microsoft.com/office/drawing/2014/main" id="{1852ECD4-2E05-AE5E-BC48-034EB881CCC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D4369511-2705-92DB-2ADA-0993E3FDFC4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1" name="Group 100">
              <a:extLst>
                <a:ext uri="{FF2B5EF4-FFF2-40B4-BE49-F238E27FC236}">
                  <a16:creationId xmlns:a16="http://schemas.microsoft.com/office/drawing/2014/main" id="{9F104877-D289-8608-4732-75459AD3A7E0}"/>
                </a:ext>
              </a:extLst>
            </p:cNvPr>
            <p:cNvGrpSpPr/>
            <p:nvPr/>
          </p:nvGrpSpPr>
          <p:grpSpPr>
            <a:xfrm>
              <a:off x="-636012" y="2448454"/>
              <a:ext cx="2738174" cy="1961091"/>
              <a:chOff x="4726913" y="2438401"/>
              <a:chExt cx="2738174" cy="1961091"/>
            </a:xfrm>
          </p:grpSpPr>
          <p:sp>
            <p:nvSpPr>
              <p:cNvPr id="102" name="Graphic 2" descr="Film strip outline">
                <a:extLst>
                  <a:ext uri="{FF2B5EF4-FFF2-40B4-BE49-F238E27FC236}">
                    <a16:creationId xmlns:a16="http://schemas.microsoft.com/office/drawing/2014/main" id="{F2A6B1DE-5893-56F4-647A-FB43A87CD22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3" name="Straight Connector 102">
                <a:extLst>
                  <a:ext uri="{FF2B5EF4-FFF2-40B4-BE49-F238E27FC236}">
                    <a16:creationId xmlns:a16="http://schemas.microsoft.com/office/drawing/2014/main" id="{1DF7DAC9-46F9-4807-44FF-CC001FAC690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C79055C0-D9E6-15C1-36E9-4961C65177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66" name="!!Film_Tabe_1">
            <a:extLst>
              <a:ext uri="{FF2B5EF4-FFF2-40B4-BE49-F238E27FC236}">
                <a16:creationId xmlns:a16="http://schemas.microsoft.com/office/drawing/2014/main" id="{3C1FEED5-1CBB-9EED-2623-4CA2D6FA7ADD}"/>
              </a:ext>
            </a:extLst>
          </p:cNvPr>
          <p:cNvGrpSpPr/>
          <p:nvPr/>
        </p:nvGrpSpPr>
        <p:grpSpPr>
          <a:xfrm rot="14400000">
            <a:off x="2032932" y="-980546"/>
            <a:ext cx="21467809" cy="1961092"/>
            <a:chOff x="-5996785" y="2448454"/>
            <a:chExt cx="21467809" cy="1961092"/>
          </a:xfrm>
          <a:effectLst>
            <a:outerShdw blurRad="12700" dist="50800" dir="2700000" algn="tl" rotWithShape="0">
              <a:schemeClr val="tx1">
                <a:alpha val="40000"/>
              </a:schemeClr>
            </a:outerShdw>
          </a:effectLst>
        </p:grpSpPr>
        <p:grpSp>
          <p:nvGrpSpPr>
            <p:cNvPr id="167" name="Group 166">
              <a:extLst>
                <a:ext uri="{FF2B5EF4-FFF2-40B4-BE49-F238E27FC236}">
                  <a16:creationId xmlns:a16="http://schemas.microsoft.com/office/drawing/2014/main" id="{253977F4-211C-EB6A-6A10-65537377F6FD}"/>
                </a:ext>
              </a:extLst>
            </p:cNvPr>
            <p:cNvGrpSpPr/>
            <p:nvPr/>
          </p:nvGrpSpPr>
          <p:grpSpPr>
            <a:xfrm>
              <a:off x="7372077" y="2448455"/>
              <a:ext cx="2738174" cy="1961091"/>
              <a:chOff x="4726913" y="2438401"/>
              <a:chExt cx="2738174" cy="1961091"/>
            </a:xfrm>
          </p:grpSpPr>
          <p:sp>
            <p:nvSpPr>
              <p:cNvPr id="217" name="Graphic 2" descr="Film strip outline">
                <a:extLst>
                  <a:ext uri="{FF2B5EF4-FFF2-40B4-BE49-F238E27FC236}">
                    <a16:creationId xmlns:a16="http://schemas.microsoft.com/office/drawing/2014/main" id="{3D71E2B3-8185-3BAC-6072-1749349B60C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9" name="Straight Connector 218">
                <a:extLst>
                  <a:ext uri="{FF2B5EF4-FFF2-40B4-BE49-F238E27FC236}">
                    <a16:creationId xmlns:a16="http://schemas.microsoft.com/office/drawing/2014/main" id="{1C3F9AD9-39DD-E991-76A8-83FC8E298FC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0" name="TextBox 219">
                <a:extLst>
                  <a:ext uri="{FF2B5EF4-FFF2-40B4-BE49-F238E27FC236}">
                    <a16:creationId xmlns:a16="http://schemas.microsoft.com/office/drawing/2014/main" id="{6CDCEC52-5001-9DB9-2622-A5421E2C822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8" name="Group 167">
              <a:extLst>
                <a:ext uri="{FF2B5EF4-FFF2-40B4-BE49-F238E27FC236}">
                  <a16:creationId xmlns:a16="http://schemas.microsoft.com/office/drawing/2014/main" id="{92C094EF-134C-DEEE-9A19-5F3BF38AF84C}"/>
                </a:ext>
              </a:extLst>
            </p:cNvPr>
            <p:cNvGrpSpPr/>
            <p:nvPr/>
          </p:nvGrpSpPr>
          <p:grpSpPr>
            <a:xfrm>
              <a:off x="4702657" y="2448455"/>
              <a:ext cx="2738174" cy="1961091"/>
              <a:chOff x="4726913" y="2438401"/>
              <a:chExt cx="2738174" cy="1961091"/>
            </a:xfrm>
          </p:grpSpPr>
          <p:sp>
            <p:nvSpPr>
              <p:cNvPr id="214" name="Graphic 2" descr="Film strip outline">
                <a:extLst>
                  <a:ext uri="{FF2B5EF4-FFF2-40B4-BE49-F238E27FC236}">
                    <a16:creationId xmlns:a16="http://schemas.microsoft.com/office/drawing/2014/main" id="{07687950-37F0-6F42-87F4-0BADCED87B3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5" name="Straight Connector 214">
                <a:extLst>
                  <a:ext uri="{FF2B5EF4-FFF2-40B4-BE49-F238E27FC236}">
                    <a16:creationId xmlns:a16="http://schemas.microsoft.com/office/drawing/2014/main" id="{39A6CD0C-7579-733C-A0AC-BFF0050519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6" name="TextBox 215">
                <a:extLst>
                  <a:ext uri="{FF2B5EF4-FFF2-40B4-BE49-F238E27FC236}">
                    <a16:creationId xmlns:a16="http://schemas.microsoft.com/office/drawing/2014/main" id="{739B7F65-6093-902B-351B-9B9D42FF20F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9" name="Group 178">
              <a:extLst>
                <a:ext uri="{FF2B5EF4-FFF2-40B4-BE49-F238E27FC236}">
                  <a16:creationId xmlns:a16="http://schemas.microsoft.com/office/drawing/2014/main" id="{221F4843-3EF0-2F46-DCFB-A91299613896}"/>
                </a:ext>
              </a:extLst>
            </p:cNvPr>
            <p:cNvGrpSpPr/>
            <p:nvPr/>
          </p:nvGrpSpPr>
          <p:grpSpPr>
            <a:xfrm>
              <a:off x="12732850" y="2448455"/>
              <a:ext cx="2738174" cy="1961091"/>
              <a:chOff x="4726913" y="2438401"/>
              <a:chExt cx="2738174" cy="1961091"/>
            </a:xfrm>
          </p:grpSpPr>
          <p:sp>
            <p:nvSpPr>
              <p:cNvPr id="209" name="Graphic 2" descr="Film strip outline">
                <a:extLst>
                  <a:ext uri="{FF2B5EF4-FFF2-40B4-BE49-F238E27FC236}">
                    <a16:creationId xmlns:a16="http://schemas.microsoft.com/office/drawing/2014/main" id="{430F0889-EED7-6DD5-CE7C-A4B6AD39F02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1" name="Straight Connector 210">
                <a:extLst>
                  <a:ext uri="{FF2B5EF4-FFF2-40B4-BE49-F238E27FC236}">
                    <a16:creationId xmlns:a16="http://schemas.microsoft.com/office/drawing/2014/main" id="{A89BC657-6DC0-DE62-5F92-A994F37F2CA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2" name="TextBox 211">
                <a:extLst>
                  <a:ext uri="{FF2B5EF4-FFF2-40B4-BE49-F238E27FC236}">
                    <a16:creationId xmlns:a16="http://schemas.microsoft.com/office/drawing/2014/main" id="{1BD3ADBF-1EC8-2931-1538-99FF91E340C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1" name="Group 180">
              <a:extLst>
                <a:ext uri="{FF2B5EF4-FFF2-40B4-BE49-F238E27FC236}">
                  <a16:creationId xmlns:a16="http://schemas.microsoft.com/office/drawing/2014/main" id="{931E9BD6-4313-2B48-F723-5BF5F1C5EBA8}"/>
                </a:ext>
              </a:extLst>
            </p:cNvPr>
            <p:cNvGrpSpPr/>
            <p:nvPr/>
          </p:nvGrpSpPr>
          <p:grpSpPr>
            <a:xfrm>
              <a:off x="10063430" y="2448455"/>
              <a:ext cx="2738174" cy="1961091"/>
              <a:chOff x="4726913" y="2438401"/>
              <a:chExt cx="2738174" cy="1961091"/>
            </a:xfrm>
          </p:grpSpPr>
          <p:sp>
            <p:nvSpPr>
              <p:cNvPr id="206" name="Graphic 2" descr="Film strip outline">
                <a:extLst>
                  <a:ext uri="{FF2B5EF4-FFF2-40B4-BE49-F238E27FC236}">
                    <a16:creationId xmlns:a16="http://schemas.microsoft.com/office/drawing/2014/main" id="{DAA015C6-4B6B-42C6-37CE-2E4853D6543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7" name="Straight Connector 206">
                <a:extLst>
                  <a:ext uri="{FF2B5EF4-FFF2-40B4-BE49-F238E27FC236}">
                    <a16:creationId xmlns:a16="http://schemas.microsoft.com/office/drawing/2014/main" id="{A0C9E93A-2BB0-76C4-80EB-83ED18B18F6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8" name="TextBox 207">
                <a:extLst>
                  <a:ext uri="{FF2B5EF4-FFF2-40B4-BE49-F238E27FC236}">
                    <a16:creationId xmlns:a16="http://schemas.microsoft.com/office/drawing/2014/main" id="{C057AA48-4FC3-55CA-FC09-E4A59930935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4" name="Group 183">
              <a:extLst>
                <a:ext uri="{FF2B5EF4-FFF2-40B4-BE49-F238E27FC236}">
                  <a16:creationId xmlns:a16="http://schemas.microsoft.com/office/drawing/2014/main" id="{7013E768-E317-173A-2245-728857786405}"/>
                </a:ext>
              </a:extLst>
            </p:cNvPr>
            <p:cNvGrpSpPr/>
            <p:nvPr/>
          </p:nvGrpSpPr>
          <p:grpSpPr>
            <a:xfrm>
              <a:off x="-3327365" y="2448454"/>
              <a:ext cx="2738174" cy="1961091"/>
              <a:chOff x="4726913" y="2438401"/>
              <a:chExt cx="2738174" cy="1961091"/>
            </a:xfrm>
          </p:grpSpPr>
          <p:sp>
            <p:nvSpPr>
              <p:cNvPr id="202" name="Graphic 2" descr="Film strip outline">
                <a:extLst>
                  <a:ext uri="{FF2B5EF4-FFF2-40B4-BE49-F238E27FC236}">
                    <a16:creationId xmlns:a16="http://schemas.microsoft.com/office/drawing/2014/main" id="{ABC8C201-55B8-15DD-BF17-AACA14AE53A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4" name="Straight Connector 203">
                <a:extLst>
                  <a:ext uri="{FF2B5EF4-FFF2-40B4-BE49-F238E27FC236}">
                    <a16:creationId xmlns:a16="http://schemas.microsoft.com/office/drawing/2014/main" id="{590F5F48-87BA-BD69-CD42-7ADC2FC623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8DF33EE4-65CF-48D9-1F17-59063574FD0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5" name="Group 184">
              <a:extLst>
                <a:ext uri="{FF2B5EF4-FFF2-40B4-BE49-F238E27FC236}">
                  <a16:creationId xmlns:a16="http://schemas.microsoft.com/office/drawing/2014/main" id="{35EC447F-D1EF-E81C-FBE9-EB96BBF59C76}"/>
                </a:ext>
              </a:extLst>
            </p:cNvPr>
            <p:cNvGrpSpPr/>
            <p:nvPr/>
          </p:nvGrpSpPr>
          <p:grpSpPr>
            <a:xfrm>
              <a:off x="-5996785" y="2448454"/>
              <a:ext cx="2738174" cy="1961091"/>
              <a:chOff x="4726913" y="2438401"/>
              <a:chExt cx="2738174" cy="1961091"/>
            </a:xfrm>
          </p:grpSpPr>
          <p:sp>
            <p:nvSpPr>
              <p:cNvPr id="198" name="Graphic 2" descr="Film strip outline">
                <a:extLst>
                  <a:ext uri="{FF2B5EF4-FFF2-40B4-BE49-F238E27FC236}">
                    <a16:creationId xmlns:a16="http://schemas.microsoft.com/office/drawing/2014/main" id="{0367ED5D-9193-45F8-94A3-8E9298865C9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9" name="Straight Connector 198">
                <a:extLst>
                  <a:ext uri="{FF2B5EF4-FFF2-40B4-BE49-F238E27FC236}">
                    <a16:creationId xmlns:a16="http://schemas.microsoft.com/office/drawing/2014/main" id="{981DA2B0-8C7B-FC20-935A-2DEAE9A89D1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1" name="TextBox 200">
                <a:extLst>
                  <a:ext uri="{FF2B5EF4-FFF2-40B4-BE49-F238E27FC236}">
                    <a16:creationId xmlns:a16="http://schemas.microsoft.com/office/drawing/2014/main" id="{16E60011-DFE7-49F6-0BFE-CE06A0FDE0D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7" name="Group 186">
              <a:extLst>
                <a:ext uri="{FF2B5EF4-FFF2-40B4-BE49-F238E27FC236}">
                  <a16:creationId xmlns:a16="http://schemas.microsoft.com/office/drawing/2014/main" id="{039C96CC-8029-6BEC-A354-92A9EA010D19}"/>
                </a:ext>
              </a:extLst>
            </p:cNvPr>
            <p:cNvGrpSpPr/>
            <p:nvPr/>
          </p:nvGrpSpPr>
          <p:grpSpPr>
            <a:xfrm>
              <a:off x="2033408" y="2448454"/>
              <a:ext cx="2738174" cy="1961091"/>
              <a:chOff x="4726913" y="2438401"/>
              <a:chExt cx="2738174" cy="1961091"/>
            </a:xfrm>
          </p:grpSpPr>
          <p:sp>
            <p:nvSpPr>
              <p:cNvPr id="193" name="Graphic 2" descr="Film strip outline">
                <a:extLst>
                  <a:ext uri="{FF2B5EF4-FFF2-40B4-BE49-F238E27FC236}">
                    <a16:creationId xmlns:a16="http://schemas.microsoft.com/office/drawing/2014/main" id="{7EF4F46E-4AD0-0C02-B142-E68E43FEFA4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5" name="Straight Connector 194">
                <a:extLst>
                  <a:ext uri="{FF2B5EF4-FFF2-40B4-BE49-F238E27FC236}">
                    <a16:creationId xmlns:a16="http://schemas.microsoft.com/office/drawing/2014/main" id="{7233CB64-EDD4-8856-FBB0-4851DEBC6D4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6" name="TextBox 195">
                <a:extLst>
                  <a:ext uri="{FF2B5EF4-FFF2-40B4-BE49-F238E27FC236}">
                    <a16:creationId xmlns:a16="http://schemas.microsoft.com/office/drawing/2014/main" id="{E1D8BC23-70BD-3222-3E27-EB2CA709586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8" name="Group 187">
              <a:extLst>
                <a:ext uri="{FF2B5EF4-FFF2-40B4-BE49-F238E27FC236}">
                  <a16:creationId xmlns:a16="http://schemas.microsoft.com/office/drawing/2014/main" id="{367DBACA-A7BB-F74D-C2E4-14D1CE032A81}"/>
                </a:ext>
              </a:extLst>
            </p:cNvPr>
            <p:cNvGrpSpPr/>
            <p:nvPr/>
          </p:nvGrpSpPr>
          <p:grpSpPr>
            <a:xfrm>
              <a:off x="-636012" y="2448454"/>
              <a:ext cx="2738174" cy="1961091"/>
              <a:chOff x="4726913" y="2438401"/>
              <a:chExt cx="2738174" cy="1961091"/>
            </a:xfrm>
          </p:grpSpPr>
          <p:sp>
            <p:nvSpPr>
              <p:cNvPr id="190" name="Graphic 2" descr="Film strip outline">
                <a:extLst>
                  <a:ext uri="{FF2B5EF4-FFF2-40B4-BE49-F238E27FC236}">
                    <a16:creationId xmlns:a16="http://schemas.microsoft.com/office/drawing/2014/main" id="{89082FF1-D790-A38C-0E95-E492ADF03CB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1" name="Straight Connector 190">
                <a:extLst>
                  <a:ext uri="{FF2B5EF4-FFF2-40B4-BE49-F238E27FC236}">
                    <a16:creationId xmlns:a16="http://schemas.microsoft.com/office/drawing/2014/main" id="{F7BA5846-FDC7-D0C2-9F44-E5BCDE9D589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2" name="TextBox 191">
                <a:extLst>
                  <a:ext uri="{FF2B5EF4-FFF2-40B4-BE49-F238E27FC236}">
                    <a16:creationId xmlns:a16="http://schemas.microsoft.com/office/drawing/2014/main" id="{66957E58-BCDF-031B-194E-1F8E96715EC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7" name="Group 6">
            <a:extLst>
              <a:ext uri="{FF2B5EF4-FFF2-40B4-BE49-F238E27FC236}">
                <a16:creationId xmlns:a16="http://schemas.microsoft.com/office/drawing/2014/main" id="{B56138FF-0FCF-DA73-7B19-07F38C1523E0}"/>
              </a:ext>
            </a:extLst>
          </p:cNvPr>
          <p:cNvGrpSpPr/>
          <p:nvPr/>
        </p:nvGrpSpPr>
        <p:grpSpPr>
          <a:xfrm rot="5400000">
            <a:off x="5886486" y="-8360361"/>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 name="Graphic 37" descr="Film strip outline">
              <a:extLst>
                <a:ext uri="{FF2B5EF4-FFF2-40B4-BE49-F238E27FC236}">
                  <a16:creationId xmlns:a16="http://schemas.microsoft.com/office/drawing/2014/main" id="{F24BDC32-4F98-32B5-E69A-29A4BEC1AB69}"/>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 name="Graphic 37" descr="Film strip outline">
              <a:extLst>
                <a:ext uri="{FF2B5EF4-FFF2-40B4-BE49-F238E27FC236}">
                  <a16:creationId xmlns:a16="http://schemas.microsoft.com/office/drawing/2014/main" id="{C16AF7DF-5080-95D0-1448-837C1CB1A4D3}"/>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4" name="Graphic 37" descr="Film strip outline">
              <a:extLst>
                <a:ext uri="{FF2B5EF4-FFF2-40B4-BE49-F238E27FC236}">
                  <a16:creationId xmlns:a16="http://schemas.microsoft.com/office/drawing/2014/main" id="{A271E788-D8CB-458E-E490-0605A8A6FF8C}"/>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5" name="Graphic 37" descr="Film strip outline">
              <a:extLst>
                <a:ext uri="{FF2B5EF4-FFF2-40B4-BE49-F238E27FC236}">
                  <a16:creationId xmlns:a16="http://schemas.microsoft.com/office/drawing/2014/main" id="{4A3F0E19-65E0-9352-AE04-871AADA7600E}"/>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 name="Freeform: Shape 1">
            <a:extLst>
              <a:ext uri="{FF2B5EF4-FFF2-40B4-BE49-F238E27FC236}">
                <a16:creationId xmlns:a16="http://schemas.microsoft.com/office/drawing/2014/main" id="{460AD162-B229-C1F9-F52B-298070D2B6B0}"/>
              </a:ext>
            </a:extLst>
          </p:cNvPr>
          <p:cNvSpPr/>
          <p:nvPr/>
        </p:nvSpPr>
        <p:spPr>
          <a:xfrm>
            <a:off x="126452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3" name="Rectangle 2">
            <a:extLst>
              <a:ext uri="{FF2B5EF4-FFF2-40B4-BE49-F238E27FC236}">
                <a16:creationId xmlns:a16="http://schemas.microsoft.com/office/drawing/2014/main" id="{AAD22C47-C6C6-D0D1-3CF1-B9CBD30B709F}"/>
              </a:ext>
            </a:extLst>
          </p:cNvPr>
          <p:cNvSpPr/>
          <p:nvPr/>
        </p:nvSpPr>
        <p:spPr>
          <a:xfrm>
            <a:off x="143218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 name="Rectangle 3">
            <a:extLst>
              <a:ext uri="{FF2B5EF4-FFF2-40B4-BE49-F238E27FC236}">
                <a16:creationId xmlns:a16="http://schemas.microsoft.com/office/drawing/2014/main" id="{106CCDA5-F665-D9E8-4C63-BB4EFA9B7516}"/>
              </a:ext>
            </a:extLst>
          </p:cNvPr>
          <p:cNvSpPr>
            <a:spLocks/>
          </p:cNvSpPr>
          <p:nvPr/>
        </p:nvSpPr>
        <p:spPr>
          <a:xfrm>
            <a:off x="143218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5" name="Rectangle 4">
            <a:extLst>
              <a:ext uri="{FF2B5EF4-FFF2-40B4-BE49-F238E27FC236}">
                <a16:creationId xmlns:a16="http://schemas.microsoft.com/office/drawing/2014/main" id="{8E2262E3-13A7-8A4E-43A6-932CA63D80F6}"/>
              </a:ext>
            </a:extLst>
          </p:cNvPr>
          <p:cNvSpPr>
            <a:spLocks/>
          </p:cNvSpPr>
          <p:nvPr/>
        </p:nvSpPr>
        <p:spPr>
          <a:xfrm>
            <a:off x="143218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 name="Rectangle 5">
            <a:extLst>
              <a:ext uri="{FF2B5EF4-FFF2-40B4-BE49-F238E27FC236}">
                <a16:creationId xmlns:a16="http://schemas.microsoft.com/office/drawing/2014/main" id="{29FF04EC-DE13-BFA0-F578-3F8E64B8F4A9}"/>
              </a:ext>
            </a:extLst>
          </p:cNvPr>
          <p:cNvSpPr>
            <a:spLocks/>
          </p:cNvSpPr>
          <p:nvPr/>
        </p:nvSpPr>
        <p:spPr>
          <a:xfrm>
            <a:off x="143218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 name="Rectangle 18">
            <a:extLst>
              <a:ext uri="{FF2B5EF4-FFF2-40B4-BE49-F238E27FC236}">
                <a16:creationId xmlns:a16="http://schemas.microsoft.com/office/drawing/2014/main" id="{48A697AB-E1F4-0428-E787-D0574D76F00C}"/>
              </a:ext>
            </a:extLst>
          </p:cNvPr>
          <p:cNvSpPr>
            <a:spLocks/>
          </p:cNvSpPr>
          <p:nvPr/>
        </p:nvSpPr>
        <p:spPr>
          <a:xfrm>
            <a:off x="143218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D5AD8869-0364-A528-EC7E-8FA12F953B44}"/>
              </a:ext>
            </a:extLst>
          </p:cNvPr>
          <p:cNvSpPr>
            <a:spLocks/>
          </p:cNvSpPr>
          <p:nvPr/>
        </p:nvSpPr>
        <p:spPr>
          <a:xfrm>
            <a:off x="143218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5" name="Rectangle 24">
            <a:extLst>
              <a:ext uri="{FF2B5EF4-FFF2-40B4-BE49-F238E27FC236}">
                <a16:creationId xmlns:a16="http://schemas.microsoft.com/office/drawing/2014/main" id="{FEC122F4-76E1-2F38-35CC-9E12B4AB4CCE}"/>
              </a:ext>
            </a:extLst>
          </p:cNvPr>
          <p:cNvSpPr/>
          <p:nvPr/>
        </p:nvSpPr>
        <p:spPr>
          <a:xfrm>
            <a:off x="134095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6" name="Rectangle 25">
            <a:extLst>
              <a:ext uri="{FF2B5EF4-FFF2-40B4-BE49-F238E27FC236}">
                <a16:creationId xmlns:a16="http://schemas.microsoft.com/office/drawing/2014/main" id="{BC9EF24F-18EA-2592-9ABB-C915D9F7C9E1}"/>
              </a:ext>
            </a:extLst>
          </p:cNvPr>
          <p:cNvSpPr/>
          <p:nvPr/>
        </p:nvSpPr>
        <p:spPr>
          <a:xfrm>
            <a:off x="134095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5860C4DF-9FFB-D21C-D01D-55454B4C998F}"/>
              </a:ext>
            </a:extLst>
          </p:cNvPr>
          <p:cNvSpPr/>
          <p:nvPr/>
        </p:nvSpPr>
        <p:spPr>
          <a:xfrm>
            <a:off x="134095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4" name="Rectangle 33">
            <a:extLst>
              <a:ext uri="{FF2B5EF4-FFF2-40B4-BE49-F238E27FC236}">
                <a16:creationId xmlns:a16="http://schemas.microsoft.com/office/drawing/2014/main" id="{AD70D2A4-F186-437A-08F4-028F70B713A3}"/>
              </a:ext>
            </a:extLst>
          </p:cNvPr>
          <p:cNvSpPr/>
          <p:nvPr/>
        </p:nvSpPr>
        <p:spPr>
          <a:xfrm>
            <a:off x="134095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0" name="Rectangle 39">
            <a:extLst>
              <a:ext uri="{FF2B5EF4-FFF2-40B4-BE49-F238E27FC236}">
                <a16:creationId xmlns:a16="http://schemas.microsoft.com/office/drawing/2014/main" id="{AE5C36CD-5453-730B-6822-8764E5C2710D}"/>
              </a:ext>
            </a:extLst>
          </p:cNvPr>
          <p:cNvSpPr/>
          <p:nvPr/>
        </p:nvSpPr>
        <p:spPr>
          <a:xfrm>
            <a:off x="134095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1" name="Freeform: Shape 40">
            <a:extLst>
              <a:ext uri="{FF2B5EF4-FFF2-40B4-BE49-F238E27FC236}">
                <a16:creationId xmlns:a16="http://schemas.microsoft.com/office/drawing/2014/main" id="{2922BF7C-3EFC-5D0F-19DE-96F94FD021AF}"/>
              </a:ext>
            </a:extLst>
          </p:cNvPr>
          <p:cNvSpPr/>
          <p:nvPr/>
        </p:nvSpPr>
        <p:spPr>
          <a:xfrm>
            <a:off x="133424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4" name="Freeform: Shape 43">
            <a:extLst>
              <a:ext uri="{FF2B5EF4-FFF2-40B4-BE49-F238E27FC236}">
                <a16:creationId xmlns:a16="http://schemas.microsoft.com/office/drawing/2014/main" id="{8F3CC75F-F1D4-7C20-481D-71F295BB4911}"/>
              </a:ext>
            </a:extLst>
          </p:cNvPr>
          <p:cNvSpPr/>
          <p:nvPr/>
        </p:nvSpPr>
        <p:spPr>
          <a:xfrm>
            <a:off x="133424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5" name="Rectangle 44">
            <a:extLst>
              <a:ext uri="{FF2B5EF4-FFF2-40B4-BE49-F238E27FC236}">
                <a16:creationId xmlns:a16="http://schemas.microsoft.com/office/drawing/2014/main" id="{5FA9593B-BE72-6F43-FD5D-A975769A39A1}"/>
              </a:ext>
            </a:extLst>
          </p:cNvPr>
          <p:cNvSpPr/>
          <p:nvPr/>
        </p:nvSpPr>
        <p:spPr>
          <a:xfrm>
            <a:off x="143218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33251858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130"/>
                                        <p:tgtEl>
                                          <p:spTgt spid="30"/>
                                        </p:tgtEl>
                                      </p:cBhvr>
                                    </p:animEffect>
                                  </p:childTnLst>
                                </p:cTn>
                              </p:par>
                            </p:childTnLst>
                          </p:cTn>
                        </p:par>
                        <p:par>
                          <p:cTn id="8" fill="hold">
                            <p:stCondLst>
                              <p:cond delay="130"/>
                            </p:stCondLst>
                            <p:childTnLst>
                              <p:par>
                                <p:cTn id="9" presetID="22" presetClass="entr" presetSubtype="8" fill="hold" nodeType="afterEffect">
                                  <p:stCondLst>
                                    <p:cond delay="0"/>
                                  </p:stCondLst>
                                  <p:childTnLst>
                                    <p:set>
                                      <p:cBhvr>
                                        <p:cTn id="10" dur="1" fill="hold">
                                          <p:stCondLst>
                                            <p:cond delay="0"/>
                                          </p:stCondLst>
                                        </p:cTn>
                                        <p:tgtEl>
                                          <p:spTgt spid="180"/>
                                        </p:tgtEl>
                                        <p:attrNameLst>
                                          <p:attrName>style.visibility</p:attrName>
                                        </p:attrNameLst>
                                      </p:cBhvr>
                                      <p:to>
                                        <p:strVal val="visible"/>
                                      </p:to>
                                    </p:set>
                                    <p:animEffect transition="in" filter="wipe(left)">
                                      <p:cBhvr>
                                        <p:cTn id="11" dur="130"/>
                                        <p:tgtEl>
                                          <p:spTgt spid="180"/>
                                        </p:tgtEl>
                                      </p:cBhvr>
                                    </p:animEffect>
                                  </p:childTnLst>
                                </p:cTn>
                              </p:par>
                            </p:childTnLst>
                          </p:cTn>
                        </p:par>
                        <p:par>
                          <p:cTn id="12" fill="hold">
                            <p:stCondLst>
                              <p:cond delay="260"/>
                            </p:stCondLst>
                            <p:childTnLst>
                              <p:par>
                                <p:cTn id="13" presetID="22" presetClass="entr" presetSubtype="8" fill="hold" nodeType="after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wipe(left)">
                                      <p:cBhvr>
                                        <p:cTn id="15" dur="130"/>
                                        <p:tgtEl>
                                          <p:spTgt spid="35"/>
                                        </p:tgtEl>
                                      </p:cBhvr>
                                    </p:animEffect>
                                  </p:childTnLst>
                                </p:cTn>
                              </p:par>
                            </p:childTnLst>
                          </p:cTn>
                        </p:par>
                        <p:par>
                          <p:cTn id="16" fill="hold">
                            <p:stCondLst>
                              <p:cond delay="390"/>
                            </p:stCondLst>
                            <p:childTnLst>
                              <p:par>
                                <p:cTn id="17" presetID="22" presetClass="entr" presetSubtype="8" fill="hold" nodeType="afterEffect">
                                  <p:stCondLst>
                                    <p:cond delay="0"/>
                                  </p:stCondLst>
                                  <p:childTnLst>
                                    <p:set>
                                      <p:cBhvr>
                                        <p:cTn id="18" dur="1" fill="hold">
                                          <p:stCondLst>
                                            <p:cond delay="0"/>
                                          </p:stCondLst>
                                        </p:cTn>
                                        <p:tgtEl>
                                          <p:spTgt spid="182"/>
                                        </p:tgtEl>
                                        <p:attrNameLst>
                                          <p:attrName>style.visibility</p:attrName>
                                        </p:attrNameLst>
                                      </p:cBhvr>
                                      <p:to>
                                        <p:strVal val="visible"/>
                                      </p:to>
                                    </p:set>
                                    <p:animEffect transition="in" filter="wipe(left)">
                                      <p:cBhvr>
                                        <p:cTn id="19" dur="130"/>
                                        <p:tgtEl>
                                          <p:spTgt spid="182"/>
                                        </p:tgtEl>
                                      </p:cBhvr>
                                    </p:animEffect>
                                  </p:childTnLst>
                                </p:cTn>
                              </p:par>
                            </p:childTnLst>
                          </p:cTn>
                        </p:par>
                        <p:par>
                          <p:cTn id="20" fill="hold">
                            <p:stCondLst>
                              <p:cond delay="520"/>
                            </p:stCondLst>
                            <p:childTnLst>
                              <p:par>
                                <p:cTn id="21" presetID="22" presetClass="entr" presetSubtype="8" fill="hold" nodeType="afterEffect">
                                  <p:stCondLst>
                                    <p:cond delay="0"/>
                                  </p:stCondLst>
                                  <p:childTnLst>
                                    <p:set>
                                      <p:cBhvr>
                                        <p:cTn id="22" dur="1" fill="hold">
                                          <p:stCondLst>
                                            <p:cond delay="0"/>
                                          </p:stCondLst>
                                        </p:cTn>
                                        <p:tgtEl>
                                          <p:spTgt spid="53"/>
                                        </p:tgtEl>
                                        <p:attrNameLst>
                                          <p:attrName>style.visibility</p:attrName>
                                        </p:attrNameLst>
                                      </p:cBhvr>
                                      <p:to>
                                        <p:strVal val="visible"/>
                                      </p:to>
                                    </p:set>
                                    <p:animEffect transition="in" filter="wipe(left)">
                                      <p:cBhvr>
                                        <p:cTn id="23" dur="130"/>
                                        <p:tgtEl>
                                          <p:spTgt spid="53"/>
                                        </p:tgtEl>
                                      </p:cBhvr>
                                    </p:animEffect>
                                  </p:childTnLst>
                                </p:cTn>
                              </p:par>
                            </p:childTnLst>
                          </p:cTn>
                        </p:par>
                        <p:par>
                          <p:cTn id="24" fill="hold">
                            <p:stCondLst>
                              <p:cond delay="650"/>
                            </p:stCondLst>
                            <p:childTnLst>
                              <p:par>
                                <p:cTn id="25" presetID="22" presetClass="entr" presetSubtype="8" fill="hold" nodeType="afterEffect">
                                  <p:stCondLst>
                                    <p:cond delay="0"/>
                                  </p:stCondLst>
                                  <p:childTnLst>
                                    <p:set>
                                      <p:cBhvr>
                                        <p:cTn id="26" dur="1" fill="hold">
                                          <p:stCondLst>
                                            <p:cond delay="0"/>
                                          </p:stCondLst>
                                        </p:cTn>
                                        <p:tgtEl>
                                          <p:spTgt spid="183"/>
                                        </p:tgtEl>
                                        <p:attrNameLst>
                                          <p:attrName>style.visibility</p:attrName>
                                        </p:attrNameLst>
                                      </p:cBhvr>
                                      <p:to>
                                        <p:strVal val="visible"/>
                                      </p:to>
                                    </p:set>
                                    <p:animEffect transition="in" filter="wipe(left)">
                                      <p:cBhvr>
                                        <p:cTn id="27" dur="130"/>
                                        <p:tgtEl>
                                          <p:spTgt spid="183"/>
                                        </p:tgtEl>
                                      </p:cBhvr>
                                    </p:animEffect>
                                  </p:childTnLst>
                                </p:cTn>
                              </p:par>
                            </p:childTnLst>
                          </p:cTn>
                        </p:par>
                        <p:par>
                          <p:cTn id="28" fill="hold">
                            <p:stCondLst>
                              <p:cond delay="780"/>
                            </p:stCondLst>
                            <p:childTnLst>
                              <p:par>
                                <p:cTn id="29" presetID="22" presetClass="entr" presetSubtype="8" fill="hold" nodeType="after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wipe(left)">
                                      <p:cBhvr>
                                        <p:cTn id="31" dur="130"/>
                                        <p:tgtEl>
                                          <p:spTgt spid="58"/>
                                        </p:tgtEl>
                                      </p:cBhvr>
                                    </p:animEffect>
                                  </p:childTnLst>
                                </p:cTn>
                              </p:par>
                            </p:childTnLst>
                          </p:cTn>
                        </p:par>
                        <p:par>
                          <p:cTn id="32" fill="hold">
                            <p:stCondLst>
                              <p:cond delay="910"/>
                            </p:stCondLst>
                            <p:childTnLst>
                              <p:par>
                                <p:cTn id="33" presetID="22" presetClass="entr" presetSubtype="8" fill="hold" nodeType="afterEffect">
                                  <p:stCondLst>
                                    <p:cond delay="0"/>
                                  </p:stCondLst>
                                  <p:childTnLst>
                                    <p:set>
                                      <p:cBhvr>
                                        <p:cTn id="34" dur="1" fill="hold">
                                          <p:stCondLst>
                                            <p:cond delay="0"/>
                                          </p:stCondLst>
                                        </p:cTn>
                                        <p:tgtEl>
                                          <p:spTgt spid="186"/>
                                        </p:tgtEl>
                                        <p:attrNameLst>
                                          <p:attrName>style.visibility</p:attrName>
                                        </p:attrNameLst>
                                      </p:cBhvr>
                                      <p:to>
                                        <p:strVal val="visible"/>
                                      </p:to>
                                    </p:set>
                                    <p:animEffect transition="in" filter="wipe(left)">
                                      <p:cBhvr>
                                        <p:cTn id="35" dur="130"/>
                                        <p:tgtEl>
                                          <p:spTgt spid="186"/>
                                        </p:tgtEl>
                                      </p:cBhvr>
                                    </p:animEffect>
                                  </p:childTnLst>
                                </p:cTn>
                              </p:par>
                            </p:childTnLst>
                          </p:cTn>
                        </p:par>
                        <p:par>
                          <p:cTn id="36" fill="hold">
                            <p:stCondLst>
                              <p:cond delay="1040"/>
                            </p:stCondLst>
                            <p:childTnLst>
                              <p:par>
                                <p:cTn id="37" presetID="22" presetClass="entr" presetSubtype="8" fill="hold" nodeType="afterEffect">
                                  <p:stCondLst>
                                    <p:cond delay="0"/>
                                  </p:stCondLst>
                                  <p:childTnLst>
                                    <p:set>
                                      <p:cBhvr>
                                        <p:cTn id="38" dur="1" fill="hold">
                                          <p:stCondLst>
                                            <p:cond delay="0"/>
                                          </p:stCondLst>
                                        </p:cTn>
                                        <p:tgtEl>
                                          <p:spTgt spid="119"/>
                                        </p:tgtEl>
                                        <p:attrNameLst>
                                          <p:attrName>style.visibility</p:attrName>
                                        </p:attrNameLst>
                                      </p:cBhvr>
                                      <p:to>
                                        <p:strVal val="visible"/>
                                      </p:to>
                                    </p:set>
                                    <p:animEffect transition="in" filter="wipe(left)">
                                      <p:cBhvr>
                                        <p:cTn id="39" dur="130"/>
                                        <p:tgtEl>
                                          <p:spTgt spid="119"/>
                                        </p:tgtEl>
                                      </p:cBhvr>
                                    </p:animEffect>
                                  </p:childTnLst>
                                </p:cTn>
                              </p:par>
                            </p:childTnLst>
                          </p:cTn>
                        </p:par>
                        <p:par>
                          <p:cTn id="40" fill="hold">
                            <p:stCondLst>
                              <p:cond delay="1170"/>
                            </p:stCondLst>
                            <p:childTnLst>
                              <p:par>
                                <p:cTn id="41" presetID="22" presetClass="entr" presetSubtype="1" fill="hold" nodeType="afterEffect">
                                  <p:stCondLst>
                                    <p:cond delay="0"/>
                                  </p:stCondLst>
                                  <p:childTnLst>
                                    <p:set>
                                      <p:cBhvr>
                                        <p:cTn id="42" dur="1" fill="hold">
                                          <p:stCondLst>
                                            <p:cond delay="0"/>
                                          </p:stCondLst>
                                        </p:cTn>
                                        <p:tgtEl>
                                          <p:spTgt spid="189"/>
                                        </p:tgtEl>
                                        <p:attrNameLst>
                                          <p:attrName>style.visibility</p:attrName>
                                        </p:attrNameLst>
                                      </p:cBhvr>
                                      <p:to>
                                        <p:strVal val="visible"/>
                                      </p:to>
                                    </p:set>
                                    <p:animEffect transition="in" filter="wipe(up)">
                                      <p:cBhvr>
                                        <p:cTn id="43" dur="130"/>
                                        <p:tgtEl>
                                          <p:spTgt spid="189"/>
                                        </p:tgtEl>
                                      </p:cBhvr>
                                    </p:animEffect>
                                  </p:childTnLst>
                                </p:cTn>
                              </p:par>
                            </p:childTnLst>
                          </p:cTn>
                        </p:par>
                        <p:par>
                          <p:cTn id="44" fill="hold">
                            <p:stCondLst>
                              <p:cond delay="1300"/>
                            </p:stCondLst>
                            <p:childTnLst>
                              <p:par>
                                <p:cTn id="45" presetID="22" presetClass="entr" presetSubtype="1" fill="hold" nodeType="afterEffect">
                                  <p:stCondLst>
                                    <p:cond delay="0"/>
                                  </p:stCondLst>
                                  <p:childTnLst>
                                    <p:set>
                                      <p:cBhvr>
                                        <p:cTn id="46" dur="1" fill="hold">
                                          <p:stCondLst>
                                            <p:cond delay="0"/>
                                          </p:stCondLst>
                                        </p:cTn>
                                        <p:tgtEl>
                                          <p:spTgt spid="124"/>
                                        </p:tgtEl>
                                        <p:attrNameLst>
                                          <p:attrName>style.visibility</p:attrName>
                                        </p:attrNameLst>
                                      </p:cBhvr>
                                      <p:to>
                                        <p:strVal val="visible"/>
                                      </p:to>
                                    </p:set>
                                    <p:animEffect transition="in" filter="wipe(up)">
                                      <p:cBhvr>
                                        <p:cTn id="47" dur="130"/>
                                        <p:tgtEl>
                                          <p:spTgt spid="124"/>
                                        </p:tgtEl>
                                      </p:cBhvr>
                                    </p:animEffect>
                                  </p:childTnLst>
                                </p:cTn>
                              </p:par>
                            </p:childTnLst>
                          </p:cTn>
                        </p:par>
                        <p:par>
                          <p:cTn id="48" fill="hold">
                            <p:stCondLst>
                              <p:cond delay="1430"/>
                            </p:stCondLst>
                            <p:childTnLst>
                              <p:par>
                                <p:cTn id="49" presetID="22" presetClass="entr" presetSubtype="2" fill="hold" nodeType="afterEffect">
                                  <p:stCondLst>
                                    <p:cond delay="0"/>
                                  </p:stCondLst>
                                  <p:childTnLst>
                                    <p:set>
                                      <p:cBhvr>
                                        <p:cTn id="50" dur="1" fill="hold">
                                          <p:stCondLst>
                                            <p:cond delay="0"/>
                                          </p:stCondLst>
                                        </p:cTn>
                                        <p:tgtEl>
                                          <p:spTgt spid="194"/>
                                        </p:tgtEl>
                                        <p:attrNameLst>
                                          <p:attrName>style.visibility</p:attrName>
                                        </p:attrNameLst>
                                      </p:cBhvr>
                                      <p:to>
                                        <p:strVal val="visible"/>
                                      </p:to>
                                    </p:set>
                                    <p:animEffect transition="in" filter="wipe(right)">
                                      <p:cBhvr>
                                        <p:cTn id="51" dur="130"/>
                                        <p:tgtEl>
                                          <p:spTgt spid="194"/>
                                        </p:tgtEl>
                                      </p:cBhvr>
                                    </p:animEffect>
                                  </p:childTnLst>
                                </p:cTn>
                              </p:par>
                            </p:childTnLst>
                          </p:cTn>
                        </p:par>
                        <p:par>
                          <p:cTn id="52" fill="hold">
                            <p:stCondLst>
                              <p:cond delay="1560"/>
                            </p:stCondLst>
                            <p:childTnLst>
                              <p:par>
                                <p:cTn id="53" presetID="22" presetClass="entr" presetSubtype="2" fill="hold" nodeType="afterEffect">
                                  <p:stCondLst>
                                    <p:cond delay="0"/>
                                  </p:stCondLst>
                                  <p:childTnLst>
                                    <p:set>
                                      <p:cBhvr>
                                        <p:cTn id="54" dur="1" fill="hold">
                                          <p:stCondLst>
                                            <p:cond delay="0"/>
                                          </p:stCondLst>
                                        </p:cTn>
                                        <p:tgtEl>
                                          <p:spTgt spid="129"/>
                                        </p:tgtEl>
                                        <p:attrNameLst>
                                          <p:attrName>style.visibility</p:attrName>
                                        </p:attrNameLst>
                                      </p:cBhvr>
                                      <p:to>
                                        <p:strVal val="visible"/>
                                      </p:to>
                                    </p:set>
                                    <p:animEffect transition="in" filter="wipe(right)">
                                      <p:cBhvr>
                                        <p:cTn id="55" dur="130"/>
                                        <p:tgtEl>
                                          <p:spTgt spid="129"/>
                                        </p:tgtEl>
                                      </p:cBhvr>
                                    </p:animEffect>
                                  </p:childTnLst>
                                </p:cTn>
                              </p:par>
                            </p:childTnLst>
                          </p:cTn>
                        </p:par>
                        <p:par>
                          <p:cTn id="56" fill="hold">
                            <p:stCondLst>
                              <p:cond delay="1690"/>
                            </p:stCondLst>
                            <p:childTnLst>
                              <p:par>
                                <p:cTn id="57" presetID="22" presetClass="entr" presetSubtype="2" fill="hold" nodeType="afterEffect">
                                  <p:stCondLst>
                                    <p:cond delay="0"/>
                                  </p:stCondLst>
                                  <p:childTnLst>
                                    <p:set>
                                      <p:cBhvr>
                                        <p:cTn id="58" dur="1" fill="hold">
                                          <p:stCondLst>
                                            <p:cond delay="0"/>
                                          </p:stCondLst>
                                        </p:cTn>
                                        <p:tgtEl>
                                          <p:spTgt spid="197"/>
                                        </p:tgtEl>
                                        <p:attrNameLst>
                                          <p:attrName>style.visibility</p:attrName>
                                        </p:attrNameLst>
                                      </p:cBhvr>
                                      <p:to>
                                        <p:strVal val="visible"/>
                                      </p:to>
                                    </p:set>
                                    <p:animEffect transition="in" filter="wipe(right)">
                                      <p:cBhvr>
                                        <p:cTn id="59" dur="130"/>
                                        <p:tgtEl>
                                          <p:spTgt spid="197"/>
                                        </p:tgtEl>
                                      </p:cBhvr>
                                    </p:animEffect>
                                  </p:childTnLst>
                                </p:cTn>
                              </p:par>
                            </p:childTnLst>
                          </p:cTn>
                        </p:par>
                        <p:par>
                          <p:cTn id="60" fill="hold">
                            <p:stCondLst>
                              <p:cond delay="1820"/>
                            </p:stCondLst>
                            <p:childTnLst>
                              <p:par>
                                <p:cTn id="61" presetID="22" presetClass="entr" presetSubtype="2" fill="hold" nodeType="afterEffect">
                                  <p:stCondLst>
                                    <p:cond delay="0"/>
                                  </p:stCondLst>
                                  <p:childTnLst>
                                    <p:set>
                                      <p:cBhvr>
                                        <p:cTn id="62" dur="1" fill="hold">
                                          <p:stCondLst>
                                            <p:cond delay="0"/>
                                          </p:stCondLst>
                                        </p:cTn>
                                        <p:tgtEl>
                                          <p:spTgt spid="134"/>
                                        </p:tgtEl>
                                        <p:attrNameLst>
                                          <p:attrName>style.visibility</p:attrName>
                                        </p:attrNameLst>
                                      </p:cBhvr>
                                      <p:to>
                                        <p:strVal val="visible"/>
                                      </p:to>
                                    </p:set>
                                    <p:animEffect transition="in" filter="wipe(right)">
                                      <p:cBhvr>
                                        <p:cTn id="63" dur="130"/>
                                        <p:tgtEl>
                                          <p:spTgt spid="134"/>
                                        </p:tgtEl>
                                      </p:cBhvr>
                                    </p:animEffect>
                                  </p:childTnLst>
                                </p:cTn>
                              </p:par>
                            </p:childTnLst>
                          </p:cTn>
                        </p:par>
                        <p:par>
                          <p:cTn id="64" fill="hold">
                            <p:stCondLst>
                              <p:cond delay="1950"/>
                            </p:stCondLst>
                            <p:childTnLst>
                              <p:par>
                                <p:cTn id="65" presetID="22" presetClass="entr" presetSubtype="2" fill="hold" nodeType="afterEffect">
                                  <p:stCondLst>
                                    <p:cond delay="0"/>
                                  </p:stCondLst>
                                  <p:childTnLst>
                                    <p:set>
                                      <p:cBhvr>
                                        <p:cTn id="66" dur="1" fill="hold">
                                          <p:stCondLst>
                                            <p:cond delay="0"/>
                                          </p:stCondLst>
                                        </p:cTn>
                                        <p:tgtEl>
                                          <p:spTgt spid="200"/>
                                        </p:tgtEl>
                                        <p:attrNameLst>
                                          <p:attrName>style.visibility</p:attrName>
                                        </p:attrNameLst>
                                      </p:cBhvr>
                                      <p:to>
                                        <p:strVal val="visible"/>
                                      </p:to>
                                    </p:set>
                                    <p:animEffect transition="in" filter="wipe(right)">
                                      <p:cBhvr>
                                        <p:cTn id="67" dur="130"/>
                                        <p:tgtEl>
                                          <p:spTgt spid="200"/>
                                        </p:tgtEl>
                                      </p:cBhvr>
                                    </p:animEffect>
                                  </p:childTnLst>
                                </p:cTn>
                              </p:par>
                            </p:childTnLst>
                          </p:cTn>
                        </p:par>
                        <p:par>
                          <p:cTn id="68" fill="hold">
                            <p:stCondLst>
                              <p:cond delay="2080"/>
                            </p:stCondLst>
                            <p:childTnLst>
                              <p:par>
                                <p:cTn id="69" presetID="22" presetClass="entr" presetSubtype="2" fill="hold" nodeType="afterEffect">
                                  <p:stCondLst>
                                    <p:cond delay="0"/>
                                  </p:stCondLst>
                                  <p:childTnLst>
                                    <p:set>
                                      <p:cBhvr>
                                        <p:cTn id="70" dur="1" fill="hold">
                                          <p:stCondLst>
                                            <p:cond delay="0"/>
                                          </p:stCondLst>
                                        </p:cTn>
                                        <p:tgtEl>
                                          <p:spTgt spid="174"/>
                                        </p:tgtEl>
                                        <p:attrNameLst>
                                          <p:attrName>style.visibility</p:attrName>
                                        </p:attrNameLst>
                                      </p:cBhvr>
                                      <p:to>
                                        <p:strVal val="visible"/>
                                      </p:to>
                                    </p:set>
                                    <p:animEffect transition="in" filter="wipe(right)">
                                      <p:cBhvr>
                                        <p:cTn id="71" dur="130"/>
                                        <p:tgtEl>
                                          <p:spTgt spid="174"/>
                                        </p:tgtEl>
                                      </p:cBhvr>
                                    </p:animEffect>
                                  </p:childTnLst>
                                </p:cTn>
                              </p:par>
                            </p:childTnLst>
                          </p:cTn>
                        </p:par>
                        <p:par>
                          <p:cTn id="72" fill="hold">
                            <p:stCondLst>
                              <p:cond delay="2210"/>
                            </p:stCondLst>
                            <p:childTnLst>
                              <p:par>
                                <p:cTn id="73" presetID="22" presetClass="entr" presetSubtype="2" fill="hold" nodeType="afterEffect">
                                  <p:stCondLst>
                                    <p:cond delay="0"/>
                                  </p:stCondLst>
                                  <p:childTnLst>
                                    <p:set>
                                      <p:cBhvr>
                                        <p:cTn id="74" dur="1" fill="hold">
                                          <p:stCondLst>
                                            <p:cond delay="0"/>
                                          </p:stCondLst>
                                        </p:cTn>
                                        <p:tgtEl>
                                          <p:spTgt spid="203"/>
                                        </p:tgtEl>
                                        <p:attrNameLst>
                                          <p:attrName>style.visibility</p:attrName>
                                        </p:attrNameLst>
                                      </p:cBhvr>
                                      <p:to>
                                        <p:strVal val="visible"/>
                                      </p:to>
                                    </p:set>
                                    <p:animEffect transition="in" filter="wipe(right)">
                                      <p:cBhvr>
                                        <p:cTn id="75" dur="130"/>
                                        <p:tgtEl>
                                          <p:spTgt spid="203"/>
                                        </p:tgtEl>
                                      </p:cBhvr>
                                    </p:animEffect>
                                  </p:childTnLst>
                                </p:cTn>
                              </p:par>
                            </p:childTnLst>
                          </p:cTn>
                        </p:par>
                        <p:par>
                          <p:cTn id="76" fill="hold">
                            <p:stCondLst>
                              <p:cond delay="2340"/>
                            </p:stCondLst>
                            <p:childTnLst>
                              <p:par>
                                <p:cTn id="77" presetID="22" presetClass="entr" presetSubtype="2" fill="hold" nodeType="afterEffect">
                                  <p:stCondLst>
                                    <p:cond delay="0"/>
                                  </p:stCondLst>
                                  <p:childTnLst>
                                    <p:set>
                                      <p:cBhvr>
                                        <p:cTn id="78" dur="1" fill="hold">
                                          <p:stCondLst>
                                            <p:cond delay="0"/>
                                          </p:stCondLst>
                                        </p:cTn>
                                        <p:tgtEl>
                                          <p:spTgt spid="144"/>
                                        </p:tgtEl>
                                        <p:attrNameLst>
                                          <p:attrName>style.visibility</p:attrName>
                                        </p:attrNameLst>
                                      </p:cBhvr>
                                      <p:to>
                                        <p:strVal val="visible"/>
                                      </p:to>
                                    </p:set>
                                    <p:animEffect transition="in" filter="wipe(right)">
                                      <p:cBhvr>
                                        <p:cTn id="79" dur="130"/>
                                        <p:tgtEl>
                                          <p:spTgt spid="144"/>
                                        </p:tgtEl>
                                      </p:cBhvr>
                                    </p:animEffect>
                                  </p:childTnLst>
                                </p:cTn>
                              </p:par>
                            </p:childTnLst>
                          </p:cTn>
                        </p:par>
                        <p:par>
                          <p:cTn id="80" fill="hold">
                            <p:stCondLst>
                              <p:cond delay="2470"/>
                            </p:stCondLst>
                            <p:childTnLst>
                              <p:par>
                                <p:cTn id="81" presetID="22" presetClass="entr" presetSubtype="1" fill="hold" nodeType="afterEffect">
                                  <p:stCondLst>
                                    <p:cond delay="0"/>
                                  </p:stCondLst>
                                  <p:childTnLst>
                                    <p:set>
                                      <p:cBhvr>
                                        <p:cTn id="82" dur="1" fill="hold">
                                          <p:stCondLst>
                                            <p:cond delay="0"/>
                                          </p:stCondLst>
                                        </p:cTn>
                                        <p:tgtEl>
                                          <p:spTgt spid="222"/>
                                        </p:tgtEl>
                                        <p:attrNameLst>
                                          <p:attrName>style.visibility</p:attrName>
                                        </p:attrNameLst>
                                      </p:cBhvr>
                                      <p:to>
                                        <p:strVal val="visible"/>
                                      </p:to>
                                    </p:set>
                                    <p:animEffect transition="in" filter="wipe(up)">
                                      <p:cBhvr>
                                        <p:cTn id="83" dur="130"/>
                                        <p:tgtEl>
                                          <p:spTgt spid="222"/>
                                        </p:tgtEl>
                                      </p:cBhvr>
                                    </p:animEffect>
                                  </p:childTnLst>
                                </p:cTn>
                              </p:par>
                            </p:childTnLst>
                          </p:cTn>
                        </p:par>
                        <p:par>
                          <p:cTn id="84" fill="hold">
                            <p:stCondLst>
                              <p:cond delay="2600"/>
                            </p:stCondLst>
                            <p:childTnLst>
                              <p:par>
                                <p:cTn id="85" presetID="22" presetClass="entr" presetSubtype="1" fill="hold" nodeType="afterEffect">
                                  <p:stCondLst>
                                    <p:cond delay="0"/>
                                  </p:stCondLst>
                                  <p:childTnLst>
                                    <p:set>
                                      <p:cBhvr>
                                        <p:cTn id="86" dur="1" fill="hold">
                                          <p:stCondLst>
                                            <p:cond delay="0"/>
                                          </p:stCondLst>
                                        </p:cTn>
                                        <p:tgtEl>
                                          <p:spTgt spid="169"/>
                                        </p:tgtEl>
                                        <p:attrNameLst>
                                          <p:attrName>style.visibility</p:attrName>
                                        </p:attrNameLst>
                                      </p:cBhvr>
                                      <p:to>
                                        <p:strVal val="visible"/>
                                      </p:to>
                                    </p:set>
                                    <p:animEffect transition="in" filter="wipe(up)">
                                      <p:cBhvr>
                                        <p:cTn id="87" dur="130"/>
                                        <p:tgtEl>
                                          <p:spTgt spid="169"/>
                                        </p:tgtEl>
                                      </p:cBhvr>
                                    </p:animEffect>
                                  </p:childTnLst>
                                </p:cTn>
                              </p:par>
                            </p:childTnLst>
                          </p:cTn>
                        </p:par>
                        <p:par>
                          <p:cTn id="88" fill="hold">
                            <p:stCondLst>
                              <p:cond delay="2730"/>
                            </p:stCondLst>
                            <p:childTnLst>
                              <p:par>
                                <p:cTn id="89" presetID="22" presetClass="entr" presetSubtype="8" fill="hold" nodeType="afterEffect">
                                  <p:stCondLst>
                                    <p:cond delay="0"/>
                                  </p:stCondLst>
                                  <p:childTnLst>
                                    <p:set>
                                      <p:cBhvr>
                                        <p:cTn id="90" dur="1" fill="hold">
                                          <p:stCondLst>
                                            <p:cond delay="0"/>
                                          </p:stCondLst>
                                        </p:cTn>
                                        <p:tgtEl>
                                          <p:spTgt spid="210"/>
                                        </p:tgtEl>
                                        <p:attrNameLst>
                                          <p:attrName>style.visibility</p:attrName>
                                        </p:attrNameLst>
                                      </p:cBhvr>
                                      <p:to>
                                        <p:strVal val="visible"/>
                                      </p:to>
                                    </p:set>
                                    <p:animEffect transition="in" filter="wipe(left)">
                                      <p:cBhvr>
                                        <p:cTn id="91" dur="130"/>
                                        <p:tgtEl>
                                          <p:spTgt spid="210"/>
                                        </p:tgtEl>
                                      </p:cBhvr>
                                    </p:animEffect>
                                  </p:childTnLst>
                                </p:cTn>
                              </p:par>
                            </p:childTnLst>
                          </p:cTn>
                        </p:par>
                        <p:par>
                          <p:cTn id="92" fill="hold">
                            <p:stCondLst>
                              <p:cond delay="2860"/>
                            </p:stCondLst>
                            <p:childTnLst>
                              <p:par>
                                <p:cTn id="93" presetID="22" presetClass="entr" presetSubtype="8" fill="hold" nodeType="afterEffect">
                                  <p:stCondLst>
                                    <p:cond delay="0"/>
                                  </p:stCondLst>
                                  <p:childTnLst>
                                    <p:set>
                                      <p:cBhvr>
                                        <p:cTn id="94" dur="1" fill="hold">
                                          <p:stCondLst>
                                            <p:cond delay="0"/>
                                          </p:stCondLst>
                                        </p:cTn>
                                        <p:tgtEl>
                                          <p:spTgt spid="154"/>
                                        </p:tgtEl>
                                        <p:attrNameLst>
                                          <p:attrName>style.visibility</p:attrName>
                                        </p:attrNameLst>
                                      </p:cBhvr>
                                      <p:to>
                                        <p:strVal val="visible"/>
                                      </p:to>
                                    </p:set>
                                    <p:animEffect transition="in" filter="wipe(left)">
                                      <p:cBhvr>
                                        <p:cTn id="95" dur="130"/>
                                        <p:tgtEl>
                                          <p:spTgt spid="154"/>
                                        </p:tgtEl>
                                      </p:cBhvr>
                                    </p:animEffect>
                                  </p:childTnLst>
                                </p:cTn>
                              </p:par>
                            </p:childTnLst>
                          </p:cTn>
                        </p:par>
                        <p:par>
                          <p:cTn id="96" fill="hold">
                            <p:stCondLst>
                              <p:cond delay="2990"/>
                            </p:stCondLst>
                            <p:childTnLst>
                              <p:par>
                                <p:cTn id="97" presetID="22" presetClass="entr" presetSubtype="8" fill="hold" nodeType="afterEffect">
                                  <p:stCondLst>
                                    <p:cond delay="0"/>
                                  </p:stCondLst>
                                  <p:childTnLst>
                                    <p:set>
                                      <p:cBhvr>
                                        <p:cTn id="98" dur="1" fill="hold">
                                          <p:stCondLst>
                                            <p:cond delay="0"/>
                                          </p:stCondLst>
                                        </p:cTn>
                                        <p:tgtEl>
                                          <p:spTgt spid="213"/>
                                        </p:tgtEl>
                                        <p:attrNameLst>
                                          <p:attrName>style.visibility</p:attrName>
                                        </p:attrNameLst>
                                      </p:cBhvr>
                                      <p:to>
                                        <p:strVal val="visible"/>
                                      </p:to>
                                    </p:set>
                                    <p:animEffect transition="in" filter="wipe(left)">
                                      <p:cBhvr>
                                        <p:cTn id="99" dur="130"/>
                                        <p:tgtEl>
                                          <p:spTgt spid="213"/>
                                        </p:tgtEl>
                                      </p:cBhvr>
                                    </p:animEffect>
                                  </p:childTnLst>
                                </p:cTn>
                              </p:par>
                            </p:childTnLst>
                          </p:cTn>
                        </p:par>
                        <p:par>
                          <p:cTn id="100" fill="hold">
                            <p:stCondLst>
                              <p:cond delay="3120"/>
                            </p:stCondLst>
                            <p:childTnLst>
                              <p:par>
                                <p:cTn id="101" presetID="22" presetClass="entr" presetSubtype="8" fill="hold" nodeType="afterEffect">
                                  <p:stCondLst>
                                    <p:cond delay="0"/>
                                  </p:stCondLst>
                                  <p:childTnLst>
                                    <p:set>
                                      <p:cBhvr>
                                        <p:cTn id="102" dur="1" fill="hold">
                                          <p:stCondLst>
                                            <p:cond delay="0"/>
                                          </p:stCondLst>
                                        </p:cTn>
                                        <p:tgtEl>
                                          <p:spTgt spid="139"/>
                                        </p:tgtEl>
                                        <p:attrNameLst>
                                          <p:attrName>style.visibility</p:attrName>
                                        </p:attrNameLst>
                                      </p:cBhvr>
                                      <p:to>
                                        <p:strVal val="visible"/>
                                      </p:to>
                                    </p:set>
                                    <p:animEffect transition="in" filter="wipe(left)">
                                      <p:cBhvr>
                                        <p:cTn id="103" dur="130"/>
                                        <p:tgtEl>
                                          <p:spTgt spid="139"/>
                                        </p:tgtEl>
                                      </p:cBhvr>
                                    </p:animEffect>
                                  </p:childTnLst>
                                </p:cTn>
                              </p:par>
                            </p:childTnLst>
                          </p:cTn>
                        </p:par>
                        <p:par>
                          <p:cTn id="104" fill="hold">
                            <p:stCondLst>
                              <p:cond delay="3250"/>
                            </p:stCondLst>
                            <p:childTnLst>
                              <p:par>
                                <p:cTn id="105" presetID="22" presetClass="entr" presetSubtype="8" fill="hold" nodeType="afterEffect">
                                  <p:stCondLst>
                                    <p:cond delay="0"/>
                                  </p:stCondLst>
                                  <p:childTnLst>
                                    <p:set>
                                      <p:cBhvr>
                                        <p:cTn id="106" dur="1" fill="hold">
                                          <p:stCondLst>
                                            <p:cond delay="0"/>
                                          </p:stCondLst>
                                        </p:cTn>
                                        <p:tgtEl>
                                          <p:spTgt spid="218"/>
                                        </p:tgtEl>
                                        <p:attrNameLst>
                                          <p:attrName>style.visibility</p:attrName>
                                        </p:attrNameLst>
                                      </p:cBhvr>
                                      <p:to>
                                        <p:strVal val="visible"/>
                                      </p:to>
                                    </p:set>
                                    <p:animEffect transition="in" filter="wipe(left)">
                                      <p:cBhvr>
                                        <p:cTn id="107" dur="130"/>
                                        <p:tgtEl>
                                          <p:spTgt spid="218"/>
                                        </p:tgtEl>
                                      </p:cBhvr>
                                    </p:animEffect>
                                  </p:childTnLst>
                                </p:cTn>
                              </p:par>
                            </p:childTnLst>
                          </p:cTn>
                        </p:par>
                        <p:par>
                          <p:cTn id="108" fill="hold">
                            <p:stCondLst>
                              <p:cond delay="3380"/>
                            </p:stCondLst>
                            <p:childTnLst>
                              <p:par>
                                <p:cTn id="109" presetID="22" presetClass="entr" presetSubtype="8" fill="hold" nodeType="afterEffect">
                                  <p:stCondLst>
                                    <p:cond delay="0"/>
                                  </p:stCondLst>
                                  <p:childTnLst>
                                    <p:set>
                                      <p:cBhvr>
                                        <p:cTn id="110" dur="1" fill="hold">
                                          <p:stCondLst>
                                            <p:cond delay="0"/>
                                          </p:stCondLst>
                                        </p:cTn>
                                        <p:tgtEl>
                                          <p:spTgt spid="149"/>
                                        </p:tgtEl>
                                        <p:attrNameLst>
                                          <p:attrName>style.visibility</p:attrName>
                                        </p:attrNameLst>
                                      </p:cBhvr>
                                      <p:to>
                                        <p:strVal val="visible"/>
                                      </p:to>
                                    </p:set>
                                    <p:animEffect transition="in" filter="wipe(left)">
                                      <p:cBhvr>
                                        <p:cTn id="111" dur="13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08000" b="-108000"/>
          </a:stretch>
        </a:blipFill>
        <a:effectLst/>
      </p:bgPr>
    </p:bg>
    <p:spTree>
      <p:nvGrpSpPr>
        <p:cNvPr id="1" name="">
          <a:extLst>
            <a:ext uri="{FF2B5EF4-FFF2-40B4-BE49-F238E27FC236}">
              <a16:creationId xmlns:a16="http://schemas.microsoft.com/office/drawing/2014/main" id="{F90C7FA2-6E76-B708-3567-A86B32283CDF}"/>
            </a:ext>
          </a:extLst>
        </p:cNvPr>
        <p:cNvGrpSpPr/>
        <p:nvPr/>
      </p:nvGrpSpPr>
      <p:grpSpPr>
        <a:xfrm>
          <a:off x="0" y="0"/>
          <a:ext cx="0" cy="0"/>
          <a:chOff x="0" y="0"/>
          <a:chExt cx="0" cy="0"/>
        </a:xfrm>
      </p:grpSpPr>
      <p:sp>
        <p:nvSpPr>
          <p:cNvPr id="17" name="Freeform: Shape 16">
            <a:extLst>
              <a:ext uri="{FF2B5EF4-FFF2-40B4-BE49-F238E27FC236}">
                <a16:creationId xmlns:a16="http://schemas.microsoft.com/office/drawing/2014/main" id="{894228A8-0758-A6A5-DC4B-DF5B9A8A1CDB}"/>
              </a:ext>
            </a:extLst>
          </p:cNvPr>
          <p:cNvSpPr/>
          <p:nvPr/>
        </p:nvSpPr>
        <p:spPr>
          <a:xfrm>
            <a:off x="70064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0" name="Rectangle 19">
            <a:extLst>
              <a:ext uri="{FF2B5EF4-FFF2-40B4-BE49-F238E27FC236}">
                <a16:creationId xmlns:a16="http://schemas.microsoft.com/office/drawing/2014/main" id="{BA11DCF8-E750-D58E-43E1-2B178C59DFC9}"/>
              </a:ext>
            </a:extLst>
          </p:cNvPr>
          <p:cNvSpPr/>
          <p:nvPr/>
        </p:nvSpPr>
        <p:spPr>
          <a:xfrm>
            <a:off x="86830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90E5354F-239E-C577-8FB2-09CF22B9C2E2}"/>
              </a:ext>
            </a:extLst>
          </p:cNvPr>
          <p:cNvSpPr>
            <a:spLocks/>
          </p:cNvSpPr>
          <p:nvPr/>
        </p:nvSpPr>
        <p:spPr>
          <a:xfrm>
            <a:off x="8683029" y="2409623"/>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2" name="Rectangle 21">
            <a:extLst>
              <a:ext uri="{FF2B5EF4-FFF2-40B4-BE49-F238E27FC236}">
                <a16:creationId xmlns:a16="http://schemas.microsoft.com/office/drawing/2014/main" id="{443F565D-7656-3563-2C59-5BE8797873C1}"/>
              </a:ext>
            </a:extLst>
          </p:cNvPr>
          <p:cNvSpPr>
            <a:spLocks/>
          </p:cNvSpPr>
          <p:nvPr/>
        </p:nvSpPr>
        <p:spPr>
          <a:xfrm>
            <a:off x="8683029" y="301327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3" name="Rectangle 22">
            <a:extLst>
              <a:ext uri="{FF2B5EF4-FFF2-40B4-BE49-F238E27FC236}">
                <a16:creationId xmlns:a16="http://schemas.microsoft.com/office/drawing/2014/main" id="{18270FCE-2C97-AC62-AEC3-C30F44FE8FAD}"/>
              </a:ext>
            </a:extLst>
          </p:cNvPr>
          <p:cNvSpPr>
            <a:spLocks/>
          </p:cNvSpPr>
          <p:nvPr/>
        </p:nvSpPr>
        <p:spPr>
          <a:xfrm>
            <a:off x="8683029" y="3616917"/>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4" name="Rectangle 23">
            <a:extLst>
              <a:ext uri="{FF2B5EF4-FFF2-40B4-BE49-F238E27FC236}">
                <a16:creationId xmlns:a16="http://schemas.microsoft.com/office/drawing/2014/main" id="{44C444CE-C09D-CAD6-A036-BE1BBE2478BF}"/>
              </a:ext>
            </a:extLst>
          </p:cNvPr>
          <p:cNvSpPr>
            <a:spLocks/>
          </p:cNvSpPr>
          <p:nvPr/>
        </p:nvSpPr>
        <p:spPr>
          <a:xfrm>
            <a:off x="8683029" y="42205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5" name="Rectangle 24">
            <a:extLst>
              <a:ext uri="{FF2B5EF4-FFF2-40B4-BE49-F238E27FC236}">
                <a16:creationId xmlns:a16="http://schemas.microsoft.com/office/drawing/2014/main" id="{55B6C99A-3057-6E4C-04D6-03DC566F4EB7}"/>
              </a:ext>
            </a:extLst>
          </p:cNvPr>
          <p:cNvSpPr>
            <a:spLocks/>
          </p:cNvSpPr>
          <p:nvPr/>
        </p:nvSpPr>
        <p:spPr>
          <a:xfrm>
            <a:off x="8683029" y="482421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7" name="Rectangle 26">
            <a:extLst>
              <a:ext uri="{FF2B5EF4-FFF2-40B4-BE49-F238E27FC236}">
                <a16:creationId xmlns:a16="http://schemas.microsoft.com/office/drawing/2014/main" id="{9247CA07-FE8E-04DD-4C3E-9C60C42EF81B}"/>
              </a:ext>
            </a:extLst>
          </p:cNvPr>
          <p:cNvSpPr/>
          <p:nvPr/>
        </p:nvSpPr>
        <p:spPr>
          <a:xfrm>
            <a:off x="77707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8" name="Rectangle 27">
            <a:extLst>
              <a:ext uri="{FF2B5EF4-FFF2-40B4-BE49-F238E27FC236}">
                <a16:creationId xmlns:a16="http://schemas.microsoft.com/office/drawing/2014/main" id="{646D46CD-A8A8-BED4-6B0F-B54FC5F9687C}"/>
              </a:ext>
            </a:extLst>
          </p:cNvPr>
          <p:cNvSpPr/>
          <p:nvPr/>
        </p:nvSpPr>
        <p:spPr>
          <a:xfrm>
            <a:off x="77707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B275C8A9-183C-2586-9652-E5562939EA86}"/>
              </a:ext>
            </a:extLst>
          </p:cNvPr>
          <p:cNvSpPr/>
          <p:nvPr/>
        </p:nvSpPr>
        <p:spPr>
          <a:xfrm>
            <a:off x="77707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0" name="Rectangle 29">
            <a:extLst>
              <a:ext uri="{FF2B5EF4-FFF2-40B4-BE49-F238E27FC236}">
                <a16:creationId xmlns:a16="http://schemas.microsoft.com/office/drawing/2014/main" id="{C5D796C3-6D3E-2D5D-BA23-C5D06CF0BCFA}"/>
              </a:ext>
            </a:extLst>
          </p:cNvPr>
          <p:cNvSpPr/>
          <p:nvPr/>
        </p:nvSpPr>
        <p:spPr>
          <a:xfrm>
            <a:off x="77707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02346FFD-61D6-2309-485D-D1B3185B4C1A}"/>
              </a:ext>
            </a:extLst>
          </p:cNvPr>
          <p:cNvSpPr/>
          <p:nvPr/>
        </p:nvSpPr>
        <p:spPr>
          <a:xfrm>
            <a:off x="77707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2" name="Freeform: Shape 31">
            <a:extLst>
              <a:ext uri="{FF2B5EF4-FFF2-40B4-BE49-F238E27FC236}">
                <a16:creationId xmlns:a16="http://schemas.microsoft.com/office/drawing/2014/main" id="{A1D3A9E8-2E70-ED37-42DC-7E4F90AFD8DB}"/>
              </a:ext>
            </a:extLst>
          </p:cNvPr>
          <p:cNvSpPr/>
          <p:nvPr/>
        </p:nvSpPr>
        <p:spPr>
          <a:xfrm>
            <a:off x="77036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33" name="Freeform: Shape 32">
            <a:extLst>
              <a:ext uri="{FF2B5EF4-FFF2-40B4-BE49-F238E27FC236}">
                <a16:creationId xmlns:a16="http://schemas.microsoft.com/office/drawing/2014/main" id="{77E2E4F5-7DAA-40A7-2B31-9AF0C7FD5E2C}"/>
              </a:ext>
            </a:extLst>
          </p:cNvPr>
          <p:cNvSpPr/>
          <p:nvPr/>
        </p:nvSpPr>
        <p:spPr>
          <a:xfrm>
            <a:off x="77036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 name="Title 1">
            <a:extLst>
              <a:ext uri="{FF2B5EF4-FFF2-40B4-BE49-F238E27FC236}">
                <a16:creationId xmlns:a16="http://schemas.microsoft.com/office/drawing/2014/main" id="{55C40626-0C3B-0D41-A0B7-D5D84D93E988}"/>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uLnTx/>
              <a:uFillTx/>
              <a:latin typeface="Times New Roman" panose="02020603050405020304" pitchFamily="18" charset="0"/>
              <a:ea typeface="Tahoma" panose="020B0604030504040204" pitchFamily="34" charset="0"/>
              <a:cs typeface="Times New Roman" panose="02020603050405020304" pitchFamily="18" charset="0"/>
            </a:endParaRPr>
          </a:p>
        </p:txBody>
      </p:sp>
      <p:pic>
        <p:nvPicPr>
          <p:cNvPr id="12" name="Graphic 11" descr="Clapper board with solid fill">
            <a:extLst>
              <a:ext uri="{FF2B5EF4-FFF2-40B4-BE49-F238E27FC236}">
                <a16:creationId xmlns:a16="http://schemas.microsoft.com/office/drawing/2014/main" id="{82E2D22A-4D96-7003-1328-8B5C629644B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sp>
        <p:nvSpPr>
          <p:cNvPr id="14" name="Slide Number Placeholder 24">
            <a:extLst>
              <a:ext uri="{FF2B5EF4-FFF2-40B4-BE49-F238E27FC236}">
                <a16:creationId xmlns:a16="http://schemas.microsoft.com/office/drawing/2014/main" id="{4375794F-D330-CBF7-DFE8-5874287ADF13}"/>
              </a:ext>
            </a:extLst>
          </p:cNvPr>
          <p:cNvSpPr>
            <a:spLocks noGrp="1"/>
          </p:cNvSpPr>
          <p:nvPr>
            <p:ph type="sldNum" sz="quarter" idx="12"/>
          </p:nvPr>
        </p:nvSpPr>
        <p:spPr>
          <a:xfrm>
            <a:off x="0" y="6492875"/>
            <a:ext cx="363600" cy="365125"/>
          </a:xfrm>
          <a:noFill/>
          <a:ln>
            <a:noFill/>
          </a:ln>
        </p:spPr>
        <p:txBody>
          <a:bodyPr/>
          <a:lstStyle/>
          <a:p>
            <a:fld id="{AD91D796-2600-4CB1-AF8F-6B90FC341573}" type="slidenum">
              <a:rPr lang="en-AS" smtClean="0"/>
              <a:t>11</a:t>
            </a:fld>
            <a:endParaRPr lang="en-AS" dirty="0"/>
          </a:p>
        </p:txBody>
      </p:sp>
      <p:grpSp>
        <p:nvGrpSpPr>
          <p:cNvPr id="11" name="Group 10">
            <a:extLst>
              <a:ext uri="{FF2B5EF4-FFF2-40B4-BE49-F238E27FC236}">
                <a16:creationId xmlns:a16="http://schemas.microsoft.com/office/drawing/2014/main" id="{B1372CC6-E2FD-76F2-06DE-D5EDE3621051}"/>
              </a:ext>
            </a:extLst>
          </p:cNvPr>
          <p:cNvGrpSpPr/>
          <p:nvPr/>
        </p:nvGrpSpPr>
        <p:grpSpPr>
          <a:xfrm rot="5400000">
            <a:off x="5886486" y="1819959"/>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13" name="Graphic 37" descr="Film strip outline">
              <a:extLst>
                <a:ext uri="{FF2B5EF4-FFF2-40B4-BE49-F238E27FC236}">
                  <a16:creationId xmlns:a16="http://schemas.microsoft.com/office/drawing/2014/main" id="{73FC46ED-F67E-4C5F-39C8-E7BFC7E05C9E}"/>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5" name="Graphic 37" descr="Film strip outline">
              <a:extLst>
                <a:ext uri="{FF2B5EF4-FFF2-40B4-BE49-F238E27FC236}">
                  <a16:creationId xmlns:a16="http://schemas.microsoft.com/office/drawing/2014/main" id="{5C803011-8546-27A2-96EB-B9F6AA33207D}"/>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6" name="Graphic 37" descr="Film strip outline">
              <a:extLst>
                <a:ext uri="{FF2B5EF4-FFF2-40B4-BE49-F238E27FC236}">
                  <a16:creationId xmlns:a16="http://schemas.microsoft.com/office/drawing/2014/main" id="{04AF575A-F32B-53C4-8147-4DADEA09F9DD}"/>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8" name="Graphic 37" descr="Film strip outline">
              <a:extLst>
                <a:ext uri="{FF2B5EF4-FFF2-40B4-BE49-F238E27FC236}">
                  <a16:creationId xmlns:a16="http://schemas.microsoft.com/office/drawing/2014/main" id="{4AAFFCF6-887C-A341-E499-2BBC50FF9AC5}"/>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2" name="!!Film_Tabe_2">
            <a:extLst>
              <a:ext uri="{FF2B5EF4-FFF2-40B4-BE49-F238E27FC236}">
                <a16:creationId xmlns:a16="http://schemas.microsoft.com/office/drawing/2014/main" id="{29D287A2-F016-CE53-E83D-1C5DBEDEE051}"/>
              </a:ext>
            </a:extLst>
          </p:cNvPr>
          <p:cNvGrpSpPr/>
          <p:nvPr/>
        </p:nvGrpSpPr>
        <p:grpSpPr>
          <a:xfrm rot="16200000">
            <a:off x="1458095" y="2448454"/>
            <a:ext cx="21467809" cy="1961092"/>
            <a:chOff x="-5996785" y="2448454"/>
            <a:chExt cx="21467809" cy="1961092"/>
          </a:xfrm>
          <a:effectLst>
            <a:outerShdw blurRad="12700" dist="50800" dir="2700000" algn="tl" rotWithShape="0">
              <a:prstClr val="black">
                <a:alpha val="40000"/>
              </a:prstClr>
            </a:outerShdw>
          </a:effectLst>
        </p:grpSpPr>
        <p:grpSp>
          <p:nvGrpSpPr>
            <p:cNvPr id="3" name="Group 2">
              <a:extLst>
                <a:ext uri="{FF2B5EF4-FFF2-40B4-BE49-F238E27FC236}">
                  <a16:creationId xmlns:a16="http://schemas.microsoft.com/office/drawing/2014/main" id="{2A9021F3-6B92-F353-B71D-48F9BADAA6A9}"/>
                </a:ext>
              </a:extLst>
            </p:cNvPr>
            <p:cNvGrpSpPr/>
            <p:nvPr/>
          </p:nvGrpSpPr>
          <p:grpSpPr>
            <a:xfrm>
              <a:off x="7372077" y="2448455"/>
              <a:ext cx="2738174" cy="1961091"/>
              <a:chOff x="4726913" y="2438401"/>
              <a:chExt cx="2738174" cy="1961091"/>
            </a:xfrm>
          </p:grpSpPr>
          <p:sp>
            <p:nvSpPr>
              <p:cNvPr id="56" name="Graphic 2" descr="Film strip outline">
                <a:extLst>
                  <a:ext uri="{FF2B5EF4-FFF2-40B4-BE49-F238E27FC236}">
                    <a16:creationId xmlns:a16="http://schemas.microsoft.com/office/drawing/2014/main" id="{53582B78-316C-7DFB-DAD4-33CC4842FDB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7" name="Straight Connector 56">
                <a:extLst>
                  <a:ext uri="{FF2B5EF4-FFF2-40B4-BE49-F238E27FC236}">
                    <a16:creationId xmlns:a16="http://schemas.microsoft.com/office/drawing/2014/main" id="{DFF5C4F4-9E66-199F-ED1F-C485554F39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8" name="TextBox 57">
                <a:extLst>
                  <a:ext uri="{FF2B5EF4-FFF2-40B4-BE49-F238E27FC236}">
                    <a16:creationId xmlns:a16="http://schemas.microsoft.com/office/drawing/2014/main" id="{607FBDAE-AAC7-3D34-EB1A-D0AC4A3487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B21FCC6E-A9C2-704C-07F1-843F80D2822F}"/>
                </a:ext>
              </a:extLst>
            </p:cNvPr>
            <p:cNvGrpSpPr/>
            <p:nvPr/>
          </p:nvGrpSpPr>
          <p:grpSpPr>
            <a:xfrm>
              <a:off x="4702657" y="2448455"/>
              <a:ext cx="2738174" cy="1961091"/>
              <a:chOff x="4726913" y="2438401"/>
              <a:chExt cx="2738174" cy="1961091"/>
            </a:xfrm>
          </p:grpSpPr>
          <p:sp>
            <p:nvSpPr>
              <p:cNvPr id="53" name="Graphic 2" descr="Film strip outline">
                <a:extLst>
                  <a:ext uri="{FF2B5EF4-FFF2-40B4-BE49-F238E27FC236}">
                    <a16:creationId xmlns:a16="http://schemas.microsoft.com/office/drawing/2014/main" id="{40CAB83F-7C96-D4AE-612C-A5F694F8CB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4" name="Straight Connector 53">
                <a:extLst>
                  <a:ext uri="{FF2B5EF4-FFF2-40B4-BE49-F238E27FC236}">
                    <a16:creationId xmlns:a16="http://schemas.microsoft.com/office/drawing/2014/main" id="{D5EC13BF-FCFF-82D6-A5AE-403093B5A33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5" name="TextBox 54">
                <a:extLst>
                  <a:ext uri="{FF2B5EF4-FFF2-40B4-BE49-F238E27FC236}">
                    <a16:creationId xmlns:a16="http://schemas.microsoft.com/office/drawing/2014/main" id="{3B644340-CF1C-2010-174A-7D176B51DFC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18088820-64C2-B634-89D8-176BEB31692F}"/>
                </a:ext>
              </a:extLst>
            </p:cNvPr>
            <p:cNvGrpSpPr/>
            <p:nvPr/>
          </p:nvGrpSpPr>
          <p:grpSpPr>
            <a:xfrm>
              <a:off x="12732850" y="2448455"/>
              <a:ext cx="2738174" cy="1961091"/>
              <a:chOff x="4726913" y="2438401"/>
              <a:chExt cx="2738174" cy="1961091"/>
            </a:xfrm>
          </p:grpSpPr>
          <p:sp>
            <p:nvSpPr>
              <p:cNvPr id="50" name="Graphic 2" descr="Film strip outline">
                <a:extLst>
                  <a:ext uri="{FF2B5EF4-FFF2-40B4-BE49-F238E27FC236}">
                    <a16:creationId xmlns:a16="http://schemas.microsoft.com/office/drawing/2014/main" id="{FC37AE8E-A7C2-3ABC-4882-1D5B8865E5B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1" name="Straight Connector 50">
                <a:extLst>
                  <a:ext uri="{FF2B5EF4-FFF2-40B4-BE49-F238E27FC236}">
                    <a16:creationId xmlns:a16="http://schemas.microsoft.com/office/drawing/2014/main" id="{F4292F4B-BA83-53A7-BEE8-86CBCE21813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F66E87EB-1B7A-F7F6-2D54-C209F61DBC6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C521963F-5DB4-9623-690E-D11B56683C2D}"/>
                </a:ext>
              </a:extLst>
            </p:cNvPr>
            <p:cNvGrpSpPr/>
            <p:nvPr/>
          </p:nvGrpSpPr>
          <p:grpSpPr>
            <a:xfrm>
              <a:off x="10063430" y="2448455"/>
              <a:ext cx="2738174" cy="1961091"/>
              <a:chOff x="4726913" y="2438401"/>
              <a:chExt cx="2738174" cy="1961091"/>
            </a:xfrm>
          </p:grpSpPr>
          <p:sp>
            <p:nvSpPr>
              <p:cNvPr id="47" name="Graphic 2" descr="Film strip outline">
                <a:extLst>
                  <a:ext uri="{FF2B5EF4-FFF2-40B4-BE49-F238E27FC236}">
                    <a16:creationId xmlns:a16="http://schemas.microsoft.com/office/drawing/2014/main" id="{742B0CF4-8C70-CE45-61DA-86623EE9516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 name="Straight Connector 47">
                <a:extLst>
                  <a:ext uri="{FF2B5EF4-FFF2-40B4-BE49-F238E27FC236}">
                    <a16:creationId xmlns:a16="http://schemas.microsoft.com/office/drawing/2014/main" id="{B9AB2FDE-20C3-B809-88FC-2227B374E58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32597C32-A40B-BA26-BB83-88A8E25D054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C028D3D2-02C3-3328-2CE9-AA94EF99B571}"/>
                </a:ext>
              </a:extLst>
            </p:cNvPr>
            <p:cNvGrpSpPr/>
            <p:nvPr/>
          </p:nvGrpSpPr>
          <p:grpSpPr>
            <a:xfrm>
              <a:off x="-3327365" y="2448454"/>
              <a:ext cx="2738174" cy="1961091"/>
              <a:chOff x="4726913" y="2438401"/>
              <a:chExt cx="2738174" cy="1961091"/>
            </a:xfrm>
          </p:grpSpPr>
          <p:sp>
            <p:nvSpPr>
              <p:cNvPr id="44" name="Graphic 2" descr="Film strip outline">
                <a:extLst>
                  <a:ext uri="{FF2B5EF4-FFF2-40B4-BE49-F238E27FC236}">
                    <a16:creationId xmlns:a16="http://schemas.microsoft.com/office/drawing/2014/main" id="{6F19DFD7-14FF-0761-5A08-A55EF1E64AA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 name="Straight Connector 44">
                <a:extLst>
                  <a:ext uri="{FF2B5EF4-FFF2-40B4-BE49-F238E27FC236}">
                    <a16:creationId xmlns:a16="http://schemas.microsoft.com/office/drawing/2014/main" id="{62ACCBE4-062C-E4B9-0AFF-53EEFBD603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7AEEA9AF-6D8A-3CAF-9BE0-3902ECD1A1D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08856A2D-5D52-52EE-68EF-709F728605B9}"/>
                </a:ext>
              </a:extLst>
            </p:cNvPr>
            <p:cNvGrpSpPr/>
            <p:nvPr/>
          </p:nvGrpSpPr>
          <p:grpSpPr>
            <a:xfrm>
              <a:off x="-5996785" y="2448454"/>
              <a:ext cx="2738174" cy="1961091"/>
              <a:chOff x="4726913" y="2438401"/>
              <a:chExt cx="2738174" cy="1961091"/>
            </a:xfrm>
          </p:grpSpPr>
          <p:sp>
            <p:nvSpPr>
              <p:cNvPr id="41" name="Graphic 2" descr="Film strip outline">
                <a:extLst>
                  <a:ext uri="{FF2B5EF4-FFF2-40B4-BE49-F238E27FC236}">
                    <a16:creationId xmlns:a16="http://schemas.microsoft.com/office/drawing/2014/main" id="{837692D6-E64E-1D6C-AFD2-3771ABFE33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2" name="Straight Connector 41">
                <a:extLst>
                  <a:ext uri="{FF2B5EF4-FFF2-40B4-BE49-F238E27FC236}">
                    <a16:creationId xmlns:a16="http://schemas.microsoft.com/office/drawing/2014/main" id="{ED033153-BCE0-060D-CC6F-7DBBBCD267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F611A61D-D826-6894-1809-DFBF928ABFC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F79933D3-0F16-B1A9-D9B3-58EAF049A198}"/>
                </a:ext>
              </a:extLst>
            </p:cNvPr>
            <p:cNvGrpSpPr/>
            <p:nvPr/>
          </p:nvGrpSpPr>
          <p:grpSpPr>
            <a:xfrm>
              <a:off x="2033408" y="2448454"/>
              <a:ext cx="2738174" cy="1961091"/>
              <a:chOff x="4726913" y="2438401"/>
              <a:chExt cx="2738174" cy="1961091"/>
            </a:xfrm>
          </p:grpSpPr>
          <p:sp>
            <p:nvSpPr>
              <p:cNvPr id="38" name="Graphic 2" descr="Film strip outline">
                <a:extLst>
                  <a:ext uri="{FF2B5EF4-FFF2-40B4-BE49-F238E27FC236}">
                    <a16:creationId xmlns:a16="http://schemas.microsoft.com/office/drawing/2014/main" id="{A71D3976-F7EC-9CC8-4823-FC4FBC4CE1A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6D9EC9A1-F09D-1F3F-85D9-BBCA517A018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74AC4932-1AF6-2F41-36EB-B3AEB22240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4" name="Group 33">
              <a:extLst>
                <a:ext uri="{FF2B5EF4-FFF2-40B4-BE49-F238E27FC236}">
                  <a16:creationId xmlns:a16="http://schemas.microsoft.com/office/drawing/2014/main" id="{2DF50AAA-9BF7-C1D7-FBEE-21EC00C784A3}"/>
                </a:ext>
              </a:extLst>
            </p:cNvPr>
            <p:cNvGrpSpPr/>
            <p:nvPr/>
          </p:nvGrpSpPr>
          <p:grpSpPr>
            <a:xfrm>
              <a:off x="-636012" y="2448454"/>
              <a:ext cx="2738174" cy="1961091"/>
              <a:chOff x="4726913" y="2438401"/>
              <a:chExt cx="2738174" cy="1961091"/>
            </a:xfrm>
          </p:grpSpPr>
          <p:sp>
            <p:nvSpPr>
              <p:cNvPr id="35" name="Graphic 2" descr="Film strip outline">
                <a:extLst>
                  <a:ext uri="{FF2B5EF4-FFF2-40B4-BE49-F238E27FC236}">
                    <a16:creationId xmlns:a16="http://schemas.microsoft.com/office/drawing/2014/main" id="{D73707A2-0039-CF1D-220E-66E7685E6DE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E2C50D65-348E-28FB-2CC1-5352DAE035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2BD5D5AA-D6CD-EE4A-1463-4FE6DDBEA38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9" name="!!Film_Tabe_1">
            <a:extLst>
              <a:ext uri="{FF2B5EF4-FFF2-40B4-BE49-F238E27FC236}">
                <a16:creationId xmlns:a16="http://schemas.microsoft.com/office/drawing/2014/main" id="{D860A128-9770-45DC-048A-464402D25CEC}"/>
              </a:ext>
            </a:extLst>
          </p:cNvPr>
          <p:cNvGrpSpPr/>
          <p:nvPr/>
        </p:nvGrpSpPr>
        <p:grpSpPr>
          <a:xfrm rot="16200000">
            <a:off x="-10810471" y="2448454"/>
            <a:ext cx="21467809" cy="1961092"/>
            <a:chOff x="-5996785" y="2448454"/>
            <a:chExt cx="21467809" cy="1961092"/>
          </a:xfrm>
          <a:effectLst>
            <a:outerShdw blurRad="12700" dist="50800" dir="2700000" algn="tl" rotWithShape="0">
              <a:schemeClr val="tx1">
                <a:alpha val="40000"/>
              </a:schemeClr>
            </a:outerShdw>
          </a:effectLst>
        </p:grpSpPr>
        <p:grpSp>
          <p:nvGrpSpPr>
            <p:cNvPr id="60" name="Group 59">
              <a:extLst>
                <a:ext uri="{FF2B5EF4-FFF2-40B4-BE49-F238E27FC236}">
                  <a16:creationId xmlns:a16="http://schemas.microsoft.com/office/drawing/2014/main" id="{8393984B-503C-083B-9101-2667223CEAFE}"/>
                </a:ext>
              </a:extLst>
            </p:cNvPr>
            <p:cNvGrpSpPr/>
            <p:nvPr/>
          </p:nvGrpSpPr>
          <p:grpSpPr>
            <a:xfrm>
              <a:off x="7372077" y="2448455"/>
              <a:ext cx="2738174" cy="1961091"/>
              <a:chOff x="4726913" y="2438401"/>
              <a:chExt cx="2738174" cy="1961091"/>
            </a:xfrm>
          </p:grpSpPr>
          <p:sp>
            <p:nvSpPr>
              <p:cNvPr id="89" name="Graphic 2" descr="Film strip outline">
                <a:extLst>
                  <a:ext uri="{FF2B5EF4-FFF2-40B4-BE49-F238E27FC236}">
                    <a16:creationId xmlns:a16="http://schemas.microsoft.com/office/drawing/2014/main" id="{79CD3413-8088-E68F-77C1-8BCBD00579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0" name="Straight Connector 89">
                <a:extLst>
                  <a:ext uri="{FF2B5EF4-FFF2-40B4-BE49-F238E27FC236}">
                    <a16:creationId xmlns:a16="http://schemas.microsoft.com/office/drawing/2014/main" id="{B5F9DA9E-192A-FCB9-28B2-5935E01187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1" name="TextBox 90">
                <a:extLst>
                  <a:ext uri="{FF2B5EF4-FFF2-40B4-BE49-F238E27FC236}">
                    <a16:creationId xmlns:a16="http://schemas.microsoft.com/office/drawing/2014/main" id="{BC8807E3-BFAE-B22C-0CB1-B41585ECFB6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E94D7295-EE9F-22AB-9E26-DDBC4F2495EB}"/>
                </a:ext>
              </a:extLst>
            </p:cNvPr>
            <p:cNvGrpSpPr/>
            <p:nvPr/>
          </p:nvGrpSpPr>
          <p:grpSpPr>
            <a:xfrm>
              <a:off x="4702657" y="2448455"/>
              <a:ext cx="2738174" cy="1961091"/>
              <a:chOff x="4726913" y="2438401"/>
              <a:chExt cx="2738174" cy="1961091"/>
            </a:xfrm>
          </p:grpSpPr>
          <p:sp>
            <p:nvSpPr>
              <p:cNvPr id="86" name="Graphic 2" descr="Film strip outline">
                <a:extLst>
                  <a:ext uri="{FF2B5EF4-FFF2-40B4-BE49-F238E27FC236}">
                    <a16:creationId xmlns:a16="http://schemas.microsoft.com/office/drawing/2014/main" id="{A3AFC1E2-BA77-E794-83A7-F8D04BF75BA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7" name="Straight Connector 86">
                <a:extLst>
                  <a:ext uri="{FF2B5EF4-FFF2-40B4-BE49-F238E27FC236}">
                    <a16:creationId xmlns:a16="http://schemas.microsoft.com/office/drawing/2014/main" id="{19E21076-1EAD-9FFF-54E2-0D7AF3746A7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8" name="TextBox 87">
                <a:extLst>
                  <a:ext uri="{FF2B5EF4-FFF2-40B4-BE49-F238E27FC236}">
                    <a16:creationId xmlns:a16="http://schemas.microsoft.com/office/drawing/2014/main" id="{2BB9DC33-6730-668B-BDA2-0882D1D7419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585C124A-51CE-9325-C7BD-A07C0BDADA42}"/>
                </a:ext>
              </a:extLst>
            </p:cNvPr>
            <p:cNvGrpSpPr/>
            <p:nvPr/>
          </p:nvGrpSpPr>
          <p:grpSpPr>
            <a:xfrm>
              <a:off x="12732850" y="2448455"/>
              <a:ext cx="2738174" cy="1961091"/>
              <a:chOff x="4726913" y="2438401"/>
              <a:chExt cx="2738174" cy="1961091"/>
            </a:xfrm>
          </p:grpSpPr>
          <p:sp>
            <p:nvSpPr>
              <p:cNvPr id="83" name="Graphic 2" descr="Film strip outline">
                <a:extLst>
                  <a:ext uri="{FF2B5EF4-FFF2-40B4-BE49-F238E27FC236}">
                    <a16:creationId xmlns:a16="http://schemas.microsoft.com/office/drawing/2014/main" id="{36F8A3D1-90A3-26D3-2A02-EAB99B6CB21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4" name="Straight Connector 83">
                <a:extLst>
                  <a:ext uri="{FF2B5EF4-FFF2-40B4-BE49-F238E27FC236}">
                    <a16:creationId xmlns:a16="http://schemas.microsoft.com/office/drawing/2014/main" id="{A4C1A02F-1F41-9EC2-157F-9163C3BF58E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5" name="TextBox 84">
                <a:extLst>
                  <a:ext uri="{FF2B5EF4-FFF2-40B4-BE49-F238E27FC236}">
                    <a16:creationId xmlns:a16="http://schemas.microsoft.com/office/drawing/2014/main" id="{5CDE6FDB-5ED0-C745-A6FF-244C0F1519B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0213F04D-F58D-206F-E321-D8FE1ABFDDBA}"/>
                </a:ext>
              </a:extLst>
            </p:cNvPr>
            <p:cNvGrpSpPr/>
            <p:nvPr/>
          </p:nvGrpSpPr>
          <p:grpSpPr>
            <a:xfrm>
              <a:off x="10063430" y="2448455"/>
              <a:ext cx="2738174" cy="1961091"/>
              <a:chOff x="4726913" y="2438401"/>
              <a:chExt cx="2738174" cy="1961091"/>
            </a:xfrm>
          </p:grpSpPr>
          <p:sp>
            <p:nvSpPr>
              <p:cNvPr id="80" name="Graphic 2" descr="Film strip outline">
                <a:extLst>
                  <a:ext uri="{FF2B5EF4-FFF2-40B4-BE49-F238E27FC236}">
                    <a16:creationId xmlns:a16="http://schemas.microsoft.com/office/drawing/2014/main" id="{A9B64CF5-0554-F827-5BB1-6DBBA82315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1" name="Straight Connector 80">
                <a:extLst>
                  <a:ext uri="{FF2B5EF4-FFF2-40B4-BE49-F238E27FC236}">
                    <a16:creationId xmlns:a16="http://schemas.microsoft.com/office/drawing/2014/main" id="{1E18C113-446C-F595-D74F-F8A9CEBF0CC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2" name="TextBox 81">
                <a:extLst>
                  <a:ext uri="{FF2B5EF4-FFF2-40B4-BE49-F238E27FC236}">
                    <a16:creationId xmlns:a16="http://schemas.microsoft.com/office/drawing/2014/main" id="{237B2CE2-D359-CF45-A87B-1B7B4E61722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EF0B4A73-6EB4-AA1C-D7A2-45D3CA5416AB}"/>
                </a:ext>
              </a:extLst>
            </p:cNvPr>
            <p:cNvGrpSpPr/>
            <p:nvPr/>
          </p:nvGrpSpPr>
          <p:grpSpPr>
            <a:xfrm>
              <a:off x="-3327365" y="2448454"/>
              <a:ext cx="2738174" cy="1961091"/>
              <a:chOff x="4726913" y="2438401"/>
              <a:chExt cx="2738174" cy="1961091"/>
            </a:xfrm>
          </p:grpSpPr>
          <p:sp>
            <p:nvSpPr>
              <p:cNvPr id="77" name="Graphic 2" descr="Film strip outline">
                <a:extLst>
                  <a:ext uri="{FF2B5EF4-FFF2-40B4-BE49-F238E27FC236}">
                    <a16:creationId xmlns:a16="http://schemas.microsoft.com/office/drawing/2014/main" id="{DCAE2C2C-B5EA-12D5-F25B-466B1F82F43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8" name="Straight Connector 77">
                <a:extLst>
                  <a:ext uri="{FF2B5EF4-FFF2-40B4-BE49-F238E27FC236}">
                    <a16:creationId xmlns:a16="http://schemas.microsoft.com/office/drawing/2014/main" id="{46A1BA66-A5B4-ACC0-1D58-63DD5EA741D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9" name="TextBox 78">
                <a:extLst>
                  <a:ext uri="{FF2B5EF4-FFF2-40B4-BE49-F238E27FC236}">
                    <a16:creationId xmlns:a16="http://schemas.microsoft.com/office/drawing/2014/main" id="{1ADE3F09-6CE1-2125-2A0B-F1BE08EDCB6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C421C406-CDEC-5B87-85B2-A1566008AEA9}"/>
                </a:ext>
              </a:extLst>
            </p:cNvPr>
            <p:cNvGrpSpPr/>
            <p:nvPr/>
          </p:nvGrpSpPr>
          <p:grpSpPr>
            <a:xfrm>
              <a:off x="-5996785" y="2448454"/>
              <a:ext cx="2738174" cy="1961091"/>
              <a:chOff x="4726913" y="2438401"/>
              <a:chExt cx="2738174" cy="1961091"/>
            </a:xfrm>
          </p:grpSpPr>
          <p:sp>
            <p:nvSpPr>
              <p:cNvPr id="74" name="Graphic 2" descr="Film strip outline">
                <a:extLst>
                  <a:ext uri="{FF2B5EF4-FFF2-40B4-BE49-F238E27FC236}">
                    <a16:creationId xmlns:a16="http://schemas.microsoft.com/office/drawing/2014/main" id="{E55FBEC7-34CF-8440-F52E-84EA8386D53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5" name="Straight Connector 74">
                <a:extLst>
                  <a:ext uri="{FF2B5EF4-FFF2-40B4-BE49-F238E27FC236}">
                    <a16:creationId xmlns:a16="http://schemas.microsoft.com/office/drawing/2014/main" id="{03EFCFE0-26B6-5BB7-A880-84ACE9BDC99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B30E8618-3CB6-65B1-C16A-96E59A7A4B2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F2A94A31-B656-F214-0878-522C09B96A5F}"/>
                </a:ext>
              </a:extLst>
            </p:cNvPr>
            <p:cNvGrpSpPr/>
            <p:nvPr/>
          </p:nvGrpSpPr>
          <p:grpSpPr>
            <a:xfrm>
              <a:off x="2033408" y="2448454"/>
              <a:ext cx="2738174" cy="1961091"/>
              <a:chOff x="4726913" y="2438401"/>
              <a:chExt cx="2738174" cy="1961091"/>
            </a:xfrm>
          </p:grpSpPr>
          <p:sp>
            <p:nvSpPr>
              <p:cNvPr id="71" name="Graphic 2" descr="Film strip outline">
                <a:extLst>
                  <a:ext uri="{FF2B5EF4-FFF2-40B4-BE49-F238E27FC236}">
                    <a16:creationId xmlns:a16="http://schemas.microsoft.com/office/drawing/2014/main" id="{609BB70F-1D25-9D39-B33C-9B737E9AD71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94F1DBC4-2E6C-394B-199F-AD6C742CEDB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32C7004F-82A7-3FC8-FD7B-B6E9DBBEE8F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7" name="Group 66">
              <a:extLst>
                <a:ext uri="{FF2B5EF4-FFF2-40B4-BE49-F238E27FC236}">
                  <a16:creationId xmlns:a16="http://schemas.microsoft.com/office/drawing/2014/main" id="{19447FB5-4B02-2F6A-43B9-74BFF96772CB}"/>
                </a:ext>
              </a:extLst>
            </p:cNvPr>
            <p:cNvGrpSpPr/>
            <p:nvPr/>
          </p:nvGrpSpPr>
          <p:grpSpPr>
            <a:xfrm>
              <a:off x="-636012" y="2448454"/>
              <a:ext cx="2738174" cy="1961091"/>
              <a:chOff x="4726913" y="2438401"/>
              <a:chExt cx="2738174" cy="1961091"/>
            </a:xfrm>
          </p:grpSpPr>
          <p:sp>
            <p:nvSpPr>
              <p:cNvPr id="68" name="Graphic 2" descr="Film strip outline">
                <a:extLst>
                  <a:ext uri="{FF2B5EF4-FFF2-40B4-BE49-F238E27FC236}">
                    <a16:creationId xmlns:a16="http://schemas.microsoft.com/office/drawing/2014/main" id="{5650DDBA-40FB-C55A-CE04-4A78C7FA662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9" name="Straight Connector 68">
                <a:extLst>
                  <a:ext uri="{FF2B5EF4-FFF2-40B4-BE49-F238E27FC236}">
                    <a16:creationId xmlns:a16="http://schemas.microsoft.com/office/drawing/2014/main" id="{D38C46FA-1ABD-6E76-548F-0C5E7109F2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0" name="TextBox 69">
                <a:extLst>
                  <a:ext uri="{FF2B5EF4-FFF2-40B4-BE49-F238E27FC236}">
                    <a16:creationId xmlns:a16="http://schemas.microsoft.com/office/drawing/2014/main" id="{1B85F218-8156-0706-7893-9A568EB483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19" name="TextBox 18">
            <a:extLst>
              <a:ext uri="{FF2B5EF4-FFF2-40B4-BE49-F238E27FC236}">
                <a16:creationId xmlns:a16="http://schemas.microsoft.com/office/drawing/2014/main" id="{08A36CB5-551A-38A9-D5C9-7D1775C01C69}"/>
              </a:ext>
            </a:extLst>
          </p:cNvPr>
          <p:cNvSpPr txBox="1"/>
          <p:nvPr/>
        </p:nvSpPr>
        <p:spPr>
          <a:xfrm>
            <a:off x="1752980" y="12532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92" name="Freeform: Shape 91">
            <a:extLst>
              <a:ext uri="{FF2B5EF4-FFF2-40B4-BE49-F238E27FC236}">
                <a16:creationId xmlns:a16="http://schemas.microsoft.com/office/drawing/2014/main" id="{3FF7D522-867D-8B01-E353-A337F7E05E06}"/>
              </a:ext>
            </a:extLst>
          </p:cNvPr>
          <p:cNvSpPr/>
          <p:nvPr/>
        </p:nvSpPr>
        <p:spPr>
          <a:xfrm>
            <a:off x="770364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3" name="Rectangle 92">
            <a:extLst>
              <a:ext uri="{FF2B5EF4-FFF2-40B4-BE49-F238E27FC236}">
                <a16:creationId xmlns:a16="http://schemas.microsoft.com/office/drawing/2014/main" id="{90FB1E13-F6AA-7896-7D2F-5D6C2BF6C17F}"/>
              </a:ext>
            </a:extLst>
          </p:cNvPr>
          <p:cNvSpPr>
            <a:spLocks/>
          </p:cNvSpPr>
          <p:nvPr/>
        </p:nvSpPr>
        <p:spPr>
          <a:xfrm>
            <a:off x="8683029" y="542785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524535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wipe(left)">
                                      <p:cBhvr>
                                        <p:cTn id="7" dur="500"/>
                                        <p:tgtEl>
                                          <p:spTgt spid="19">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wipe(left)">
                                      <p:cBhvr>
                                        <p:cTn id="10" dur="500"/>
                                        <p:tgtEl>
                                          <p:spTgt spid="19">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wipe(left)">
                                      <p:cBhvr>
                                        <p:cTn id="13" dur="500"/>
                                        <p:tgtEl>
                                          <p:spTgt spid="19">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9">
                                            <p:txEl>
                                              <p:pRg st="3" end="3"/>
                                            </p:txEl>
                                          </p:spTgt>
                                        </p:tgtEl>
                                        <p:attrNameLst>
                                          <p:attrName>style.visibility</p:attrName>
                                        </p:attrNameLst>
                                      </p:cBhvr>
                                      <p:to>
                                        <p:strVal val="visible"/>
                                      </p:to>
                                    </p:set>
                                    <p:animEffect transition="in" filter="wipe(left)">
                                      <p:cBhvr>
                                        <p:cTn id="16" dur="500"/>
                                        <p:tgtEl>
                                          <p:spTgt spid="19">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19">
                                            <p:txEl>
                                              <p:pRg st="4" end="4"/>
                                            </p:txEl>
                                          </p:spTgt>
                                        </p:tgtEl>
                                        <p:attrNameLst>
                                          <p:attrName>style.visibility</p:attrName>
                                        </p:attrNameLst>
                                      </p:cBhvr>
                                      <p:to>
                                        <p:strVal val="visible"/>
                                      </p:to>
                                    </p:set>
                                    <p:animEffect transition="in" filter="wipe(left)">
                                      <p:cBhvr>
                                        <p:cTn id="19" dur="500"/>
                                        <p:tgtEl>
                                          <p:spTgt spid="19">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19">
                                            <p:txEl>
                                              <p:pRg st="5" end="5"/>
                                            </p:txEl>
                                          </p:spTgt>
                                        </p:tgtEl>
                                        <p:attrNameLst>
                                          <p:attrName>style.visibility</p:attrName>
                                        </p:attrNameLst>
                                      </p:cBhvr>
                                      <p:to>
                                        <p:strVal val="visible"/>
                                      </p:to>
                                    </p:set>
                                    <p:animEffect transition="in" filter="wipe(left)">
                                      <p:cBhvr>
                                        <p:cTn id="22" dur="500"/>
                                        <p:tgtEl>
                                          <p:spTgt spid="19">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9">
                                            <p:txEl>
                                              <p:pRg st="6" end="6"/>
                                            </p:txEl>
                                          </p:spTgt>
                                        </p:tgtEl>
                                        <p:attrNameLst>
                                          <p:attrName>style.visibility</p:attrName>
                                        </p:attrNameLst>
                                      </p:cBhvr>
                                      <p:to>
                                        <p:strVal val="visible"/>
                                      </p:to>
                                    </p:set>
                                    <p:animEffect transition="in" filter="wipe(left)">
                                      <p:cBhvr>
                                        <p:cTn id="25" dur="500"/>
                                        <p:tgtEl>
                                          <p:spTgt spid="19">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50" fill="hold">
                                          <p:stCondLst>
                                            <p:cond delay="0"/>
                                          </p:stCondLst>
                                        </p:cTn>
                                        <p:tgtEl>
                                          <p:spTgt spid="19">
                                            <p:txEl>
                                              <p:pRg st="2" end="2"/>
                                            </p:txEl>
                                          </p:spTgt>
                                        </p:tgtEl>
                                        <p:attrNameLst>
                                          <p:attrName>r</p:attrName>
                                        </p:attrNameLst>
                                      </p:cBhvr>
                                    </p:animRot>
                                    <p:animRot by="-240000">
                                      <p:cBhvr>
                                        <p:cTn id="30" dur="100" fill="hold">
                                          <p:stCondLst>
                                            <p:cond delay="100"/>
                                          </p:stCondLst>
                                        </p:cTn>
                                        <p:tgtEl>
                                          <p:spTgt spid="19">
                                            <p:txEl>
                                              <p:pRg st="2" end="2"/>
                                            </p:txEl>
                                          </p:spTgt>
                                        </p:tgtEl>
                                        <p:attrNameLst>
                                          <p:attrName>r</p:attrName>
                                        </p:attrNameLst>
                                      </p:cBhvr>
                                    </p:animRot>
                                    <p:animRot by="240000">
                                      <p:cBhvr>
                                        <p:cTn id="31" dur="100" fill="hold">
                                          <p:stCondLst>
                                            <p:cond delay="200"/>
                                          </p:stCondLst>
                                        </p:cTn>
                                        <p:tgtEl>
                                          <p:spTgt spid="19">
                                            <p:txEl>
                                              <p:pRg st="2" end="2"/>
                                            </p:txEl>
                                          </p:spTgt>
                                        </p:tgtEl>
                                        <p:attrNameLst>
                                          <p:attrName>r</p:attrName>
                                        </p:attrNameLst>
                                      </p:cBhvr>
                                    </p:animRot>
                                    <p:animRot by="-240000">
                                      <p:cBhvr>
                                        <p:cTn id="32" dur="100" fill="hold">
                                          <p:stCondLst>
                                            <p:cond delay="300"/>
                                          </p:stCondLst>
                                        </p:cTn>
                                        <p:tgtEl>
                                          <p:spTgt spid="19">
                                            <p:txEl>
                                              <p:pRg st="2" end="2"/>
                                            </p:txEl>
                                          </p:spTgt>
                                        </p:tgtEl>
                                        <p:attrNameLst>
                                          <p:attrName>r</p:attrName>
                                        </p:attrNameLst>
                                      </p:cBhvr>
                                    </p:animRot>
                                    <p:animRot by="120000">
                                      <p:cBhvr>
                                        <p:cTn id="33" dur="100" fill="hold">
                                          <p:stCondLst>
                                            <p:cond delay="400"/>
                                          </p:stCondLst>
                                        </p:cTn>
                                        <p:tgtEl>
                                          <p:spTgt spid="19">
                                            <p:txEl>
                                              <p:pRg st="2" end="2"/>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19">
                                            <p:txEl>
                                              <p:pRg st="2" end="2"/>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19">
                                            <p:txEl>
                                              <p:pRg st="2" end="2"/>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92"/>
                                        </p:tgtEl>
                                        <p:attrNameLst>
                                          <p:attrName>style.visibility</p:attrName>
                                        </p:attrNameLst>
                                      </p:cBhvr>
                                      <p:to>
                                        <p:strVal val="visible"/>
                                      </p:to>
                                    </p:set>
                                    <p:animEffect transition="in" filter="fade">
                                      <p:cBhvr>
                                        <p:cTn id="40" dur="500"/>
                                        <p:tgtEl>
                                          <p:spTgt spid="92"/>
                                        </p:tgtEl>
                                      </p:cBhvr>
                                    </p:animEffect>
                                  </p:childTnLst>
                                </p:cTn>
                              </p:par>
                              <p:par>
                                <p:cTn id="41" presetID="10" presetClass="exit" presetSubtype="0" fill="hold" grpId="0" nodeType="withEffect">
                                  <p:stCondLst>
                                    <p:cond delay="0"/>
                                  </p:stCondLst>
                                  <p:childTnLst>
                                    <p:animEffect transition="out" filter="fade">
                                      <p:cBhvr>
                                        <p:cTn id="42" dur="500"/>
                                        <p:tgtEl>
                                          <p:spTgt spid="27"/>
                                        </p:tgtEl>
                                      </p:cBhvr>
                                    </p:animEffect>
                                    <p:set>
                                      <p:cBhvr>
                                        <p:cTn id="43" dur="1" fill="hold">
                                          <p:stCondLst>
                                            <p:cond delay="499"/>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19" grpId="0" uiExpand="1" build="allAtOnce"/>
      <p:bldP spid="9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816F5510-3FC2-809E-C561-C6F905DDBA60}"/>
            </a:ext>
          </a:extLst>
        </p:cNvPr>
        <p:cNvGrpSpPr/>
        <p:nvPr/>
      </p:nvGrpSpPr>
      <p:grpSpPr>
        <a:xfrm>
          <a:off x="0" y="0"/>
          <a:ext cx="0" cy="0"/>
          <a:chOff x="0" y="0"/>
          <a:chExt cx="0" cy="0"/>
        </a:xfrm>
      </p:grpSpPr>
      <p:sp>
        <p:nvSpPr>
          <p:cNvPr id="15" name="Footer Placeholder 14">
            <a:extLst>
              <a:ext uri="{FF2B5EF4-FFF2-40B4-BE49-F238E27FC236}">
                <a16:creationId xmlns:a16="http://schemas.microsoft.com/office/drawing/2014/main" id="{BD0BBF87-A897-A436-DF6E-ED5C896051D4}"/>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C41A31AC-6B9A-E245-FC9E-2A996A3CBBB6}"/>
              </a:ext>
            </a:extLst>
          </p:cNvPr>
          <p:cNvSpPr>
            <a:spLocks noGrp="1"/>
          </p:cNvSpPr>
          <p:nvPr>
            <p:ph type="sldNum" sz="quarter" idx="12"/>
          </p:nvPr>
        </p:nvSpPr>
        <p:spPr>
          <a:xfrm>
            <a:off x="20514"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12</a:t>
            </a:fld>
            <a:endParaRPr lang="en-AS" dirty="0"/>
          </a:p>
        </p:txBody>
      </p:sp>
      <p:grpSp>
        <p:nvGrpSpPr>
          <p:cNvPr id="28" name="Tape Group_1">
            <a:extLst>
              <a:ext uri="{FF2B5EF4-FFF2-40B4-BE49-F238E27FC236}">
                <a16:creationId xmlns:a16="http://schemas.microsoft.com/office/drawing/2014/main" id="{10EA9A17-B057-6C8E-8FC1-EF582149CD5D}"/>
              </a:ext>
            </a:extLst>
          </p:cNvPr>
          <p:cNvGrpSpPr/>
          <p:nvPr/>
        </p:nvGrpSpPr>
        <p:grpSpPr>
          <a:xfrm rot="16200000" flipH="1" flipV="1">
            <a:off x="-7362814"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7553A5DC-170E-C3C4-E147-AF376EFA219C}"/>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78C4BA40-B3C0-DBB0-1331-6B8F6FFB696E}"/>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8A27FD3C-2A39-6E32-CAC3-355DEFB00872}"/>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7F94BF59-56A7-AE24-8D6A-AC29337B2E4A}"/>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B05E6BA4-F347-E89B-6CB9-143B604E52BF}"/>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3CB60684-AE0E-3B3A-BCEA-E95F4995B62A}"/>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C0AE0796-F0E6-B398-6887-753AEE2A1C20}"/>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9" name="Data set">
            <a:extLst>
              <a:ext uri="{FF2B5EF4-FFF2-40B4-BE49-F238E27FC236}">
                <a16:creationId xmlns:a16="http://schemas.microsoft.com/office/drawing/2014/main" id="{88899FA5-2D86-174E-4018-8B1E04122BCB}"/>
              </a:ext>
            </a:extLst>
          </p:cNvPr>
          <p:cNvSpPr txBox="1"/>
          <p:nvPr/>
        </p:nvSpPr>
        <p:spPr>
          <a:xfrm>
            <a:off x="5628389" y="2623037"/>
            <a:ext cx="6363030" cy="4124206"/>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 </a:t>
            </a:r>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Primarily trained and evaluated on the:</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The UVG (Ultra Video Group) dataset contains 7 uncompressed 1080p video sequences recorded at 120 fps. It is widely used for training and evaluating video compression models due to its diverse motion, texture, and lighting conditions.</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 HEVC (High efficiency video compression) Standard Test Sequences (Class B, C, D, E). These datasets contain a variety of content, from low-motion videoconferencing to high-motion natural scenes, which helps in generalizing the model's performance.</a:t>
            </a:r>
          </a:p>
        </p:txBody>
      </p:sp>
      <p:sp>
        <p:nvSpPr>
          <p:cNvPr id="18" name="TextBox 17">
            <a:extLst>
              <a:ext uri="{FF2B5EF4-FFF2-40B4-BE49-F238E27FC236}">
                <a16:creationId xmlns:a16="http://schemas.microsoft.com/office/drawing/2014/main" id="{BD81B5A4-6188-FBE8-C303-957679CEA52A}"/>
              </a:ext>
            </a:extLst>
          </p:cNvPr>
          <p:cNvSpPr txBox="1"/>
          <p:nvPr/>
        </p:nvSpPr>
        <p:spPr>
          <a:xfrm>
            <a:off x="104464" y="2623037"/>
            <a:ext cx="5442896" cy="3170099"/>
          </a:xfrm>
          <a:prstGeom prst="rect">
            <a:avLst/>
          </a:prstGeom>
          <a:noFill/>
        </p:spPr>
        <p:txBody>
          <a:bodyPr wrap="square" rtlCol="0">
            <a:spAutoFit/>
          </a:bodyPr>
          <a:lstStyle/>
          <a:p>
            <a:r>
              <a:rPr lang="en-US" sz="2000" b="1" dirty="0">
                <a:solidFill>
                  <a:schemeClr val="tx1">
                    <a:lumMod val="85000"/>
                    <a:lumOff val="15000"/>
                  </a:schemeClr>
                </a:solidFill>
                <a:latin typeface="Times New Roman" panose="02020603050405020304" pitchFamily="18" charset="0"/>
                <a:cs typeface="Times New Roman" panose="02020603050405020304" pitchFamily="18" charset="0"/>
              </a:rPr>
              <a:t>DVC</a:t>
            </a:r>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 was the first fully end-to-end deep learning-based video compression model. </a:t>
            </a:r>
          </a:p>
          <a:p>
            <a:b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br>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It combines traditional motion-compensated prediction with neural networks for motion and residual encoding. </a:t>
            </a:r>
          </a:p>
          <a:p>
            <a:b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br>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All modules are trained jointly with a single loss function, enabling a balance between rate reduction and reconstruction quality.</a:t>
            </a:r>
          </a:p>
        </p:txBody>
      </p:sp>
      <p:sp>
        <p:nvSpPr>
          <p:cNvPr id="11" name="Title">
            <a:extLst>
              <a:ext uri="{FF2B5EF4-FFF2-40B4-BE49-F238E27FC236}">
                <a16:creationId xmlns:a16="http://schemas.microsoft.com/office/drawing/2014/main" id="{B346691E-7912-EE10-371B-E7D9A5ADCCBE}"/>
              </a:ext>
            </a:extLst>
          </p:cNvPr>
          <p:cNvSpPr txBox="1">
            <a:spLocks noGrp="1"/>
          </p:cNvSpPr>
          <p:nvPr>
            <p:ph type="title" idx="4294967295"/>
          </p:nvPr>
        </p:nvSpPr>
        <p:spPr>
          <a:xfrm>
            <a:off x="542425" y="1446244"/>
            <a:ext cx="8928009" cy="95410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DVC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(Deep Video Compression)</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2019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CVPR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(Conference on Computer Vision and Pattern Recognition)</a:t>
            </a:r>
            <a:endParaRPr kumimoji="0" lang="en-A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3" name="Oval 12">
            <a:extLst>
              <a:ext uri="{FF2B5EF4-FFF2-40B4-BE49-F238E27FC236}">
                <a16:creationId xmlns:a16="http://schemas.microsoft.com/office/drawing/2014/main" id="{0608ED38-7BA6-2428-ADFD-E42714D31BB1}"/>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grpSp>
        <p:nvGrpSpPr>
          <p:cNvPr id="12" name="!!Film_Tabe_2">
            <a:extLst>
              <a:ext uri="{FF2B5EF4-FFF2-40B4-BE49-F238E27FC236}">
                <a16:creationId xmlns:a16="http://schemas.microsoft.com/office/drawing/2014/main" id="{F4692FDB-EADD-FE8D-9692-4E044886121A}"/>
              </a:ext>
            </a:extLst>
          </p:cNvPr>
          <p:cNvGrpSpPr/>
          <p:nvPr/>
        </p:nvGrpSpPr>
        <p:grpSpPr>
          <a:xfrm rot="16200000">
            <a:off x="2738046" y="-2461238"/>
            <a:ext cx="21467809" cy="1961092"/>
            <a:chOff x="-5996785" y="2448454"/>
            <a:chExt cx="21467809" cy="1961092"/>
          </a:xfrm>
          <a:effectLst>
            <a:outerShdw blurRad="12700" dist="50800" dir="2700000" algn="tl" rotWithShape="0">
              <a:prstClr val="black">
                <a:alpha val="40000"/>
              </a:prstClr>
            </a:outerShdw>
          </a:effectLst>
        </p:grpSpPr>
        <p:grpSp>
          <p:nvGrpSpPr>
            <p:cNvPr id="14" name="Group 13">
              <a:extLst>
                <a:ext uri="{FF2B5EF4-FFF2-40B4-BE49-F238E27FC236}">
                  <a16:creationId xmlns:a16="http://schemas.microsoft.com/office/drawing/2014/main" id="{042ADE70-C807-032B-A0E0-66D77BD208E3}"/>
                </a:ext>
              </a:extLst>
            </p:cNvPr>
            <p:cNvGrpSpPr/>
            <p:nvPr/>
          </p:nvGrpSpPr>
          <p:grpSpPr>
            <a:xfrm>
              <a:off x="7372077" y="2448455"/>
              <a:ext cx="2738174" cy="1961091"/>
              <a:chOff x="4726913" y="2438401"/>
              <a:chExt cx="2738174" cy="1961091"/>
            </a:xfrm>
          </p:grpSpPr>
          <p:sp>
            <p:nvSpPr>
              <p:cNvPr id="54" name="Graphic 2" descr="Film strip outline">
                <a:extLst>
                  <a:ext uri="{FF2B5EF4-FFF2-40B4-BE49-F238E27FC236}">
                    <a16:creationId xmlns:a16="http://schemas.microsoft.com/office/drawing/2014/main" id="{8377353B-4E66-684D-C870-33415F6FB3A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C8538335-CE65-CCE2-954C-0E40B019ED3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C701615F-8748-432A-F774-9A323AC5369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F0100A32-3781-F798-1BAD-A5E254E8D10E}"/>
                </a:ext>
              </a:extLst>
            </p:cNvPr>
            <p:cNvGrpSpPr/>
            <p:nvPr/>
          </p:nvGrpSpPr>
          <p:grpSpPr>
            <a:xfrm>
              <a:off x="4702657" y="2448455"/>
              <a:ext cx="2738174" cy="1961091"/>
              <a:chOff x="4726913" y="2438401"/>
              <a:chExt cx="2738174" cy="1961091"/>
            </a:xfrm>
          </p:grpSpPr>
          <p:sp>
            <p:nvSpPr>
              <p:cNvPr id="51" name="Graphic 2" descr="Film strip outline">
                <a:extLst>
                  <a:ext uri="{FF2B5EF4-FFF2-40B4-BE49-F238E27FC236}">
                    <a16:creationId xmlns:a16="http://schemas.microsoft.com/office/drawing/2014/main" id="{806EE262-99E3-0E78-2A11-9455D954BC7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5CAD3C03-FA60-086E-1B80-B67EB1D399C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A82B3EB0-A029-4E30-F95D-42EA219C8EA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9F74AECC-9015-BF6C-FC4C-4BF0D595A539}"/>
                </a:ext>
              </a:extLst>
            </p:cNvPr>
            <p:cNvGrpSpPr/>
            <p:nvPr/>
          </p:nvGrpSpPr>
          <p:grpSpPr>
            <a:xfrm>
              <a:off x="12732850" y="2448455"/>
              <a:ext cx="2738174" cy="1961091"/>
              <a:chOff x="4726913" y="2438401"/>
              <a:chExt cx="2738174" cy="1961091"/>
            </a:xfrm>
          </p:grpSpPr>
          <p:sp>
            <p:nvSpPr>
              <p:cNvPr id="48" name="Graphic 2" descr="Film strip outline">
                <a:extLst>
                  <a:ext uri="{FF2B5EF4-FFF2-40B4-BE49-F238E27FC236}">
                    <a16:creationId xmlns:a16="http://schemas.microsoft.com/office/drawing/2014/main" id="{002D0181-184E-9FB9-CFC9-DA445A2B77C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A04DE725-79AF-0AEF-5039-52566F1CD55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67E2D11F-5A42-5EC5-C6AB-03B5017727F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4093BE99-999C-9755-D928-87DCF44777FB}"/>
                </a:ext>
              </a:extLst>
            </p:cNvPr>
            <p:cNvGrpSpPr/>
            <p:nvPr/>
          </p:nvGrpSpPr>
          <p:grpSpPr>
            <a:xfrm>
              <a:off x="10063430" y="2448455"/>
              <a:ext cx="2738174" cy="1961091"/>
              <a:chOff x="4726913" y="2438401"/>
              <a:chExt cx="2738174" cy="1961091"/>
            </a:xfrm>
          </p:grpSpPr>
          <p:sp>
            <p:nvSpPr>
              <p:cNvPr id="45" name="Graphic 2" descr="Film strip outline">
                <a:extLst>
                  <a:ext uri="{FF2B5EF4-FFF2-40B4-BE49-F238E27FC236}">
                    <a16:creationId xmlns:a16="http://schemas.microsoft.com/office/drawing/2014/main" id="{1D037CD1-29CF-36D6-9FF8-CE164FFB4F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C0FBD9A8-5D4B-503C-717C-2059B525F8E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817BBC2A-122B-DCD6-78F2-1AB8FC3A9F9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CB0FA805-CFA3-4711-0AF0-4ED996C10BB9}"/>
                </a:ext>
              </a:extLst>
            </p:cNvPr>
            <p:cNvGrpSpPr/>
            <p:nvPr/>
          </p:nvGrpSpPr>
          <p:grpSpPr>
            <a:xfrm>
              <a:off x="-3327365" y="2448454"/>
              <a:ext cx="2738174" cy="1961091"/>
              <a:chOff x="4726913" y="2438401"/>
              <a:chExt cx="2738174" cy="1961091"/>
            </a:xfrm>
          </p:grpSpPr>
          <p:sp>
            <p:nvSpPr>
              <p:cNvPr id="42" name="Graphic 2" descr="Film strip outline">
                <a:extLst>
                  <a:ext uri="{FF2B5EF4-FFF2-40B4-BE49-F238E27FC236}">
                    <a16:creationId xmlns:a16="http://schemas.microsoft.com/office/drawing/2014/main" id="{15F06C49-391B-C626-EE4B-EAE589DD2B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3" name="Straight Connector 42">
                <a:extLst>
                  <a:ext uri="{FF2B5EF4-FFF2-40B4-BE49-F238E27FC236}">
                    <a16:creationId xmlns:a16="http://schemas.microsoft.com/office/drawing/2014/main" id="{6550647B-E69A-9935-A866-9815CADAA4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72278C76-3B69-3DA9-BA61-C8B00646D4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9A3FF906-D266-43AF-9704-AC641ED8E7A9}"/>
                </a:ext>
              </a:extLst>
            </p:cNvPr>
            <p:cNvGrpSpPr/>
            <p:nvPr/>
          </p:nvGrpSpPr>
          <p:grpSpPr>
            <a:xfrm>
              <a:off x="-5996785" y="2448454"/>
              <a:ext cx="2738174" cy="1961091"/>
              <a:chOff x="4726913" y="2438401"/>
              <a:chExt cx="2738174" cy="1961091"/>
            </a:xfrm>
          </p:grpSpPr>
          <p:sp>
            <p:nvSpPr>
              <p:cNvPr id="39" name="Graphic 2" descr="Film strip outline">
                <a:extLst>
                  <a:ext uri="{FF2B5EF4-FFF2-40B4-BE49-F238E27FC236}">
                    <a16:creationId xmlns:a16="http://schemas.microsoft.com/office/drawing/2014/main" id="{B0A85319-1BCB-A0A6-07B2-6735D20EF6E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3E33898F-DCA8-5B57-76C8-4F4794D712A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FAFF0B59-E11F-57E0-9B51-6C2CA22E7D6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F43DABB2-9E13-6FCF-E71F-DA01E10225F6}"/>
                </a:ext>
              </a:extLst>
            </p:cNvPr>
            <p:cNvGrpSpPr/>
            <p:nvPr/>
          </p:nvGrpSpPr>
          <p:grpSpPr>
            <a:xfrm>
              <a:off x="2033408" y="2448454"/>
              <a:ext cx="2738174" cy="1961091"/>
              <a:chOff x="4726913" y="2438401"/>
              <a:chExt cx="2738174" cy="1961091"/>
            </a:xfrm>
          </p:grpSpPr>
          <p:sp>
            <p:nvSpPr>
              <p:cNvPr id="30" name="Graphic 2" descr="Film strip outline">
                <a:extLst>
                  <a:ext uri="{FF2B5EF4-FFF2-40B4-BE49-F238E27FC236}">
                    <a16:creationId xmlns:a16="http://schemas.microsoft.com/office/drawing/2014/main" id="{68326C5C-F36D-63C3-20DE-09342536680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7" name="Straight Connector 36">
                <a:extLst>
                  <a:ext uri="{FF2B5EF4-FFF2-40B4-BE49-F238E27FC236}">
                    <a16:creationId xmlns:a16="http://schemas.microsoft.com/office/drawing/2014/main" id="{EDBEC011-66D2-B111-5342-2EF2408DFE3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413E26CB-887C-6B5E-B775-4ADB0CCA136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373321B6-D247-441A-E7E8-33D747C941CA}"/>
                </a:ext>
              </a:extLst>
            </p:cNvPr>
            <p:cNvGrpSpPr/>
            <p:nvPr/>
          </p:nvGrpSpPr>
          <p:grpSpPr>
            <a:xfrm>
              <a:off x="-636012"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CA1B058E-ADE8-DA4B-F482-D35AA4A2A81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6" name="Straight Connector 25">
                <a:extLst>
                  <a:ext uri="{FF2B5EF4-FFF2-40B4-BE49-F238E27FC236}">
                    <a16:creationId xmlns:a16="http://schemas.microsoft.com/office/drawing/2014/main" id="{4421D79C-1355-3E60-5F10-B358C83FAA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7A9BB94D-C868-F29F-CBEA-BD8D5369E42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7" name="!!Film_Tabe_1">
            <a:extLst>
              <a:ext uri="{FF2B5EF4-FFF2-40B4-BE49-F238E27FC236}">
                <a16:creationId xmlns:a16="http://schemas.microsoft.com/office/drawing/2014/main" id="{316DE52B-B491-2B5B-3F57-D6531D3CC507}"/>
              </a:ext>
            </a:extLst>
          </p:cNvPr>
          <p:cNvGrpSpPr/>
          <p:nvPr/>
        </p:nvGrpSpPr>
        <p:grpSpPr>
          <a:xfrm rot="16200000">
            <a:off x="-11951504" y="5512330"/>
            <a:ext cx="21467809" cy="1961092"/>
            <a:chOff x="-5996785" y="2448454"/>
            <a:chExt cx="21467809" cy="1961092"/>
          </a:xfrm>
          <a:effectLst>
            <a:outerShdw blurRad="12700" dist="50800" dir="2700000" algn="tl" rotWithShape="0">
              <a:schemeClr val="tx1">
                <a:alpha val="40000"/>
              </a:schemeClr>
            </a:outerShdw>
          </a:effectLst>
        </p:grpSpPr>
        <p:grpSp>
          <p:nvGrpSpPr>
            <p:cNvPr id="58" name="Group 57">
              <a:extLst>
                <a:ext uri="{FF2B5EF4-FFF2-40B4-BE49-F238E27FC236}">
                  <a16:creationId xmlns:a16="http://schemas.microsoft.com/office/drawing/2014/main" id="{CE184CCE-62B1-3452-ED15-C60288B7673E}"/>
                </a:ext>
              </a:extLst>
            </p:cNvPr>
            <p:cNvGrpSpPr/>
            <p:nvPr/>
          </p:nvGrpSpPr>
          <p:grpSpPr>
            <a:xfrm>
              <a:off x="7372077" y="2448455"/>
              <a:ext cx="2738174" cy="1961091"/>
              <a:chOff x="4726913" y="2438401"/>
              <a:chExt cx="2738174" cy="1961091"/>
            </a:xfrm>
          </p:grpSpPr>
          <p:sp>
            <p:nvSpPr>
              <p:cNvPr id="87" name="Graphic 2" descr="Film strip outline">
                <a:extLst>
                  <a:ext uri="{FF2B5EF4-FFF2-40B4-BE49-F238E27FC236}">
                    <a16:creationId xmlns:a16="http://schemas.microsoft.com/office/drawing/2014/main" id="{7759DCD8-F807-6E4B-58E5-28B98A3D7EA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8" name="Straight Connector 87">
                <a:extLst>
                  <a:ext uri="{FF2B5EF4-FFF2-40B4-BE49-F238E27FC236}">
                    <a16:creationId xmlns:a16="http://schemas.microsoft.com/office/drawing/2014/main" id="{296B0FF5-47FB-40C1-C4A8-A2213375E98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9" name="TextBox 88">
                <a:extLst>
                  <a:ext uri="{FF2B5EF4-FFF2-40B4-BE49-F238E27FC236}">
                    <a16:creationId xmlns:a16="http://schemas.microsoft.com/office/drawing/2014/main" id="{27430BB9-8E53-133E-6664-2904493CB69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F0E23B01-1656-B72C-4C98-BA25A31D4256}"/>
                </a:ext>
              </a:extLst>
            </p:cNvPr>
            <p:cNvGrpSpPr/>
            <p:nvPr/>
          </p:nvGrpSpPr>
          <p:grpSpPr>
            <a:xfrm>
              <a:off x="4702657" y="2448455"/>
              <a:ext cx="2738174" cy="1961091"/>
              <a:chOff x="4726913" y="2438401"/>
              <a:chExt cx="2738174" cy="1961091"/>
            </a:xfrm>
          </p:grpSpPr>
          <p:sp>
            <p:nvSpPr>
              <p:cNvPr id="84" name="Graphic 2" descr="Film strip outline">
                <a:extLst>
                  <a:ext uri="{FF2B5EF4-FFF2-40B4-BE49-F238E27FC236}">
                    <a16:creationId xmlns:a16="http://schemas.microsoft.com/office/drawing/2014/main" id="{32481014-B776-E082-F170-F97F3D1D303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5" name="Straight Connector 84">
                <a:extLst>
                  <a:ext uri="{FF2B5EF4-FFF2-40B4-BE49-F238E27FC236}">
                    <a16:creationId xmlns:a16="http://schemas.microsoft.com/office/drawing/2014/main" id="{AB3738DF-1461-7820-F585-75DA6E6B98B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5FBC9E2A-8736-0FAC-E8F9-35006CD8B66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7238539D-C8DE-1C5C-A8BA-4B9A6AA22E1D}"/>
                </a:ext>
              </a:extLst>
            </p:cNvPr>
            <p:cNvGrpSpPr/>
            <p:nvPr/>
          </p:nvGrpSpPr>
          <p:grpSpPr>
            <a:xfrm>
              <a:off x="12732850" y="2448455"/>
              <a:ext cx="2738174" cy="1961091"/>
              <a:chOff x="4726913" y="2438401"/>
              <a:chExt cx="2738174" cy="1961091"/>
            </a:xfrm>
          </p:grpSpPr>
          <p:sp>
            <p:nvSpPr>
              <p:cNvPr id="81" name="Graphic 2" descr="Film strip outline">
                <a:extLst>
                  <a:ext uri="{FF2B5EF4-FFF2-40B4-BE49-F238E27FC236}">
                    <a16:creationId xmlns:a16="http://schemas.microsoft.com/office/drawing/2014/main" id="{FD8AA18E-41CF-589D-06CF-C898AB8FD29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2" name="Straight Connector 81">
                <a:extLst>
                  <a:ext uri="{FF2B5EF4-FFF2-40B4-BE49-F238E27FC236}">
                    <a16:creationId xmlns:a16="http://schemas.microsoft.com/office/drawing/2014/main" id="{FD041388-1869-3906-8372-D00B0AD60FE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3" name="TextBox 82">
                <a:extLst>
                  <a:ext uri="{FF2B5EF4-FFF2-40B4-BE49-F238E27FC236}">
                    <a16:creationId xmlns:a16="http://schemas.microsoft.com/office/drawing/2014/main" id="{515F753E-1023-190A-B33B-911A1B88D64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0181584F-334C-EFAC-F60C-32F9D91F33F2}"/>
                </a:ext>
              </a:extLst>
            </p:cNvPr>
            <p:cNvGrpSpPr/>
            <p:nvPr/>
          </p:nvGrpSpPr>
          <p:grpSpPr>
            <a:xfrm>
              <a:off x="10063430" y="2448455"/>
              <a:ext cx="2738174" cy="1961091"/>
              <a:chOff x="4726913" y="2438401"/>
              <a:chExt cx="2738174" cy="1961091"/>
            </a:xfrm>
          </p:grpSpPr>
          <p:sp>
            <p:nvSpPr>
              <p:cNvPr id="78" name="Graphic 2" descr="Film strip outline">
                <a:extLst>
                  <a:ext uri="{FF2B5EF4-FFF2-40B4-BE49-F238E27FC236}">
                    <a16:creationId xmlns:a16="http://schemas.microsoft.com/office/drawing/2014/main" id="{0164A6CA-1EFE-A51C-A8AD-9E6DE9B9285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20B704B5-BB06-991A-26AC-E18D08ABF61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7F6C811E-78DC-9C3A-1617-A69A599A588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625D995B-60CB-A648-E880-4421A9C9BA5D}"/>
                </a:ext>
              </a:extLst>
            </p:cNvPr>
            <p:cNvGrpSpPr/>
            <p:nvPr/>
          </p:nvGrpSpPr>
          <p:grpSpPr>
            <a:xfrm>
              <a:off x="-3327365" y="2448454"/>
              <a:ext cx="2738174" cy="1961091"/>
              <a:chOff x="4726913" y="2438401"/>
              <a:chExt cx="2738174" cy="1961091"/>
            </a:xfrm>
          </p:grpSpPr>
          <p:sp>
            <p:nvSpPr>
              <p:cNvPr id="75" name="Graphic 2" descr="Film strip outline">
                <a:extLst>
                  <a:ext uri="{FF2B5EF4-FFF2-40B4-BE49-F238E27FC236}">
                    <a16:creationId xmlns:a16="http://schemas.microsoft.com/office/drawing/2014/main" id="{04340CC3-D78F-FC51-5B85-8E268EBF897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829AA09F-922A-7364-E874-B843C5DE035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76C27741-954B-09DD-4FD4-50404256FA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DB4AFEE3-F253-34A6-3382-D03852AF90C3}"/>
                </a:ext>
              </a:extLst>
            </p:cNvPr>
            <p:cNvGrpSpPr/>
            <p:nvPr/>
          </p:nvGrpSpPr>
          <p:grpSpPr>
            <a:xfrm>
              <a:off x="-5996785" y="2448454"/>
              <a:ext cx="2738174" cy="1961091"/>
              <a:chOff x="4726913" y="2438401"/>
              <a:chExt cx="2738174" cy="1961091"/>
            </a:xfrm>
          </p:grpSpPr>
          <p:sp>
            <p:nvSpPr>
              <p:cNvPr id="72" name="Graphic 2" descr="Film strip outline">
                <a:extLst>
                  <a:ext uri="{FF2B5EF4-FFF2-40B4-BE49-F238E27FC236}">
                    <a16:creationId xmlns:a16="http://schemas.microsoft.com/office/drawing/2014/main" id="{46B65EB2-E096-D069-DCAB-B15BCA1DA8C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EEBF073F-5091-2402-D2C6-7BB660034BB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0EF414FC-A1BE-D986-C9C1-83A9E3210D2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84451089-E4ED-136B-24B4-45BC4121FD29}"/>
                </a:ext>
              </a:extLst>
            </p:cNvPr>
            <p:cNvGrpSpPr/>
            <p:nvPr/>
          </p:nvGrpSpPr>
          <p:grpSpPr>
            <a:xfrm>
              <a:off x="2033408" y="2448454"/>
              <a:ext cx="2738174" cy="1961091"/>
              <a:chOff x="4726913" y="2438401"/>
              <a:chExt cx="2738174" cy="1961091"/>
            </a:xfrm>
          </p:grpSpPr>
          <p:sp>
            <p:nvSpPr>
              <p:cNvPr id="69" name="Graphic 2" descr="Film strip outline">
                <a:extLst>
                  <a:ext uri="{FF2B5EF4-FFF2-40B4-BE49-F238E27FC236}">
                    <a16:creationId xmlns:a16="http://schemas.microsoft.com/office/drawing/2014/main" id="{A4B73382-9C3A-55E7-9DA8-1D1312FFACB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89A2306E-7AC4-B156-1E83-97978962C70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51EC3B8C-222F-A16E-023F-F359559152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46A03831-79A0-2053-311B-0463CFA7FAB4}"/>
                </a:ext>
              </a:extLst>
            </p:cNvPr>
            <p:cNvGrpSpPr/>
            <p:nvPr/>
          </p:nvGrpSpPr>
          <p:grpSpPr>
            <a:xfrm>
              <a:off x="-636012" y="2448454"/>
              <a:ext cx="2738174" cy="1961091"/>
              <a:chOff x="4726913" y="2438401"/>
              <a:chExt cx="2738174" cy="1961091"/>
            </a:xfrm>
          </p:grpSpPr>
          <p:sp>
            <p:nvSpPr>
              <p:cNvPr id="66" name="Graphic 2" descr="Film strip outline">
                <a:extLst>
                  <a:ext uri="{FF2B5EF4-FFF2-40B4-BE49-F238E27FC236}">
                    <a16:creationId xmlns:a16="http://schemas.microsoft.com/office/drawing/2014/main" id="{70CA677F-860A-ABB3-9C78-3065A0C406E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60AEB868-CB37-F3AC-2BF7-7A38C245F55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CBB12FDD-0986-F7A4-E0F0-85BD2FD3614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2" name="Group 1">
            <a:extLst>
              <a:ext uri="{FF2B5EF4-FFF2-40B4-BE49-F238E27FC236}">
                <a16:creationId xmlns:a16="http://schemas.microsoft.com/office/drawing/2014/main" id="{512BEE56-AD0A-DE29-8F56-0B5142530176}"/>
              </a:ext>
            </a:extLst>
          </p:cNvPr>
          <p:cNvGrpSpPr/>
          <p:nvPr/>
        </p:nvGrpSpPr>
        <p:grpSpPr>
          <a:xfrm rot="5400000">
            <a:off x="5886486" y="11725959"/>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3" name="Graphic 37" descr="Film strip outline">
              <a:extLst>
                <a:ext uri="{FF2B5EF4-FFF2-40B4-BE49-F238E27FC236}">
                  <a16:creationId xmlns:a16="http://schemas.microsoft.com/office/drawing/2014/main" id="{2381E81C-E8F0-744D-A681-486399391BE0}"/>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4" name="Graphic 37" descr="Film strip outline">
              <a:extLst>
                <a:ext uri="{FF2B5EF4-FFF2-40B4-BE49-F238E27FC236}">
                  <a16:creationId xmlns:a16="http://schemas.microsoft.com/office/drawing/2014/main" id="{63FAF765-D9E6-505B-A575-E62412FA32FB}"/>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5" name="Graphic 37" descr="Film strip outline">
              <a:extLst>
                <a:ext uri="{FF2B5EF4-FFF2-40B4-BE49-F238E27FC236}">
                  <a16:creationId xmlns:a16="http://schemas.microsoft.com/office/drawing/2014/main" id="{1B3B67BB-B28A-3603-8EB4-78942018EDFB}"/>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6" name="Graphic 37" descr="Film strip outline">
              <a:extLst>
                <a:ext uri="{FF2B5EF4-FFF2-40B4-BE49-F238E27FC236}">
                  <a16:creationId xmlns:a16="http://schemas.microsoft.com/office/drawing/2014/main" id="{8324792C-C920-DF6A-2830-6A38A1FB2C90}"/>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7" name="Freeform: Shape 6">
            <a:extLst>
              <a:ext uri="{FF2B5EF4-FFF2-40B4-BE49-F238E27FC236}">
                <a16:creationId xmlns:a16="http://schemas.microsoft.com/office/drawing/2014/main" id="{F526A3AA-0A21-B09C-A5D3-B23B147748A5}"/>
              </a:ext>
            </a:extLst>
          </p:cNvPr>
          <p:cNvSpPr/>
          <p:nvPr/>
        </p:nvSpPr>
        <p:spPr>
          <a:xfrm>
            <a:off x="123404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8" name="Rectangle 7">
            <a:extLst>
              <a:ext uri="{FF2B5EF4-FFF2-40B4-BE49-F238E27FC236}">
                <a16:creationId xmlns:a16="http://schemas.microsoft.com/office/drawing/2014/main" id="{E185379C-C261-F898-E44E-280B0F3FEE19}"/>
              </a:ext>
            </a:extLst>
          </p:cNvPr>
          <p:cNvSpPr/>
          <p:nvPr/>
        </p:nvSpPr>
        <p:spPr>
          <a:xfrm>
            <a:off x="140170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 name="Rectangle 8">
            <a:extLst>
              <a:ext uri="{FF2B5EF4-FFF2-40B4-BE49-F238E27FC236}">
                <a16:creationId xmlns:a16="http://schemas.microsoft.com/office/drawing/2014/main" id="{FB6A6F96-0290-0A0E-7396-DFAC7A2C45EE}"/>
              </a:ext>
            </a:extLst>
          </p:cNvPr>
          <p:cNvSpPr>
            <a:spLocks/>
          </p:cNvSpPr>
          <p:nvPr/>
        </p:nvSpPr>
        <p:spPr>
          <a:xfrm>
            <a:off x="140170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0" name="Rectangle 89">
            <a:extLst>
              <a:ext uri="{FF2B5EF4-FFF2-40B4-BE49-F238E27FC236}">
                <a16:creationId xmlns:a16="http://schemas.microsoft.com/office/drawing/2014/main" id="{664E8924-E63E-539B-5DD8-9A5EA0754450}"/>
              </a:ext>
            </a:extLst>
          </p:cNvPr>
          <p:cNvSpPr>
            <a:spLocks/>
          </p:cNvSpPr>
          <p:nvPr/>
        </p:nvSpPr>
        <p:spPr>
          <a:xfrm>
            <a:off x="140170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1" name="Rectangle 90">
            <a:extLst>
              <a:ext uri="{FF2B5EF4-FFF2-40B4-BE49-F238E27FC236}">
                <a16:creationId xmlns:a16="http://schemas.microsoft.com/office/drawing/2014/main" id="{B2902CC2-7B9D-FFA9-D520-02E6066AD701}"/>
              </a:ext>
            </a:extLst>
          </p:cNvPr>
          <p:cNvSpPr>
            <a:spLocks/>
          </p:cNvSpPr>
          <p:nvPr/>
        </p:nvSpPr>
        <p:spPr>
          <a:xfrm>
            <a:off x="140170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2" name="Rectangle 91">
            <a:extLst>
              <a:ext uri="{FF2B5EF4-FFF2-40B4-BE49-F238E27FC236}">
                <a16:creationId xmlns:a16="http://schemas.microsoft.com/office/drawing/2014/main" id="{CCF4D68E-BC2A-C233-6CAF-F28062DB9796}"/>
              </a:ext>
            </a:extLst>
          </p:cNvPr>
          <p:cNvSpPr>
            <a:spLocks/>
          </p:cNvSpPr>
          <p:nvPr/>
        </p:nvSpPr>
        <p:spPr>
          <a:xfrm>
            <a:off x="140170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Rectangle 92">
            <a:extLst>
              <a:ext uri="{FF2B5EF4-FFF2-40B4-BE49-F238E27FC236}">
                <a16:creationId xmlns:a16="http://schemas.microsoft.com/office/drawing/2014/main" id="{AEA200EF-4C56-9018-BAB2-BA567DEF46E7}"/>
              </a:ext>
            </a:extLst>
          </p:cNvPr>
          <p:cNvSpPr>
            <a:spLocks/>
          </p:cNvSpPr>
          <p:nvPr/>
        </p:nvSpPr>
        <p:spPr>
          <a:xfrm>
            <a:off x="140170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5" name="Rectangle 94">
            <a:extLst>
              <a:ext uri="{FF2B5EF4-FFF2-40B4-BE49-F238E27FC236}">
                <a16:creationId xmlns:a16="http://schemas.microsoft.com/office/drawing/2014/main" id="{F4D78D19-12DD-3114-5727-92C6E37CF2D5}"/>
              </a:ext>
            </a:extLst>
          </p:cNvPr>
          <p:cNvSpPr/>
          <p:nvPr/>
        </p:nvSpPr>
        <p:spPr>
          <a:xfrm>
            <a:off x="131047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6" name="Rectangle 95">
            <a:extLst>
              <a:ext uri="{FF2B5EF4-FFF2-40B4-BE49-F238E27FC236}">
                <a16:creationId xmlns:a16="http://schemas.microsoft.com/office/drawing/2014/main" id="{862260C4-59CC-2CAF-55D4-DA5218A6BFE0}"/>
              </a:ext>
            </a:extLst>
          </p:cNvPr>
          <p:cNvSpPr/>
          <p:nvPr/>
        </p:nvSpPr>
        <p:spPr>
          <a:xfrm>
            <a:off x="131047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7" name="Rectangle 96">
            <a:extLst>
              <a:ext uri="{FF2B5EF4-FFF2-40B4-BE49-F238E27FC236}">
                <a16:creationId xmlns:a16="http://schemas.microsoft.com/office/drawing/2014/main" id="{8A534AF2-566A-3566-66B2-F890172CE6B9}"/>
              </a:ext>
            </a:extLst>
          </p:cNvPr>
          <p:cNvSpPr/>
          <p:nvPr/>
        </p:nvSpPr>
        <p:spPr>
          <a:xfrm>
            <a:off x="131047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8" name="Rectangle 97">
            <a:extLst>
              <a:ext uri="{FF2B5EF4-FFF2-40B4-BE49-F238E27FC236}">
                <a16:creationId xmlns:a16="http://schemas.microsoft.com/office/drawing/2014/main" id="{5D97A11D-19BD-A2BD-996A-2F72605CF388}"/>
              </a:ext>
            </a:extLst>
          </p:cNvPr>
          <p:cNvSpPr/>
          <p:nvPr/>
        </p:nvSpPr>
        <p:spPr>
          <a:xfrm>
            <a:off x="131047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9" name="Freeform: Shape 98">
            <a:extLst>
              <a:ext uri="{FF2B5EF4-FFF2-40B4-BE49-F238E27FC236}">
                <a16:creationId xmlns:a16="http://schemas.microsoft.com/office/drawing/2014/main" id="{DF1F8823-34FF-8818-F5D7-6EDC1BA6EE27}"/>
              </a:ext>
            </a:extLst>
          </p:cNvPr>
          <p:cNvSpPr/>
          <p:nvPr/>
        </p:nvSpPr>
        <p:spPr>
          <a:xfrm>
            <a:off x="130376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0" name="Freeform: Shape 99">
            <a:extLst>
              <a:ext uri="{FF2B5EF4-FFF2-40B4-BE49-F238E27FC236}">
                <a16:creationId xmlns:a16="http://schemas.microsoft.com/office/drawing/2014/main" id="{745CCD87-3300-08D6-F540-86FCAAC844E0}"/>
              </a:ext>
            </a:extLst>
          </p:cNvPr>
          <p:cNvSpPr/>
          <p:nvPr/>
        </p:nvSpPr>
        <p:spPr>
          <a:xfrm>
            <a:off x="130376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1" name="Freeform: Shape 100">
            <a:extLst>
              <a:ext uri="{FF2B5EF4-FFF2-40B4-BE49-F238E27FC236}">
                <a16:creationId xmlns:a16="http://schemas.microsoft.com/office/drawing/2014/main" id="{D407BA0E-FEED-8B40-237B-751E5E994CF2}"/>
              </a:ext>
            </a:extLst>
          </p:cNvPr>
          <p:cNvSpPr/>
          <p:nvPr/>
        </p:nvSpPr>
        <p:spPr>
          <a:xfrm>
            <a:off x="1303764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2" name="Rectangle 101">
            <a:extLst>
              <a:ext uri="{FF2B5EF4-FFF2-40B4-BE49-F238E27FC236}">
                <a16:creationId xmlns:a16="http://schemas.microsoft.com/office/drawing/2014/main" id="{79F4B2C8-D783-FDC8-5617-9BD534BC5BA7}"/>
              </a:ext>
            </a:extLst>
          </p:cNvPr>
          <p:cNvSpPr>
            <a:spLocks/>
          </p:cNvSpPr>
          <p:nvPr/>
        </p:nvSpPr>
        <p:spPr>
          <a:xfrm>
            <a:off x="140170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pic>
        <p:nvPicPr>
          <p:cNvPr id="108" name="Graphic 107" descr="Film reel with solid fill">
            <a:extLst>
              <a:ext uri="{FF2B5EF4-FFF2-40B4-BE49-F238E27FC236}">
                <a16:creationId xmlns:a16="http://schemas.microsoft.com/office/drawing/2014/main" id="{1163F965-6784-B47F-F0E4-F6CDE1F4464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30666027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63" presetClass="path" presetSubtype="0" accel="50000" decel="50000" fill="hold" nodeType="afterEffect">
                                  <p:stCondLst>
                                    <p:cond delay="0"/>
                                  </p:stCondLst>
                                  <p:childTnLst>
                                    <p:animMotion origin="layout" path="M 2.70833E-6 -2.59259E-6 L 0.21419 -2.59259E-6 " pathEditMode="relative" rAng="0" ptsTypes="AA">
                                      <p:cBhvr>
                                        <p:cTn id="11" dur="1250" fill="hold"/>
                                        <p:tgtEl>
                                          <p:spTgt spid="28"/>
                                        </p:tgtEl>
                                        <p:attrNameLst>
                                          <p:attrName>ppt_x</p:attrName>
                                          <p:attrName>ppt_y</p:attrName>
                                        </p:attrNameLst>
                                      </p:cBhvr>
                                      <p:rCtr x="10716" y="0"/>
                                    </p:animMotion>
                                  </p:childTnLst>
                                </p:cTn>
                              </p:par>
                            </p:childTnLst>
                          </p:cTn>
                        </p:par>
                        <p:par>
                          <p:cTn id="12" fill="hold">
                            <p:stCondLst>
                              <p:cond delay="1750"/>
                            </p:stCondLst>
                            <p:childTnLst>
                              <p:par>
                                <p:cTn id="13" presetID="21" presetClass="entr" presetSubtype="1"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350"/>
                                        <p:tgtEl>
                                          <p:spTgt spid="13"/>
                                        </p:tgtEl>
                                      </p:cBhvr>
                                    </p:animEffect>
                                  </p:childTnLst>
                                </p:cTn>
                              </p:par>
                            </p:childTnLst>
                          </p:cTn>
                        </p:par>
                        <p:par>
                          <p:cTn id="16" fill="hold">
                            <p:stCondLst>
                              <p:cond delay="2100"/>
                            </p:stCondLst>
                            <p:childTnLst>
                              <p:par>
                                <p:cTn id="17" presetID="27" presetClass="emph" presetSubtype="0" fill="remove" grpId="1" nodeType="afterEffect">
                                  <p:stCondLst>
                                    <p:cond delay="0"/>
                                  </p:stCondLst>
                                  <p:childTnLst>
                                    <p:animClr clrSpc="rgb" dir="cw">
                                      <p:cBhvr override="childStyle">
                                        <p:cTn id="18" dur="175" autoRev="1" fill="remove"/>
                                        <p:tgtEl>
                                          <p:spTgt spid="13"/>
                                        </p:tgtEl>
                                        <p:attrNameLst>
                                          <p:attrName>style.color</p:attrName>
                                        </p:attrNameLst>
                                      </p:cBhvr>
                                      <p:to>
                                        <a:srgbClr val="FFFFFF"/>
                                      </p:to>
                                    </p:animClr>
                                    <p:animClr clrSpc="rgb" dir="cw">
                                      <p:cBhvr>
                                        <p:cTn id="19" dur="175" autoRev="1" fill="remove"/>
                                        <p:tgtEl>
                                          <p:spTgt spid="13"/>
                                        </p:tgtEl>
                                        <p:attrNameLst>
                                          <p:attrName>fillcolor</p:attrName>
                                        </p:attrNameLst>
                                      </p:cBhvr>
                                      <p:to>
                                        <a:srgbClr val="FFFFFF"/>
                                      </p:to>
                                    </p:animClr>
                                    <p:set>
                                      <p:cBhvr>
                                        <p:cTn id="20" dur="175" autoRev="1" fill="remove"/>
                                        <p:tgtEl>
                                          <p:spTgt spid="13"/>
                                        </p:tgtEl>
                                        <p:attrNameLst>
                                          <p:attrName>fill.type</p:attrName>
                                        </p:attrNameLst>
                                      </p:cBhvr>
                                      <p:to>
                                        <p:strVal val="solid"/>
                                      </p:to>
                                    </p:set>
                                    <p:set>
                                      <p:cBhvr>
                                        <p:cTn id="21" dur="175" autoRev="1" fill="remove"/>
                                        <p:tgtEl>
                                          <p:spTgt spid="13"/>
                                        </p:tgtEl>
                                        <p:attrNameLst>
                                          <p:attrName>fill.on</p:attrName>
                                        </p:attrNameLst>
                                      </p:cBhvr>
                                      <p:to>
                                        <p:strVal val="tru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wipe(left)">
                                      <p:cBhvr>
                                        <p:cTn id="26" dur="500"/>
                                        <p:tgtEl>
                                          <p:spTgt spid="11"/>
                                        </p:tgtEl>
                                      </p:cBhvr>
                                    </p:animEffect>
                                  </p:childTnLst>
                                </p:cTn>
                              </p:par>
                            </p:childTnLst>
                          </p:cTn>
                        </p:par>
                        <p:par>
                          <p:cTn id="27" fill="hold">
                            <p:stCondLst>
                              <p:cond delay="500"/>
                            </p:stCondLst>
                            <p:childTnLst>
                              <p:par>
                                <p:cTn id="28" presetID="10" presetClass="entr" presetSubtype="0" fill="hold" grpId="0" nodeType="afterEffect">
                                  <p:stCondLst>
                                    <p:cond delay="0"/>
                                  </p:stCondLst>
                                  <p:childTnLst>
                                    <p:set>
                                      <p:cBhvr>
                                        <p:cTn id="29" dur="1" fill="hold">
                                          <p:stCondLst>
                                            <p:cond delay="0"/>
                                          </p:stCondLst>
                                        </p:cTn>
                                        <p:tgtEl>
                                          <p:spTgt spid="18">
                                            <p:txEl>
                                              <p:pRg st="0" end="0"/>
                                            </p:txEl>
                                          </p:spTgt>
                                        </p:tgtEl>
                                        <p:attrNameLst>
                                          <p:attrName>style.visibility</p:attrName>
                                        </p:attrNameLst>
                                      </p:cBhvr>
                                      <p:to>
                                        <p:strVal val="visible"/>
                                      </p:to>
                                    </p:set>
                                    <p:animEffect transition="in" filter="fade">
                                      <p:cBhvr>
                                        <p:cTn id="30" dur="500"/>
                                        <p:tgtEl>
                                          <p:spTgt spid="18">
                                            <p:txEl>
                                              <p:pRg st="0" end="0"/>
                                            </p:txEl>
                                          </p:spTgt>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
                                            <p:txEl>
                                              <p:pRg st="1" end="1"/>
                                            </p:txEl>
                                          </p:spTgt>
                                        </p:tgtEl>
                                        <p:attrNameLst>
                                          <p:attrName>style.visibility</p:attrName>
                                        </p:attrNameLst>
                                      </p:cBhvr>
                                      <p:to>
                                        <p:strVal val="visible"/>
                                      </p:to>
                                    </p:set>
                                    <p:animEffect transition="in" filter="fade">
                                      <p:cBhvr>
                                        <p:cTn id="33" dur="500"/>
                                        <p:tgtEl>
                                          <p:spTgt spid="18">
                                            <p:txEl>
                                              <p:pRg st="1" end="1"/>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8">
                                            <p:txEl>
                                              <p:pRg st="2" end="2"/>
                                            </p:txEl>
                                          </p:spTgt>
                                        </p:tgtEl>
                                        <p:attrNameLst>
                                          <p:attrName>style.visibility</p:attrName>
                                        </p:attrNameLst>
                                      </p:cBhvr>
                                      <p:to>
                                        <p:strVal val="visible"/>
                                      </p:to>
                                    </p:set>
                                    <p:animEffect transition="in" filter="fade">
                                      <p:cBhvr>
                                        <p:cTn id="36" dur="500"/>
                                        <p:tgtEl>
                                          <p:spTgt spid="18">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9">
                                            <p:txEl>
                                              <p:pRg st="0" end="0"/>
                                            </p:txEl>
                                          </p:spTgt>
                                        </p:tgtEl>
                                        <p:attrNameLst>
                                          <p:attrName>style.visibility</p:attrName>
                                        </p:attrNameLst>
                                      </p:cBhvr>
                                      <p:to>
                                        <p:strVal val="visible"/>
                                      </p:to>
                                    </p:set>
                                    <p:animEffect transition="in" filter="fade">
                                      <p:cBhvr>
                                        <p:cTn id="41" dur="500"/>
                                        <p:tgtEl>
                                          <p:spTgt spid="19">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9">
                                            <p:txEl>
                                              <p:pRg st="2" end="2"/>
                                            </p:txEl>
                                          </p:spTgt>
                                        </p:tgtEl>
                                        <p:attrNameLst>
                                          <p:attrName>style.visibility</p:attrName>
                                        </p:attrNameLst>
                                      </p:cBhvr>
                                      <p:to>
                                        <p:strVal val="visible"/>
                                      </p:to>
                                    </p:set>
                                    <p:animEffect transition="in" filter="fade">
                                      <p:cBhvr>
                                        <p:cTn id="44" dur="500"/>
                                        <p:tgtEl>
                                          <p:spTgt spid="19">
                                            <p:txEl>
                                              <p:pRg st="2" end="2"/>
                                            </p:txEl>
                                          </p:spTgt>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9">
                                            <p:txEl>
                                              <p:pRg st="4" end="4"/>
                                            </p:txEl>
                                          </p:spTgt>
                                        </p:tgtEl>
                                        <p:attrNameLst>
                                          <p:attrName>style.visibility</p:attrName>
                                        </p:attrNameLst>
                                      </p:cBhvr>
                                      <p:to>
                                        <p:strVal val="visible"/>
                                      </p:to>
                                    </p:set>
                                    <p:animEffect transition="in" filter="fade">
                                      <p:cBhvr>
                                        <p:cTn id="47" dur="500"/>
                                        <p:tgtEl>
                                          <p:spTgt spid="1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uiExpand="1" build="allAtOnce"/>
      <p:bldP spid="18" grpId="0" uiExpand="1" build="allAtOnce"/>
      <p:bldP spid="11" grpId="0"/>
      <p:bldP spid="13" grpId="0" animBg="1"/>
      <p:bldP spid="13"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30331A51-4C64-F4D7-B35C-80C7FB18BD0D}"/>
            </a:ext>
          </a:extLst>
        </p:cNvPr>
        <p:cNvGrpSpPr/>
        <p:nvPr/>
      </p:nvGrpSpPr>
      <p:grpSpPr>
        <a:xfrm>
          <a:off x="0" y="0"/>
          <a:ext cx="0" cy="0"/>
          <a:chOff x="0" y="0"/>
          <a:chExt cx="0" cy="0"/>
        </a:xfrm>
      </p:grpSpPr>
      <p:sp>
        <p:nvSpPr>
          <p:cNvPr id="18" name="Footer Placeholder 14">
            <a:extLst>
              <a:ext uri="{FF2B5EF4-FFF2-40B4-BE49-F238E27FC236}">
                <a16:creationId xmlns:a16="http://schemas.microsoft.com/office/drawing/2014/main" id="{DAF66B93-789E-8FBB-156F-5B951FBE45D0}"/>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FD4C47B8-8B1D-5E49-EBA8-34393D719869}"/>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13</a:t>
            </a:fld>
            <a:endParaRPr lang="en-AS" dirty="0"/>
          </a:p>
        </p:txBody>
      </p:sp>
      <p:grpSp>
        <p:nvGrpSpPr>
          <p:cNvPr id="6" name="Tape Group_2">
            <a:extLst>
              <a:ext uri="{FF2B5EF4-FFF2-40B4-BE49-F238E27FC236}">
                <a16:creationId xmlns:a16="http://schemas.microsoft.com/office/drawing/2014/main" id="{165959CE-AFB6-C17D-DA89-CE0F364B3363}"/>
              </a:ext>
            </a:extLst>
          </p:cNvPr>
          <p:cNvGrpSpPr/>
          <p:nvPr/>
        </p:nvGrpSpPr>
        <p:grpSpPr>
          <a:xfrm>
            <a:off x="13177505" y="-27405017"/>
            <a:ext cx="2118390" cy="35965926"/>
            <a:chOff x="5036805" y="-14553963"/>
            <a:chExt cx="2118390" cy="35965926"/>
          </a:xfrm>
        </p:grpSpPr>
        <p:pic>
          <p:nvPicPr>
            <p:cNvPr id="7" name="Film Tape 3">
              <a:extLst>
                <a:ext uri="{FF2B5EF4-FFF2-40B4-BE49-F238E27FC236}">
                  <a16:creationId xmlns:a16="http://schemas.microsoft.com/office/drawing/2014/main" id="{9EC21A8E-32ED-6C6C-D623-96E699EA99D0}"/>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CC886653-5303-55B0-E964-06084F453AE3}"/>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0DCA5839-5D62-82FF-6BAA-73F6CDBA9BDE}"/>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6A24BD1D-B524-BE5D-1EF3-8236FB29BAFF}"/>
              </a:ext>
            </a:extLst>
          </p:cNvPr>
          <p:cNvGrpSpPr/>
          <p:nvPr/>
        </p:nvGrpSpPr>
        <p:grpSpPr>
          <a:xfrm>
            <a:off x="-2627645" y="-7405057"/>
            <a:ext cx="2118390" cy="35965926"/>
            <a:chOff x="5036805" y="-14553963"/>
            <a:chExt cx="2118390" cy="35965926"/>
          </a:xfrm>
        </p:grpSpPr>
        <p:pic>
          <p:nvPicPr>
            <p:cNvPr id="2" name="Film Tape 3">
              <a:extLst>
                <a:ext uri="{FF2B5EF4-FFF2-40B4-BE49-F238E27FC236}">
                  <a16:creationId xmlns:a16="http://schemas.microsoft.com/office/drawing/2014/main" id="{B7B6961E-C121-3348-EF9A-D059D5AF3410}"/>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E699D8D5-4972-47F5-4268-3C6BCB2F09C6}"/>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D1260004-BA9E-A6B0-C4A8-784FD197E7B6}"/>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0B7CA244-CC4C-555E-E083-8E4C3FCB0FB3}"/>
              </a:ext>
            </a:extLst>
          </p:cNvPr>
          <p:cNvGrpSpPr/>
          <p:nvPr/>
        </p:nvGrpSpPr>
        <p:grpSpPr>
          <a:xfrm rot="16200000" flipH="1" flipV="1">
            <a:off x="-3847454"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06F32167-6DD4-8E85-C19D-64CC3D430577}"/>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CF1E0C76-4EC0-C46A-B938-A9D4801A9C83}"/>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42A8518C-A35A-788E-65CD-533A10F8E47B}"/>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5AD55A9B-D5F5-4CC3-2078-0803A180CDA9}"/>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9DED406A-83E6-0443-3CA2-C2BF5A90F380}"/>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26E9F34E-09F4-41B4-DFFA-C1DFD117A6E4}"/>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BA6707F9-264F-49DF-8042-35AC859C866A}"/>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35E76C25-79E6-0DA3-2C65-9E4F4006D000}"/>
              </a:ext>
            </a:extLst>
          </p:cNvPr>
          <p:cNvSpPr txBox="1"/>
          <p:nvPr/>
        </p:nvSpPr>
        <p:spPr>
          <a:xfrm>
            <a:off x="104464" y="2914878"/>
            <a:ext cx="5348482" cy="1938992"/>
          </a:xfrm>
          <a:prstGeom prst="rect">
            <a:avLst/>
          </a:prstGeom>
          <a:noFill/>
        </p:spPr>
        <p:txBody>
          <a:bodyPr wrap="square" rtlCol="0">
            <a:spAutoFit/>
          </a:bodyPr>
          <a:lstStyle/>
          <a:p>
            <a:r>
              <a:rPr lang="en-US" sz="2000" dirty="0">
                <a:latin typeface="Times New Roman" panose="02020603050405020304" pitchFamily="18" charset="0"/>
                <a:cs typeface="Times New Roman" panose="02020603050405020304" pitchFamily="18" charset="0"/>
              </a:rPr>
              <a:t>Introduces a generalized optical flow with a “scale” parameter to better handle fast motion and occlusions. </a:t>
            </a:r>
          </a:p>
          <a:p>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The model simplifies training while improving prediction quality and compression efficiency.</a:t>
            </a:r>
          </a:p>
        </p:txBody>
      </p:sp>
      <p:sp>
        <p:nvSpPr>
          <p:cNvPr id="13" name="Data set">
            <a:extLst>
              <a:ext uri="{FF2B5EF4-FFF2-40B4-BE49-F238E27FC236}">
                <a16:creationId xmlns:a16="http://schemas.microsoft.com/office/drawing/2014/main" id="{D25E3F0E-230B-74E7-AA01-902C50911057}"/>
              </a:ext>
            </a:extLst>
          </p:cNvPr>
          <p:cNvSpPr txBox="1"/>
          <p:nvPr/>
        </p:nvSpPr>
        <p:spPr>
          <a:xfrm>
            <a:off x="5380305" y="2914878"/>
            <a:ext cx="6363030" cy="3139321"/>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p>
          <a:p>
            <a:r>
              <a:rPr lang="en-US" sz="22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2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200" dirty="0">
                <a:solidFill>
                  <a:schemeClr val="tx1">
                    <a:lumMod val="85000"/>
                    <a:lumOff val="15000"/>
                  </a:schemeClr>
                </a:solidFill>
                <a:latin typeface="Times New Roman" panose="02020603050405020304" pitchFamily="18" charset="0"/>
                <a:cs typeface="Times New Roman" panose="02020603050405020304" pitchFamily="18" charset="0"/>
              </a:rPr>
              <a:t>HEVC (High efficiency video compression).</a:t>
            </a:r>
          </a:p>
          <a:p>
            <a:endParaRPr lang="en-US" sz="22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200" dirty="0">
                <a:solidFill>
                  <a:schemeClr val="tx1">
                    <a:lumMod val="85000"/>
                    <a:lumOff val="15000"/>
                  </a:schemeClr>
                </a:solidFill>
                <a:latin typeface="Times New Roman" panose="02020603050405020304" pitchFamily="18" charset="0"/>
                <a:cs typeface="Times New Roman" panose="02020603050405020304" pitchFamily="18" charset="0"/>
              </a:rPr>
              <a:t>MCL-JCV (Media communications lab – joint collaborative video)  dataset : a dataset contains 30 high-definition (1080p) video sequences covering a wide range of scenes, motions, and textures.</a:t>
            </a:r>
          </a:p>
        </p:txBody>
      </p:sp>
      <p:sp>
        <p:nvSpPr>
          <p:cNvPr id="14" name="Title">
            <a:extLst>
              <a:ext uri="{FF2B5EF4-FFF2-40B4-BE49-F238E27FC236}">
                <a16:creationId xmlns:a16="http://schemas.microsoft.com/office/drawing/2014/main" id="{41BD7A65-17AE-EB88-7AE1-3EBF4E4E90F6}"/>
              </a:ext>
            </a:extLst>
          </p:cNvPr>
          <p:cNvSpPr txBox="1">
            <a:spLocks noGrp="1"/>
          </p:cNvSpPr>
          <p:nvPr>
            <p:ph type="title" idx="4294967295"/>
          </p:nvPr>
        </p:nvSpPr>
        <p:spPr>
          <a:xfrm>
            <a:off x="561679" y="1546581"/>
            <a:ext cx="8928009" cy="95410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Scale-Space Flow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2020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CVPR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(Conference on Computer Vision and Pattern Recognition)</a:t>
            </a:r>
            <a:endPar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1" name="Oval 10">
            <a:extLst>
              <a:ext uri="{FF2B5EF4-FFF2-40B4-BE49-F238E27FC236}">
                <a16:creationId xmlns:a16="http://schemas.microsoft.com/office/drawing/2014/main" id="{01944F11-6362-9D53-9FE0-F7C4458BFE69}"/>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5" name="Oval 14">
            <a:extLst>
              <a:ext uri="{FF2B5EF4-FFF2-40B4-BE49-F238E27FC236}">
                <a16:creationId xmlns:a16="http://schemas.microsoft.com/office/drawing/2014/main" id="{60A501C5-224D-28CA-E780-4EF4FAA83DBB}"/>
              </a:ext>
            </a:extLst>
          </p:cNvPr>
          <p:cNvSpPr/>
          <p:nvPr/>
        </p:nvSpPr>
        <p:spPr>
          <a:xfrm>
            <a:off x="2767426"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0" name="Graphic 19" descr="Film reel with solid fill">
            <a:extLst>
              <a:ext uri="{FF2B5EF4-FFF2-40B4-BE49-F238E27FC236}">
                <a16:creationId xmlns:a16="http://schemas.microsoft.com/office/drawing/2014/main" id="{B4996284-E7BF-D8B7-894B-E3A29A5D25D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381672902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1" nodeType="afterEffect">
                                  <p:stCondLst>
                                    <p:cond delay="0"/>
                                  </p:stCondLst>
                                  <p:childTnLst>
                                    <p:animClr clrSpc="rgb" dir="cw">
                                      <p:cBhvr override="childStyle">
                                        <p:cTn id="10" dur="125" autoRev="1" fill="remove"/>
                                        <p:tgtEl>
                                          <p:spTgt spid="11"/>
                                        </p:tgtEl>
                                        <p:attrNameLst>
                                          <p:attrName>style.color</p:attrName>
                                        </p:attrNameLst>
                                      </p:cBhvr>
                                      <p:to>
                                        <a:srgbClr val="FFFFFF"/>
                                      </p:to>
                                    </p:animClr>
                                    <p:animClr clrSpc="rgb" dir="cw">
                                      <p:cBhvr>
                                        <p:cTn id="11" dur="125" autoRev="1" fill="remove"/>
                                        <p:tgtEl>
                                          <p:spTgt spid="11"/>
                                        </p:tgtEl>
                                        <p:attrNameLst>
                                          <p:attrName>fillcolor</p:attrName>
                                        </p:attrNameLst>
                                      </p:cBhvr>
                                      <p:to>
                                        <a:srgbClr val="FFFFFF"/>
                                      </p:to>
                                    </p:animClr>
                                    <p:set>
                                      <p:cBhvr>
                                        <p:cTn id="12" dur="125" autoRev="1" fill="remove"/>
                                        <p:tgtEl>
                                          <p:spTgt spid="11"/>
                                        </p:tgtEl>
                                        <p:attrNameLst>
                                          <p:attrName>fill.type</p:attrName>
                                        </p:attrNameLst>
                                      </p:cBhvr>
                                      <p:to>
                                        <p:strVal val="solid"/>
                                      </p:to>
                                    </p:set>
                                    <p:set>
                                      <p:cBhvr>
                                        <p:cTn id="13" dur="125"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12">
                                            <p:txEl>
                                              <p:pRg st="1" end="1"/>
                                            </p:txEl>
                                          </p:spTgt>
                                        </p:tgtEl>
                                        <p:attrNameLst>
                                          <p:attrName>style.visibility</p:attrName>
                                        </p:attrNameLst>
                                      </p:cBhvr>
                                      <p:to>
                                        <p:strVal val="visible"/>
                                      </p:to>
                                    </p:set>
                                    <p:animEffect transition="in" filter="fade">
                                      <p:cBhvr>
                                        <p:cTn id="26" dur="500"/>
                                        <p:tgtEl>
                                          <p:spTgt spid="12">
                                            <p:txEl>
                                              <p:pRg st="1" end="1"/>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xEl>
                                              <p:pRg st="0" end="0"/>
                                            </p:txEl>
                                          </p:spTgt>
                                        </p:tgtEl>
                                        <p:attrNameLst>
                                          <p:attrName>style.visibility</p:attrName>
                                        </p:attrNameLst>
                                      </p:cBhvr>
                                      <p:to>
                                        <p:strVal val="visible"/>
                                      </p:to>
                                    </p:set>
                                    <p:animEffect transition="in" filter="fade">
                                      <p:cBhvr>
                                        <p:cTn id="31" dur="500"/>
                                        <p:tgtEl>
                                          <p:spTgt spid="13">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
                                            <p:txEl>
                                              <p:pRg st="1" end="1"/>
                                            </p:txEl>
                                          </p:spTgt>
                                        </p:tgtEl>
                                        <p:attrNameLst>
                                          <p:attrName>style.visibility</p:attrName>
                                        </p:attrNameLst>
                                      </p:cBhvr>
                                      <p:to>
                                        <p:strVal val="visible"/>
                                      </p:to>
                                    </p:set>
                                    <p:animEffect transition="in" filter="fade">
                                      <p:cBhvr>
                                        <p:cTn id="34" dur="500"/>
                                        <p:tgtEl>
                                          <p:spTgt spid="13">
                                            <p:txEl>
                                              <p:pRg st="1" end="1"/>
                                            </p:txEl>
                                          </p:spTgt>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3">
                                            <p:txEl>
                                              <p:pRg st="3" end="3"/>
                                            </p:txEl>
                                          </p:spTgt>
                                        </p:tgtEl>
                                        <p:attrNameLst>
                                          <p:attrName>style.visibility</p:attrName>
                                        </p:attrNameLst>
                                      </p:cBhvr>
                                      <p:to>
                                        <p:strVal val="visible"/>
                                      </p:to>
                                    </p:set>
                                    <p:animEffect transition="in" filter="fade">
                                      <p:cBhvr>
                                        <p:cTn id="37" dur="500"/>
                                        <p:tgtEl>
                                          <p:spTgt spid="13">
                                            <p:txEl>
                                              <p:pRg st="3" end="3"/>
                                            </p:txEl>
                                          </p:spTgt>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3">
                                            <p:txEl>
                                              <p:pRg st="5" end="5"/>
                                            </p:txEl>
                                          </p:spTgt>
                                        </p:tgtEl>
                                        <p:attrNameLst>
                                          <p:attrName>style.visibility</p:attrName>
                                        </p:attrNameLst>
                                      </p:cBhvr>
                                      <p:to>
                                        <p:strVal val="visible"/>
                                      </p:to>
                                    </p:set>
                                    <p:animEffect transition="in" filter="fade">
                                      <p:cBhvr>
                                        <p:cTn id="40" dur="500"/>
                                        <p:tgtEl>
                                          <p:spTgt spid="1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allAtOnce"/>
      <p:bldP spid="13" grpId="0" uiExpand="1" build="allAtOnce"/>
      <p:bldP spid="14" grpId="0"/>
      <p:bldP spid="11" grpId="0" animBg="1"/>
      <p:bldP spid="11" grpId="1"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FF5C768E-1B2A-AF16-D4E7-A6A67D1A12CA}"/>
            </a:ext>
          </a:extLst>
        </p:cNvPr>
        <p:cNvGrpSpPr/>
        <p:nvPr/>
      </p:nvGrpSpPr>
      <p:grpSpPr>
        <a:xfrm>
          <a:off x="0" y="0"/>
          <a:ext cx="0" cy="0"/>
          <a:chOff x="0" y="0"/>
          <a:chExt cx="0" cy="0"/>
        </a:xfrm>
      </p:grpSpPr>
      <p:sp>
        <p:nvSpPr>
          <p:cNvPr id="17" name="Footer Placeholder 14">
            <a:extLst>
              <a:ext uri="{FF2B5EF4-FFF2-40B4-BE49-F238E27FC236}">
                <a16:creationId xmlns:a16="http://schemas.microsoft.com/office/drawing/2014/main" id="{16C4FCC4-2305-40B0-9ED9-206D7909988E}"/>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4F8BF88E-D631-CA8A-1D12-A7EA16D7AE90}"/>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14</a:t>
            </a:fld>
            <a:endParaRPr lang="en-AS" dirty="0"/>
          </a:p>
        </p:txBody>
      </p:sp>
      <p:grpSp>
        <p:nvGrpSpPr>
          <p:cNvPr id="6" name="Tape Group_2">
            <a:extLst>
              <a:ext uri="{FF2B5EF4-FFF2-40B4-BE49-F238E27FC236}">
                <a16:creationId xmlns:a16="http://schemas.microsoft.com/office/drawing/2014/main" id="{945FD2D4-0330-9694-F829-5C841DAECF66}"/>
              </a:ext>
            </a:extLst>
          </p:cNvPr>
          <p:cNvGrpSpPr/>
          <p:nvPr/>
        </p:nvGrpSpPr>
        <p:grpSpPr>
          <a:xfrm>
            <a:off x="13177505" y="-27405017"/>
            <a:ext cx="2118390" cy="35965926"/>
            <a:chOff x="5036805" y="-14553963"/>
            <a:chExt cx="2118390" cy="35965926"/>
          </a:xfrm>
        </p:grpSpPr>
        <p:pic>
          <p:nvPicPr>
            <p:cNvPr id="7" name="Film Tape 3">
              <a:extLst>
                <a:ext uri="{FF2B5EF4-FFF2-40B4-BE49-F238E27FC236}">
                  <a16:creationId xmlns:a16="http://schemas.microsoft.com/office/drawing/2014/main" id="{8C2E6BD5-FAE6-BAAE-80B8-D1822EAB0D96}"/>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768DA13F-4B02-2B5D-82C7-6DBA18A12D97}"/>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DA8EB680-C17C-735A-8E7B-B2CDDA2F84AA}"/>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B36ED436-3E3C-25D7-C445-CBC2CABD92B4}"/>
              </a:ext>
            </a:extLst>
          </p:cNvPr>
          <p:cNvGrpSpPr/>
          <p:nvPr/>
        </p:nvGrpSpPr>
        <p:grpSpPr>
          <a:xfrm>
            <a:off x="-2627645" y="-7405057"/>
            <a:ext cx="2118390" cy="35965926"/>
            <a:chOff x="5036805" y="-14553963"/>
            <a:chExt cx="2118390" cy="35965926"/>
          </a:xfrm>
        </p:grpSpPr>
        <p:pic>
          <p:nvPicPr>
            <p:cNvPr id="2" name="Film Tape 3">
              <a:extLst>
                <a:ext uri="{FF2B5EF4-FFF2-40B4-BE49-F238E27FC236}">
                  <a16:creationId xmlns:a16="http://schemas.microsoft.com/office/drawing/2014/main" id="{F225D6B8-858E-C6C9-D897-EC82535E720C}"/>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B3B0FEB4-3D9A-BB5B-17DC-75DA0A5ABBD1}"/>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0FD86457-3D38-7E1C-5619-CD0983481D93}"/>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2B1F7F0F-15E9-5385-86CF-D66ED568EF06}"/>
              </a:ext>
            </a:extLst>
          </p:cNvPr>
          <p:cNvGrpSpPr/>
          <p:nvPr/>
        </p:nvGrpSpPr>
        <p:grpSpPr>
          <a:xfrm rot="16200000" flipH="1" flipV="1">
            <a:off x="-2946698"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43462830-4CB8-8136-B1E4-A46B5804C5A0}"/>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177F52B4-6683-849C-9FE2-F550C013482B}"/>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F6CDEBED-055B-FD63-80DA-58E03E250F74}"/>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1CEFC4E5-6AF7-B051-AD6F-C482862F1607}"/>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8B8F2F9F-2B86-5ED3-9931-1C1665EDE60F}"/>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A8844F3B-D775-95B9-23D7-0A6D97436A56}"/>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A35AC427-D11F-8E8A-87EF-FD804BF9C104}"/>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C693FBDC-0288-65A8-DCF4-F4DDBB30FC97}"/>
              </a:ext>
            </a:extLst>
          </p:cNvPr>
          <p:cNvSpPr txBox="1"/>
          <p:nvPr/>
        </p:nvSpPr>
        <p:spPr>
          <a:xfrm>
            <a:off x="104464" y="2610078"/>
            <a:ext cx="5348482" cy="2298065"/>
          </a:xfrm>
          <a:prstGeom prst="rect">
            <a:avLst/>
          </a:prstGeom>
          <a:noFill/>
        </p:spPr>
        <p:txBody>
          <a:bodyPr wrap="square" rtlCol="0">
            <a:spAutoFit/>
          </a:bodyPr>
          <a:lstStyle/>
          <a:p>
            <a:pPr>
              <a:spcBef>
                <a:spcPts val="200"/>
              </a:spcBef>
              <a:spcAft>
                <a:spcPts val="200"/>
              </a:spcAft>
            </a:pPr>
            <a:r>
              <a:rPr lang="en-US" sz="2000" dirty="0">
                <a:latin typeface="Times New Roman" panose="02020603050405020304" pitchFamily="18" charset="0"/>
                <a:cs typeface="Times New Roman" panose="02020603050405020304" pitchFamily="18" charset="0"/>
              </a:rPr>
              <a:t>FVC performs motion estimation and compensation directly in the feature space instead of pixel space. </a:t>
            </a:r>
          </a:p>
          <a:p>
            <a:pPr>
              <a:spcBef>
                <a:spcPts val="200"/>
              </a:spcBef>
              <a:spcAft>
                <a:spcPts val="200"/>
              </a:spcAft>
            </a:pP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Using deformable convolutions and non-local attention, it achieves better temporal consistency and compression performance.</a:t>
            </a:r>
          </a:p>
        </p:txBody>
      </p:sp>
      <p:sp>
        <p:nvSpPr>
          <p:cNvPr id="13" name="Data set">
            <a:extLst>
              <a:ext uri="{FF2B5EF4-FFF2-40B4-BE49-F238E27FC236}">
                <a16:creationId xmlns:a16="http://schemas.microsoft.com/office/drawing/2014/main" id="{BA25C2AE-CAFE-08B1-0DC3-F36DFA93B940}"/>
              </a:ext>
            </a:extLst>
          </p:cNvPr>
          <p:cNvSpPr txBox="1"/>
          <p:nvPr/>
        </p:nvSpPr>
        <p:spPr>
          <a:xfrm>
            <a:off x="5391443" y="2610078"/>
            <a:ext cx="5978445" cy="3508653"/>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HEVC (High efficiency video compression).</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fr-FR" sz="2000" dirty="0">
                <a:solidFill>
                  <a:schemeClr val="tx1">
                    <a:lumMod val="85000"/>
                    <a:lumOff val="15000"/>
                  </a:schemeClr>
                </a:solidFill>
                <a:latin typeface="Times New Roman" panose="02020603050405020304" pitchFamily="18" charset="0"/>
                <a:cs typeface="Times New Roman" panose="02020603050405020304" pitchFamily="18" charset="0"/>
              </a:rPr>
              <a:t>MCL-JCV (Media communications lab – joint collaborative video). </a:t>
            </a:r>
          </a:p>
          <a:p>
            <a:endParaRPr lang="fr-FR"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VTL (Video Trace Library): A collection of standard video sequences (various scenes: people, motion, nature, etc.)</a:t>
            </a:r>
          </a:p>
        </p:txBody>
      </p:sp>
      <p:sp>
        <p:nvSpPr>
          <p:cNvPr id="14" name="Title">
            <a:extLst>
              <a:ext uri="{FF2B5EF4-FFF2-40B4-BE49-F238E27FC236}">
                <a16:creationId xmlns:a16="http://schemas.microsoft.com/office/drawing/2014/main" id="{3BB9AA58-29BF-85C8-D858-6CE402BC1035}"/>
              </a:ext>
            </a:extLst>
          </p:cNvPr>
          <p:cNvSpPr txBox="1">
            <a:spLocks noGrp="1"/>
          </p:cNvSpPr>
          <p:nvPr>
            <p:ph type="title" idx="4294967295"/>
          </p:nvPr>
        </p:nvSpPr>
        <p:spPr>
          <a:xfrm>
            <a:off x="561679" y="1546581"/>
            <a:ext cx="8928009" cy="95410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FVC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(Feature-space Video Compression) –</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CVPR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(Conference on Computer Vision and Pattern Recognition)</a:t>
            </a:r>
            <a:endPar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1" name="Oval 10">
            <a:extLst>
              <a:ext uri="{FF2B5EF4-FFF2-40B4-BE49-F238E27FC236}">
                <a16:creationId xmlns:a16="http://schemas.microsoft.com/office/drawing/2014/main" id="{CA7F5BBB-B171-FB44-2186-048E3A20FB02}"/>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3</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5" name="Oval 14">
            <a:extLst>
              <a:ext uri="{FF2B5EF4-FFF2-40B4-BE49-F238E27FC236}">
                <a16:creationId xmlns:a16="http://schemas.microsoft.com/office/drawing/2014/main" id="{65B62861-5792-71BA-6AFC-43C403988169}"/>
              </a:ext>
            </a:extLst>
          </p:cNvPr>
          <p:cNvSpPr/>
          <p:nvPr/>
        </p:nvSpPr>
        <p:spPr>
          <a:xfrm>
            <a:off x="275252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6" name="Oval 15">
            <a:extLst>
              <a:ext uri="{FF2B5EF4-FFF2-40B4-BE49-F238E27FC236}">
                <a16:creationId xmlns:a16="http://schemas.microsoft.com/office/drawing/2014/main" id="{5267984B-53FC-1AD5-A945-C397AF64BDC7}"/>
              </a:ext>
            </a:extLst>
          </p:cNvPr>
          <p:cNvSpPr/>
          <p:nvPr/>
        </p:nvSpPr>
        <p:spPr>
          <a:xfrm>
            <a:off x="3658966"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1" name="Graphic 20" descr="Film reel with solid fill">
            <a:extLst>
              <a:ext uri="{FF2B5EF4-FFF2-40B4-BE49-F238E27FC236}">
                <a16:creationId xmlns:a16="http://schemas.microsoft.com/office/drawing/2014/main" id="{11E7E193-C4AC-6A86-DD7B-0764B4D70AD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346760310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0" nodeType="afterEffect">
                                  <p:stCondLst>
                                    <p:cond delay="0"/>
                                  </p:stCondLst>
                                  <p:childTnLst>
                                    <p:animClr clrSpc="rgb" dir="cw">
                                      <p:cBhvr override="childStyle">
                                        <p:cTn id="10" dur="125" autoRev="1" fill="remove"/>
                                        <p:tgtEl>
                                          <p:spTgt spid="11"/>
                                        </p:tgtEl>
                                        <p:attrNameLst>
                                          <p:attrName>style.color</p:attrName>
                                        </p:attrNameLst>
                                      </p:cBhvr>
                                      <p:to>
                                        <a:srgbClr val="FFFFFF"/>
                                      </p:to>
                                    </p:animClr>
                                    <p:animClr clrSpc="rgb" dir="cw">
                                      <p:cBhvr>
                                        <p:cTn id="11" dur="125" autoRev="1" fill="remove"/>
                                        <p:tgtEl>
                                          <p:spTgt spid="11"/>
                                        </p:tgtEl>
                                        <p:attrNameLst>
                                          <p:attrName>fillcolor</p:attrName>
                                        </p:attrNameLst>
                                      </p:cBhvr>
                                      <p:to>
                                        <a:srgbClr val="FFFFFF"/>
                                      </p:to>
                                    </p:animClr>
                                    <p:set>
                                      <p:cBhvr>
                                        <p:cTn id="12" dur="125" autoRev="1" fill="remove"/>
                                        <p:tgtEl>
                                          <p:spTgt spid="11"/>
                                        </p:tgtEl>
                                        <p:attrNameLst>
                                          <p:attrName>fill.type</p:attrName>
                                        </p:attrNameLst>
                                      </p:cBhvr>
                                      <p:to>
                                        <p:strVal val="solid"/>
                                      </p:to>
                                    </p:set>
                                    <p:set>
                                      <p:cBhvr>
                                        <p:cTn id="13" dur="125"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xEl>
                                              <p:pRg st="1" end="1"/>
                                            </p:txEl>
                                          </p:spTgt>
                                        </p:tgtEl>
                                        <p:attrNameLst>
                                          <p:attrName>style.visibility</p:attrName>
                                        </p:attrNameLst>
                                      </p:cBhvr>
                                      <p:to>
                                        <p:strVal val="visible"/>
                                      </p:to>
                                    </p:set>
                                    <p:animEffect transition="in" filter="fade">
                                      <p:cBhvr>
                                        <p:cTn id="25" dur="500"/>
                                        <p:tgtEl>
                                          <p:spTgt spid="12">
                                            <p:txEl>
                                              <p:pRg st="1" end="1"/>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animEffect transition="in" filter="fade">
                                      <p:cBhvr>
                                        <p:cTn id="30" dur="500"/>
                                        <p:tgtEl>
                                          <p:spTgt spid="13">
                                            <p:txEl>
                                              <p:pRg st="0" end="0"/>
                                            </p:txEl>
                                          </p:spTgt>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
                                            <p:txEl>
                                              <p:pRg st="1" end="1"/>
                                            </p:txEl>
                                          </p:spTgt>
                                        </p:tgtEl>
                                        <p:attrNameLst>
                                          <p:attrName>style.visibility</p:attrName>
                                        </p:attrNameLst>
                                      </p:cBhvr>
                                      <p:to>
                                        <p:strVal val="visible"/>
                                      </p:to>
                                    </p:set>
                                    <p:animEffect transition="in" filter="fade">
                                      <p:cBhvr>
                                        <p:cTn id="33" dur="500"/>
                                        <p:tgtEl>
                                          <p:spTgt spid="13">
                                            <p:txEl>
                                              <p:pRg st="1" end="1"/>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3">
                                            <p:txEl>
                                              <p:pRg st="3" end="3"/>
                                            </p:txEl>
                                          </p:spTgt>
                                        </p:tgtEl>
                                        <p:attrNameLst>
                                          <p:attrName>style.visibility</p:attrName>
                                        </p:attrNameLst>
                                      </p:cBhvr>
                                      <p:to>
                                        <p:strVal val="visible"/>
                                      </p:to>
                                    </p:set>
                                    <p:animEffect transition="in" filter="fade">
                                      <p:cBhvr>
                                        <p:cTn id="36" dur="500"/>
                                        <p:tgtEl>
                                          <p:spTgt spid="13">
                                            <p:txEl>
                                              <p:pRg st="3" end="3"/>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3">
                                            <p:txEl>
                                              <p:pRg st="5" end="5"/>
                                            </p:txEl>
                                          </p:spTgt>
                                        </p:tgtEl>
                                        <p:attrNameLst>
                                          <p:attrName>style.visibility</p:attrName>
                                        </p:attrNameLst>
                                      </p:cBhvr>
                                      <p:to>
                                        <p:strVal val="visible"/>
                                      </p:to>
                                    </p:set>
                                    <p:animEffect transition="in" filter="fade">
                                      <p:cBhvr>
                                        <p:cTn id="39" dur="500"/>
                                        <p:tgtEl>
                                          <p:spTgt spid="13">
                                            <p:txEl>
                                              <p:pRg st="5" end="5"/>
                                            </p:txEl>
                                          </p:spTgt>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xEl>
                                              <p:pRg st="7" end="7"/>
                                            </p:txEl>
                                          </p:spTgt>
                                        </p:tgtEl>
                                        <p:attrNameLst>
                                          <p:attrName>style.visibility</p:attrName>
                                        </p:attrNameLst>
                                      </p:cBhvr>
                                      <p:to>
                                        <p:strVal val="visible"/>
                                      </p:to>
                                    </p:set>
                                    <p:animEffect transition="in" filter="fade">
                                      <p:cBhvr>
                                        <p:cTn id="42"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build="allAtOnce"/>
      <p:bldP spid="13" grpId="0" build="allAtOnce"/>
      <p:bldP spid="14" grpId="0"/>
      <p:bldP spid="1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D713472E-121C-DD4C-6677-D14FC918CE0B}"/>
            </a:ext>
          </a:extLst>
        </p:cNvPr>
        <p:cNvGrpSpPr/>
        <p:nvPr/>
      </p:nvGrpSpPr>
      <p:grpSpPr>
        <a:xfrm>
          <a:off x="0" y="0"/>
          <a:ext cx="0" cy="0"/>
          <a:chOff x="0" y="0"/>
          <a:chExt cx="0" cy="0"/>
        </a:xfrm>
      </p:grpSpPr>
      <p:sp>
        <p:nvSpPr>
          <p:cNvPr id="18" name="Footer Placeholder 14">
            <a:extLst>
              <a:ext uri="{FF2B5EF4-FFF2-40B4-BE49-F238E27FC236}">
                <a16:creationId xmlns:a16="http://schemas.microsoft.com/office/drawing/2014/main" id="{F92B43C1-BFDF-69E8-4820-0D58516205FB}"/>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07135500-1683-3498-8CDF-AA1156AC25E9}"/>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15</a:t>
            </a:fld>
            <a:endParaRPr lang="en-AS" dirty="0"/>
          </a:p>
        </p:txBody>
      </p:sp>
      <p:grpSp>
        <p:nvGrpSpPr>
          <p:cNvPr id="6" name="Tape Group_2">
            <a:extLst>
              <a:ext uri="{FF2B5EF4-FFF2-40B4-BE49-F238E27FC236}">
                <a16:creationId xmlns:a16="http://schemas.microsoft.com/office/drawing/2014/main" id="{3E3FCB20-9B2F-96F2-A711-C0F929239F1E}"/>
              </a:ext>
            </a:extLst>
          </p:cNvPr>
          <p:cNvGrpSpPr/>
          <p:nvPr/>
        </p:nvGrpSpPr>
        <p:grpSpPr>
          <a:xfrm>
            <a:off x="13177505" y="-27405017"/>
            <a:ext cx="2118390" cy="35965926"/>
            <a:chOff x="5036805" y="-14553963"/>
            <a:chExt cx="2118390" cy="35965926"/>
          </a:xfrm>
        </p:grpSpPr>
        <p:pic>
          <p:nvPicPr>
            <p:cNvPr id="7" name="Film Tape 3">
              <a:extLst>
                <a:ext uri="{FF2B5EF4-FFF2-40B4-BE49-F238E27FC236}">
                  <a16:creationId xmlns:a16="http://schemas.microsoft.com/office/drawing/2014/main" id="{FE141A9D-91F7-957A-ED61-335238307072}"/>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8FF3BD1A-218E-1F81-2362-940F22476786}"/>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615BC5CA-15D4-01E8-A078-4F655A0AD7CB}"/>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050AFAB2-4EFA-3FE1-9625-CF766DFD817A}"/>
              </a:ext>
            </a:extLst>
          </p:cNvPr>
          <p:cNvGrpSpPr/>
          <p:nvPr/>
        </p:nvGrpSpPr>
        <p:grpSpPr>
          <a:xfrm>
            <a:off x="-2627645" y="-7405057"/>
            <a:ext cx="2118390" cy="35965926"/>
            <a:chOff x="5036805" y="-14553963"/>
            <a:chExt cx="2118390" cy="35965926"/>
          </a:xfrm>
        </p:grpSpPr>
        <p:pic>
          <p:nvPicPr>
            <p:cNvPr id="2" name="Film Tape 3">
              <a:extLst>
                <a:ext uri="{FF2B5EF4-FFF2-40B4-BE49-F238E27FC236}">
                  <a16:creationId xmlns:a16="http://schemas.microsoft.com/office/drawing/2014/main" id="{D02C9CD1-EC36-290D-407B-22FF8A7B49BF}"/>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7ED251FD-72EC-AF24-6E7C-1589ECFF8B88}"/>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895C33D5-B697-84AE-DB2E-513837A6BBD8}"/>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45D4C42A-02CA-83FE-A7EF-853C959BA413}"/>
              </a:ext>
            </a:extLst>
          </p:cNvPr>
          <p:cNvGrpSpPr/>
          <p:nvPr/>
        </p:nvGrpSpPr>
        <p:grpSpPr>
          <a:xfrm rot="16200000" flipH="1" flipV="1">
            <a:off x="-2037378"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61A6AB4C-92C4-54A5-DE18-93C1EC463FB3}"/>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A34F3F27-E0F4-0704-5DC3-C9564D7EDF15}"/>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7A34F56D-3EE4-4633-8754-30383CB131C9}"/>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3E95521C-FE64-F93A-C714-21EFA97F5260}"/>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784366EC-12C8-3365-DB00-4B3AEC421C0F}"/>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BEBF7E26-8172-A2A0-9AF7-97E0E37BD406}"/>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B979D765-C752-70D0-9EB1-E23D2E0AD587}"/>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AA8B7638-7C07-C95E-792C-21547B7BA637}"/>
              </a:ext>
            </a:extLst>
          </p:cNvPr>
          <p:cNvSpPr txBox="1"/>
          <p:nvPr/>
        </p:nvSpPr>
        <p:spPr>
          <a:xfrm>
            <a:off x="104464" y="2616853"/>
            <a:ext cx="5348482" cy="3631763"/>
          </a:xfrm>
          <a:prstGeom prst="rect">
            <a:avLst/>
          </a:prstGeom>
          <a:noFill/>
        </p:spPr>
        <p:txBody>
          <a:bodyPr wrap="square" rtlCol="0">
            <a:spAutoFit/>
          </a:bodyPr>
          <a:lstStyle/>
          <a:p>
            <a:pPr>
              <a:spcBef>
                <a:spcPts val="200"/>
              </a:spcBef>
              <a:spcAft>
                <a:spcPts val="200"/>
              </a:spcAft>
            </a:pPr>
            <a:r>
              <a:rPr lang="en-US" sz="2000" dirty="0">
                <a:latin typeface="Times New Roman" panose="02020603050405020304" pitchFamily="18" charset="0"/>
                <a:cs typeface="Times New Roman" panose="02020603050405020304" pitchFamily="18" charset="0"/>
              </a:rPr>
              <a:t>Alpha VC (High-Performance and Efficient Learned Video Compression) introduces several optimizations to overcome accumulated errors and improve coding efficiency. </a:t>
            </a:r>
          </a:p>
          <a:p>
            <a:pPr>
              <a:spcBef>
                <a:spcPts val="200"/>
              </a:spcBef>
              <a:spcAft>
                <a:spcPts val="200"/>
              </a:spcAft>
            </a:pP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It uses conditional I-frames, pixel-to-feature motion prediction, and entropy skipping to enhance both speed and performance. </a:t>
            </a:r>
          </a:p>
          <a:p>
            <a:pPr>
              <a:spcBef>
                <a:spcPts val="200"/>
              </a:spcBef>
              <a:spcAft>
                <a:spcPts val="200"/>
              </a:spcAft>
            </a:pPr>
            <a:endParaRPr lang="en-US" sz="2000" dirty="0">
              <a:latin typeface="Times New Roman" panose="02020603050405020304" pitchFamily="18" charset="0"/>
              <a:cs typeface="Times New Roman" panose="02020603050405020304" pitchFamily="18" charset="0"/>
            </a:endParaRPr>
          </a:p>
          <a:p>
            <a:pPr>
              <a:spcBef>
                <a:spcPts val="200"/>
              </a:spcBef>
              <a:spcAft>
                <a:spcPts val="200"/>
              </a:spcAft>
            </a:pPr>
            <a:r>
              <a:rPr lang="en-US" sz="2000" dirty="0">
                <a:latin typeface="Times New Roman" panose="02020603050405020304" pitchFamily="18" charset="0"/>
                <a:cs typeface="Times New Roman" panose="02020603050405020304" pitchFamily="18" charset="0"/>
              </a:rPr>
              <a:t>It is the first AI codec surpassing the latest VVC (Versatile Video Coding) standard.</a:t>
            </a:r>
          </a:p>
        </p:txBody>
      </p:sp>
      <p:sp>
        <p:nvSpPr>
          <p:cNvPr id="13" name="Data set">
            <a:extLst>
              <a:ext uri="{FF2B5EF4-FFF2-40B4-BE49-F238E27FC236}">
                <a16:creationId xmlns:a16="http://schemas.microsoft.com/office/drawing/2014/main" id="{F796D81F-5EBC-6820-AABB-A2F71F3E02D2}"/>
              </a:ext>
            </a:extLst>
          </p:cNvPr>
          <p:cNvSpPr txBox="1"/>
          <p:nvPr/>
        </p:nvSpPr>
        <p:spPr>
          <a:xfrm>
            <a:off x="5604353" y="2616853"/>
            <a:ext cx="6363030" cy="3508653"/>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Vimeo-90k :- The model was trained on the Vimeo-90k dataset, which includes 4,278 videos and 89,800 independent shots (i.e., many short video clips).</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HEVC (High efficiency video compression).</a:t>
            </a:r>
          </a:p>
          <a:p>
            <a:endParaRPr lang="fr-FR"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fr-FR" sz="2000" dirty="0">
                <a:solidFill>
                  <a:schemeClr val="tx1">
                    <a:lumMod val="85000"/>
                    <a:lumOff val="15000"/>
                  </a:schemeClr>
                </a:solidFill>
                <a:latin typeface="Times New Roman" panose="02020603050405020304" pitchFamily="18" charset="0"/>
                <a:cs typeface="Times New Roman" panose="02020603050405020304" pitchFamily="18" charset="0"/>
              </a:rPr>
              <a:t>MCL-JCV (Media communications lab – joint collaborative video). </a:t>
            </a:r>
          </a:p>
        </p:txBody>
      </p:sp>
      <p:sp>
        <p:nvSpPr>
          <p:cNvPr id="14" name="Title">
            <a:extLst>
              <a:ext uri="{FF2B5EF4-FFF2-40B4-BE49-F238E27FC236}">
                <a16:creationId xmlns:a16="http://schemas.microsoft.com/office/drawing/2014/main" id="{96648D65-F29A-E401-66CE-A7EE0ACCF846}"/>
              </a:ext>
            </a:extLst>
          </p:cNvPr>
          <p:cNvSpPr txBox="1">
            <a:spLocks noGrp="1"/>
          </p:cNvSpPr>
          <p:nvPr>
            <p:ph type="title" idx="4294967295"/>
          </p:nvPr>
        </p:nvSpPr>
        <p:spPr>
          <a:xfrm>
            <a:off x="561679" y="1546581"/>
            <a:ext cx="9541326" cy="95410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Alpha VC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(High-Performance and Efficient Learned Video Compression) –</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2022, ECCV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(European Conference on Computer Vision)</a:t>
            </a:r>
            <a:endPar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1" name="Oval 10">
            <a:extLst>
              <a:ext uri="{FF2B5EF4-FFF2-40B4-BE49-F238E27FC236}">
                <a16:creationId xmlns:a16="http://schemas.microsoft.com/office/drawing/2014/main" id="{0CD20DA5-55E6-5A67-7E18-9ACC6C9372D6}"/>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4</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5" name="Oval 14">
            <a:extLst>
              <a:ext uri="{FF2B5EF4-FFF2-40B4-BE49-F238E27FC236}">
                <a16:creationId xmlns:a16="http://schemas.microsoft.com/office/drawing/2014/main" id="{0F584B46-58A4-A5FD-F73B-0AC761940EEA}"/>
              </a:ext>
            </a:extLst>
          </p:cNvPr>
          <p:cNvSpPr/>
          <p:nvPr/>
        </p:nvSpPr>
        <p:spPr>
          <a:xfrm>
            <a:off x="4559695"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6" name="Oval 15">
            <a:extLst>
              <a:ext uri="{FF2B5EF4-FFF2-40B4-BE49-F238E27FC236}">
                <a16:creationId xmlns:a16="http://schemas.microsoft.com/office/drawing/2014/main" id="{2DA1FA75-E2E9-6C9F-FF05-FA1C2C252FCC}"/>
              </a:ext>
            </a:extLst>
          </p:cNvPr>
          <p:cNvSpPr/>
          <p:nvPr/>
        </p:nvSpPr>
        <p:spPr>
          <a:xfrm>
            <a:off x="275252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3</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7" name="Oval 16">
            <a:extLst>
              <a:ext uri="{FF2B5EF4-FFF2-40B4-BE49-F238E27FC236}">
                <a16:creationId xmlns:a16="http://schemas.microsoft.com/office/drawing/2014/main" id="{7D592301-0260-98E3-B488-4DAE415A715A}"/>
              </a:ext>
            </a:extLst>
          </p:cNvPr>
          <p:cNvSpPr/>
          <p:nvPr/>
        </p:nvSpPr>
        <p:spPr>
          <a:xfrm>
            <a:off x="3658966"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2" name="Graphic 21" descr="Film reel with solid fill">
            <a:extLst>
              <a:ext uri="{FF2B5EF4-FFF2-40B4-BE49-F238E27FC236}">
                <a16:creationId xmlns:a16="http://schemas.microsoft.com/office/drawing/2014/main" id="{3930B0D3-9A34-7CA9-CEAC-C2A37C5744C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136399775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0" nodeType="afterEffect">
                                  <p:stCondLst>
                                    <p:cond delay="0"/>
                                  </p:stCondLst>
                                  <p:childTnLst>
                                    <p:animClr clrSpc="rgb" dir="cw">
                                      <p:cBhvr override="childStyle">
                                        <p:cTn id="10" dur="125" autoRev="1" fill="remove"/>
                                        <p:tgtEl>
                                          <p:spTgt spid="11"/>
                                        </p:tgtEl>
                                        <p:attrNameLst>
                                          <p:attrName>style.color</p:attrName>
                                        </p:attrNameLst>
                                      </p:cBhvr>
                                      <p:to>
                                        <a:srgbClr val="FFFFFF"/>
                                      </p:to>
                                    </p:animClr>
                                    <p:animClr clrSpc="rgb" dir="cw">
                                      <p:cBhvr>
                                        <p:cTn id="11" dur="125" autoRev="1" fill="remove"/>
                                        <p:tgtEl>
                                          <p:spTgt spid="11"/>
                                        </p:tgtEl>
                                        <p:attrNameLst>
                                          <p:attrName>fillcolor</p:attrName>
                                        </p:attrNameLst>
                                      </p:cBhvr>
                                      <p:to>
                                        <a:srgbClr val="FFFFFF"/>
                                      </p:to>
                                    </p:animClr>
                                    <p:set>
                                      <p:cBhvr>
                                        <p:cTn id="12" dur="125" autoRev="1" fill="remove"/>
                                        <p:tgtEl>
                                          <p:spTgt spid="11"/>
                                        </p:tgtEl>
                                        <p:attrNameLst>
                                          <p:attrName>fill.type</p:attrName>
                                        </p:attrNameLst>
                                      </p:cBhvr>
                                      <p:to>
                                        <p:strVal val="solid"/>
                                      </p:to>
                                    </p:set>
                                    <p:set>
                                      <p:cBhvr>
                                        <p:cTn id="13" dur="125"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xEl>
                                              <p:pRg st="1" end="1"/>
                                            </p:txEl>
                                          </p:spTgt>
                                        </p:tgtEl>
                                        <p:attrNameLst>
                                          <p:attrName>style.visibility</p:attrName>
                                        </p:attrNameLst>
                                      </p:cBhvr>
                                      <p:to>
                                        <p:strVal val="visible"/>
                                      </p:to>
                                    </p:set>
                                    <p:animEffect transition="in" filter="fade">
                                      <p:cBhvr>
                                        <p:cTn id="25" dur="500"/>
                                        <p:tgtEl>
                                          <p:spTgt spid="12">
                                            <p:txEl>
                                              <p:pRg st="1" end="1"/>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xEl>
                                              <p:pRg st="3" end="3"/>
                                            </p:txEl>
                                          </p:spTgt>
                                        </p:tgtEl>
                                        <p:attrNameLst>
                                          <p:attrName>style.visibility</p:attrName>
                                        </p:attrNameLst>
                                      </p:cBhvr>
                                      <p:to>
                                        <p:strVal val="visible"/>
                                      </p:to>
                                    </p:set>
                                    <p:animEffect transition="in" filter="fade">
                                      <p:cBhvr>
                                        <p:cTn id="28" dur="500"/>
                                        <p:tgtEl>
                                          <p:spTgt spid="12">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3">
                                            <p:txEl>
                                              <p:pRg st="0" end="0"/>
                                            </p:txEl>
                                          </p:spTgt>
                                        </p:tgtEl>
                                        <p:attrNameLst>
                                          <p:attrName>style.visibility</p:attrName>
                                        </p:attrNameLst>
                                      </p:cBhvr>
                                      <p:to>
                                        <p:strVal val="visible"/>
                                      </p:to>
                                    </p:set>
                                    <p:animEffect transition="in" filter="fade">
                                      <p:cBhvr>
                                        <p:cTn id="33" dur="500"/>
                                        <p:tgtEl>
                                          <p:spTgt spid="13">
                                            <p:txEl>
                                              <p:pRg st="0" end="0"/>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3">
                                            <p:txEl>
                                              <p:pRg st="1" end="1"/>
                                            </p:txEl>
                                          </p:spTgt>
                                        </p:tgtEl>
                                        <p:attrNameLst>
                                          <p:attrName>style.visibility</p:attrName>
                                        </p:attrNameLst>
                                      </p:cBhvr>
                                      <p:to>
                                        <p:strVal val="visible"/>
                                      </p:to>
                                    </p:set>
                                    <p:animEffect transition="in" filter="fade">
                                      <p:cBhvr>
                                        <p:cTn id="36" dur="500"/>
                                        <p:tgtEl>
                                          <p:spTgt spid="13">
                                            <p:txEl>
                                              <p:pRg st="1" end="1"/>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3">
                                            <p:txEl>
                                              <p:pRg st="3" end="3"/>
                                            </p:txEl>
                                          </p:spTgt>
                                        </p:tgtEl>
                                        <p:attrNameLst>
                                          <p:attrName>style.visibility</p:attrName>
                                        </p:attrNameLst>
                                      </p:cBhvr>
                                      <p:to>
                                        <p:strVal val="visible"/>
                                      </p:to>
                                    </p:set>
                                    <p:animEffect transition="in" filter="fade">
                                      <p:cBhvr>
                                        <p:cTn id="39" dur="500"/>
                                        <p:tgtEl>
                                          <p:spTgt spid="13">
                                            <p:txEl>
                                              <p:pRg st="3" end="3"/>
                                            </p:txEl>
                                          </p:spTgt>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xEl>
                                              <p:pRg st="5" end="5"/>
                                            </p:txEl>
                                          </p:spTgt>
                                        </p:tgtEl>
                                        <p:attrNameLst>
                                          <p:attrName>style.visibility</p:attrName>
                                        </p:attrNameLst>
                                      </p:cBhvr>
                                      <p:to>
                                        <p:strVal val="visible"/>
                                      </p:to>
                                    </p:set>
                                    <p:animEffect transition="in" filter="fade">
                                      <p:cBhvr>
                                        <p:cTn id="42" dur="500"/>
                                        <p:tgtEl>
                                          <p:spTgt spid="13">
                                            <p:txEl>
                                              <p:pRg st="5" end="5"/>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3">
                                            <p:txEl>
                                              <p:pRg st="7" end="7"/>
                                            </p:txEl>
                                          </p:spTgt>
                                        </p:tgtEl>
                                        <p:attrNameLst>
                                          <p:attrName>style.visibility</p:attrName>
                                        </p:attrNameLst>
                                      </p:cBhvr>
                                      <p:to>
                                        <p:strVal val="visible"/>
                                      </p:to>
                                    </p:set>
                                    <p:animEffect transition="in" filter="fade">
                                      <p:cBhvr>
                                        <p:cTn id="45"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allAtOnce"/>
      <p:bldP spid="13" grpId="0" uiExpand="1" build="allAtOnce"/>
      <p:bldP spid="14" grpId="0"/>
      <p:bldP spid="1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F397982C-F188-D636-E558-6CDC4362C308}"/>
            </a:ext>
          </a:extLst>
        </p:cNvPr>
        <p:cNvGrpSpPr/>
        <p:nvPr/>
      </p:nvGrpSpPr>
      <p:grpSpPr>
        <a:xfrm>
          <a:off x="0" y="0"/>
          <a:ext cx="0" cy="0"/>
          <a:chOff x="0" y="0"/>
          <a:chExt cx="0" cy="0"/>
        </a:xfrm>
      </p:grpSpPr>
      <p:sp>
        <p:nvSpPr>
          <p:cNvPr id="19" name="Footer Placeholder 14">
            <a:extLst>
              <a:ext uri="{FF2B5EF4-FFF2-40B4-BE49-F238E27FC236}">
                <a16:creationId xmlns:a16="http://schemas.microsoft.com/office/drawing/2014/main" id="{83C4C857-EA5A-C3B1-A670-A360A345CE28}"/>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2D566221-4621-6297-0DD1-F9A4D202A0F7}"/>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16</a:t>
            </a:fld>
            <a:endParaRPr lang="en-AS" dirty="0"/>
          </a:p>
        </p:txBody>
      </p:sp>
      <p:grpSp>
        <p:nvGrpSpPr>
          <p:cNvPr id="6" name="Tape Group_2">
            <a:extLst>
              <a:ext uri="{FF2B5EF4-FFF2-40B4-BE49-F238E27FC236}">
                <a16:creationId xmlns:a16="http://schemas.microsoft.com/office/drawing/2014/main" id="{BA0D58D7-3965-79D1-F253-D2C4A12EFFD5}"/>
              </a:ext>
            </a:extLst>
          </p:cNvPr>
          <p:cNvGrpSpPr/>
          <p:nvPr/>
        </p:nvGrpSpPr>
        <p:grpSpPr>
          <a:xfrm>
            <a:off x="13177505" y="-27405017"/>
            <a:ext cx="2118390" cy="35965926"/>
            <a:chOff x="5036805" y="-14553963"/>
            <a:chExt cx="2118390" cy="35965926"/>
          </a:xfrm>
        </p:grpSpPr>
        <p:pic>
          <p:nvPicPr>
            <p:cNvPr id="7" name="Film Tape 3">
              <a:extLst>
                <a:ext uri="{FF2B5EF4-FFF2-40B4-BE49-F238E27FC236}">
                  <a16:creationId xmlns:a16="http://schemas.microsoft.com/office/drawing/2014/main" id="{EB226479-8BCE-5D97-75FE-D8EDC3B45A47}"/>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1535AA0D-83A5-1663-6848-35B94F769613}"/>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203EB373-40C0-FEEC-EF7B-C422C4235AEF}"/>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2A80DFF2-CDC9-0706-7A3A-8BEDD13DFC85}"/>
              </a:ext>
            </a:extLst>
          </p:cNvPr>
          <p:cNvGrpSpPr/>
          <p:nvPr/>
        </p:nvGrpSpPr>
        <p:grpSpPr>
          <a:xfrm>
            <a:off x="-2627645" y="-7405057"/>
            <a:ext cx="2118390" cy="35965926"/>
            <a:chOff x="5036805" y="-14553963"/>
            <a:chExt cx="2118390" cy="35965926"/>
          </a:xfrm>
        </p:grpSpPr>
        <p:pic>
          <p:nvPicPr>
            <p:cNvPr id="2" name="Film Tape 3">
              <a:extLst>
                <a:ext uri="{FF2B5EF4-FFF2-40B4-BE49-F238E27FC236}">
                  <a16:creationId xmlns:a16="http://schemas.microsoft.com/office/drawing/2014/main" id="{577F06A3-2524-CB77-D97F-9AD8F0600D1A}"/>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F4BCBD6E-5F22-700A-E780-748438F617E9}"/>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3EBF17F1-DE36-826C-894F-7744BB3BEA26}"/>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06809C77-C6A2-519C-B9D9-FCB56753EA89}"/>
              </a:ext>
            </a:extLst>
          </p:cNvPr>
          <p:cNvGrpSpPr/>
          <p:nvPr/>
        </p:nvGrpSpPr>
        <p:grpSpPr>
          <a:xfrm rot="16200000" flipH="1" flipV="1">
            <a:off x="-1120438"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D632131C-EAD9-4DC2-8160-98DA75D39343}"/>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726C0FEF-3A77-41D1-D2FC-4DCE6095815A}"/>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5AEB3BD2-137F-4458-0695-C067A7DD14F0}"/>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A117E6B2-0A65-C32F-C0AD-DA87869864F1}"/>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97A246AB-F1C3-B4B5-C066-D85D6C5B376C}"/>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DFB29378-DC44-10DC-3363-495598168732}"/>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3C62B39D-3860-EACE-526F-BBB2A376FD64}"/>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6953F057-E358-D9E7-D0F1-DD7EBC1485D9}"/>
              </a:ext>
            </a:extLst>
          </p:cNvPr>
          <p:cNvSpPr txBox="1"/>
          <p:nvPr/>
        </p:nvSpPr>
        <p:spPr>
          <a:xfrm>
            <a:off x="104464" y="2616853"/>
            <a:ext cx="5348482" cy="2964914"/>
          </a:xfrm>
          <a:prstGeom prst="rect">
            <a:avLst/>
          </a:prstGeom>
          <a:noFill/>
        </p:spPr>
        <p:txBody>
          <a:bodyPr wrap="square" rtlCol="0">
            <a:spAutoFit/>
          </a:bodyPr>
          <a:lstStyle/>
          <a:p>
            <a:pPr>
              <a:spcBef>
                <a:spcPts val="200"/>
              </a:spcBef>
              <a:spcAft>
                <a:spcPts val="200"/>
              </a:spcAft>
            </a:pPr>
            <a:r>
              <a:rPr lang="en-US" sz="2000" dirty="0">
                <a:latin typeface="Times New Roman" panose="02020603050405020304" pitchFamily="18" charset="0"/>
                <a:cs typeface="Times New Roman" panose="02020603050405020304" pitchFamily="18" charset="0"/>
              </a:rPr>
              <a:t>This hybrid framework uses neural pre- and post-processing around a standard codec (e.g., HEVC).</a:t>
            </a:r>
          </a:p>
          <a:p>
            <a:pPr>
              <a:spcBef>
                <a:spcPts val="200"/>
              </a:spcBef>
              <a:spcAft>
                <a:spcPts val="200"/>
              </a:spcAft>
            </a:pPr>
            <a:r>
              <a:rPr lang="en-US" sz="2000" dirty="0">
                <a:latin typeface="Times New Roman" panose="02020603050405020304" pitchFamily="18" charset="0"/>
                <a:cs typeface="Times New Roman" panose="02020603050405020304" pitchFamily="18" charset="0"/>
              </a:rPr>
              <a:t> </a:t>
            </a: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The neural networks learn to optimize a rate-distortion loss while preserving codec compatibility. </a:t>
            </a:r>
          </a:p>
          <a:p>
            <a:pPr>
              <a:spcBef>
                <a:spcPts val="200"/>
              </a:spcBef>
              <a:spcAft>
                <a:spcPts val="200"/>
              </a:spcAft>
            </a:pP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It offers a practical middle ground between traditional and fully neural codecs.</a:t>
            </a:r>
          </a:p>
        </p:txBody>
      </p:sp>
      <p:sp>
        <p:nvSpPr>
          <p:cNvPr id="13" name="Data set">
            <a:extLst>
              <a:ext uri="{FF2B5EF4-FFF2-40B4-BE49-F238E27FC236}">
                <a16:creationId xmlns:a16="http://schemas.microsoft.com/office/drawing/2014/main" id="{DF954A04-F7B4-7C79-8BCF-156A109B7430}"/>
              </a:ext>
            </a:extLst>
          </p:cNvPr>
          <p:cNvSpPr txBox="1"/>
          <p:nvPr/>
        </p:nvSpPr>
        <p:spPr>
          <a:xfrm>
            <a:off x="5604353" y="2616853"/>
            <a:ext cx="6363030" cy="2893100"/>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Vimeo-90k.</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HEVC (High efficiency video compression).</a:t>
            </a:r>
          </a:p>
          <a:p>
            <a:endParaRPr lang="fr-FR"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fr-FR" sz="2000" dirty="0">
                <a:solidFill>
                  <a:schemeClr val="tx1">
                    <a:lumMod val="85000"/>
                    <a:lumOff val="15000"/>
                  </a:schemeClr>
                </a:solidFill>
                <a:latin typeface="Times New Roman" panose="02020603050405020304" pitchFamily="18" charset="0"/>
                <a:cs typeface="Times New Roman" panose="02020603050405020304" pitchFamily="18" charset="0"/>
              </a:rPr>
              <a:t>MCL-JCV (Media communications lab – joint collaborative video). </a:t>
            </a:r>
          </a:p>
        </p:txBody>
      </p:sp>
      <p:sp>
        <p:nvSpPr>
          <p:cNvPr id="14" name="Title">
            <a:extLst>
              <a:ext uri="{FF2B5EF4-FFF2-40B4-BE49-F238E27FC236}">
                <a16:creationId xmlns:a16="http://schemas.microsoft.com/office/drawing/2014/main" id="{57ADEDA1-6D0F-6EE0-BAFF-596709D98F66}"/>
              </a:ext>
            </a:extLst>
          </p:cNvPr>
          <p:cNvSpPr txBox="1">
            <a:spLocks noGrp="1"/>
          </p:cNvSpPr>
          <p:nvPr>
            <p:ph type="title" idx="4294967295"/>
          </p:nvPr>
        </p:nvSpPr>
        <p:spPr>
          <a:xfrm>
            <a:off x="561679" y="1546581"/>
            <a:ext cx="8928009" cy="95410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Sandwiched Video Compression – 2023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ICIP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(International Conference on Image Processing)</a:t>
            </a:r>
            <a:endPar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1" name="Oval 10">
            <a:extLst>
              <a:ext uri="{FF2B5EF4-FFF2-40B4-BE49-F238E27FC236}">
                <a16:creationId xmlns:a16="http://schemas.microsoft.com/office/drawing/2014/main" id="{0F79340D-F174-83F4-0E27-AE93F6FAFBB5}"/>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5</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5" name="Oval 14">
            <a:extLst>
              <a:ext uri="{FF2B5EF4-FFF2-40B4-BE49-F238E27FC236}">
                <a16:creationId xmlns:a16="http://schemas.microsoft.com/office/drawing/2014/main" id="{A1A41772-04C1-6A39-A974-E19A15CBA498}"/>
              </a:ext>
            </a:extLst>
          </p:cNvPr>
          <p:cNvSpPr/>
          <p:nvPr/>
        </p:nvSpPr>
        <p:spPr>
          <a:xfrm>
            <a:off x="5452946"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6" name="Oval 15">
            <a:extLst>
              <a:ext uri="{FF2B5EF4-FFF2-40B4-BE49-F238E27FC236}">
                <a16:creationId xmlns:a16="http://schemas.microsoft.com/office/drawing/2014/main" id="{004B7746-056B-CB9A-B5CA-B7B2D3E7A00C}"/>
              </a:ext>
            </a:extLst>
          </p:cNvPr>
          <p:cNvSpPr/>
          <p:nvPr/>
        </p:nvSpPr>
        <p:spPr>
          <a:xfrm>
            <a:off x="4559695"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7" name="Oval 16">
            <a:extLst>
              <a:ext uri="{FF2B5EF4-FFF2-40B4-BE49-F238E27FC236}">
                <a16:creationId xmlns:a16="http://schemas.microsoft.com/office/drawing/2014/main" id="{0F094514-8139-1A47-E51C-1638DA7B777F}"/>
              </a:ext>
            </a:extLst>
          </p:cNvPr>
          <p:cNvSpPr/>
          <p:nvPr/>
        </p:nvSpPr>
        <p:spPr>
          <a:xfrm>
            <a:off x="275252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4</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8" name="Oval 17">
            <a:extLst>
              <a:ext uri="{FF2B5EF4-FFF2-40B4-BE49-F238E27FC236}">
                <a16:creationId xmlns:a16="http://schemas.microsoft.com/office/drawing/2014/main" id="{EED074C4-00E1-7F4B-D0A2-00423188A405}"/>
              </a:ext>
            </a:extLst>
          </p:cNvPr>
          <p:cNvSpPr/>
          <p:nvPr/>
        </p:nvSpPr>
        <p:spPr>
          <a:xfrm>
            <a:off x="3658966"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3</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3" name="Graphic 22" descr="Film reel with solid fill">
            <a:extLst>
              <a:ext uri="{FF2B5EF4-FFF2-40B4-BE49-F238E27FC236}">
                <a16:creationId xmlns:a16="http://schemas.microsoft.com/office/drawing/2014/main" id="{36E2684B-0588-69E5-EBEE-592B1AC4674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215990334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0" nodeType="afterEffect">
                                  <p:stCondLst>
                                    <p:cond delay="0"/>
                                  </p:stCondLst>
                                  <p:childTnLst>
                                    <p:animClr clrSpc="rgb" dir="cw">
                                      <p:cBhvr override="childStyle">
                                        <p:cTn id="10" dur="250" autoRev="1" fill="remove"/>
                                        <p:tgtEl>
                                          <p:spTgt spid="11"/>
                                        </p:tgtEl>
                                        <p:attrNameLst>
                                          <p:attrName>style.color</p:attrName>
                                        </p:attrNameLst>
                                      </p:cBhvr>
                                      <p:to>
                                        <a:schemeClr val="bg1"/>
                                      </p:to>
                                    </p:animClr>
                                    <p:animClr clrSpc="rgb" dir="cw">
                                      <p:cBhvr>
                                        <p:cTn id="11" dur="250" autoRev="1" fill="remove"/>
                                        <p:tgtEl>
                                          <p:spTgt spid="11"/>
                                        </p:tgtEl>
                                        <p:attrNameLst>
                                          <p:attrName>fillcolor</p:attrName>
                                        </p:attrNameLst>
                                      </p:cBhvr>
                                      <p:to>
                                        <a:schemeClr val="bg1"/>
                                      </p:to>
                                    </p:animClr>
                                    <p:set>
                                      <p:cBhvr>
                                        <p:cTn id="12" dur="250" autoRev="1" fill="remove"/>
                                        <p:tgtEl>
                                          <p:spTgt spid="11"/>
                                        </p:tgtEl>
                                        <p:attrNameLst>
                                          <p:attrName>fill.type</p:attrName>
                                        </p:attrNameLst>
                                      </p:cBhvr>
                                      <p:to>
                                        <p:strVal val="solid"/>
                                      </p:to>
                                    </p:set>
                                    <p:set>
                                      <p:cBhvr>
                                        <p:cTn id="13" dur="250"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xEl>
                                              <p:pRg st="1" end="1"/>
                                            </p:txEl>
                                          </p:spTgt>
                                        </p:tgtEl>
                                        <p:attrNameLst>
                                          <p:attrName>style.visibility</p:attrName>
                                        </p:attrNameLst>
                                      </p:cBhvr>
                                      <p:to>
                                        <p:strVal val="visible"/>
                                      </p:to>
                                    </p:set>
                                    <p:animEffect transition="in" filter="fade">
                                      <p:cBhvr>
                                        <p:cTn id="25" dur="500"/>
                                        <p:tgtEl>
                                          <p:spTgt spid="12">
                                            <p:txEl>
                                              <p:pRg st="1" end="1"/>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xEl>
                                              <p:pRg st="2" end="2"/>
                                            </p:txEl>
                                          </p:spTgt>
                                        </p:tgtEl>
                                        <p:attrNameLst>
                                          <p:attrName>style.visibility</p:attrName>
                                        </p:attrNameLst>
                                      </p:cBhvr>
                                      <p:to>
                                        <p:strVal val="visible"/>
                                      </p:to>
                                    </p:set>
                                    <p:animEffect transition="in" filter="fade">
                                      <p:cBhvr>
                                        <p:cTn id="28" dur="500"/>
                                        <p:tgtEl>
                                          <p:spTgt spid="12">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3">
                                            <p:txEl>
                                              <p:pRg st="0" end="0"/>
                                            </p:txEl>
                                          </p:spTgt>
                                        </p:tgtEl>
                                        <p:attrNameLst>
                                          <p:attrName>style.visibility</p:attrName>
                                        </p:attrNameLst>
                                      </p:cBhvr>
                                      <p:to>
                                        <p:strVal val="visible"/>
                                      </p:to>
                                    </p:set>
                                    <p:animEffect transition="in" filter="fade">
                                      <p:cBhvr>
                                        <p:cTn id="33" dur="500"/>
                                        <p:tgtEl>
                                          <p:spTgt spid="13">
                                            <p:txEl>
                                              <p:pRg st="0" end="0"/>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3">
                                            <p:txEl>
                                              <p:pRg st="1" end="1"/>
                                            </p:txEl>
                                          </p:spTgt>
                                        </p:tgtEl>
                                        <p:attrNameLst>
                                          <p:attrName>style.visibility</p:attrName>
                                        </p:attrNameLst>
                                      </p:cBhvr>
                                      <p:to>
                                        <p:strVal val="visible"/>
                                      </p:to>
                                    </p:set>
                                    <p:animEffect transition="in" filter="fade">
                                      <p:cBhvr>
                                        <p:cTn id="36" dur="500"/>
                                        <p:tgtEl>
                                          <p:spTgt spid="13">
                                            <p:txEl>
                                              <p:pRg st="1" end="1"/>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3">
                                            <p:txEl>
                                              <p:pRg st="3" end="3"/>
                                            </p:txEl>
                                          </p:spTgt>
                                        </p:tgtEl>
                                        <p:attrNameLst>
                                          <p:attrName>style.visibility</p:attrName>
                                        </p:attrNameLst>
                                      </p:cBhvr>
                                      <p:to>
                                        <p:strVal val="visible"/>
                                      </p:to>
                                    </p:set>
                                    <p:animEffect transition="in" filter="fade">
                                      <p:cBhvr>
                                        <p:cTn id="39" dur="500"/>
                                        <p:tgtEl>
                                          <p:spTgt spid="13">
                                            <p:txEl>
                                              <p:pRg st="3" end="3"/>
                                            </p:txEl>
                                          </p:spTgt>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xEl>
                                              <p:pRg st="5" end="5"/>
                                            </p:txEl>
                                          </p:spTgt>
                                        </p:tgtEl>
                                        <p:attrNameLst>
                                          <p:attrName>style.visibility</p:attrName>
                                        </p:attrNameLst>
                                      </p:cBhvr>
                                      <p:to>
                                        <p:strVal val="visible"/>
                                      </p:to>
                                    </p:set>
                                    <p:animEffect transition="in" filter="fade">
                                      <p:cBhvr>
                                        <p:cTn id="42" dur="500"/>
                                        <p:tgtEl>
                                          <p:spTgt spid="13">
                                            <p:txEl>
                                              <p:pRg st="5" end="5"/>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3">
                                            <p:txEl>
                                              <p:pRg st="7" end="7"/>
                                            </p:txEl>
                                          </p:spTgt>
                                        </p:tgtEl>
                                        <p:attrNameLst>
                                          <p:attrName>style.visibility</p:attrName>
                                        </p:attrNameLst>
                                      </p:cBhvr>
                                      <p:to>
                                        <p:strVal val="visible"/>
                                      </p:to>
                                    </p:set>
                                    <p:animEffect transition="in" filter="fade">
                                      <p:cBhvr>
                                        <p:cTn id="45"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allAtOnce"/>
      <p:bldP spid="13" grpId="0" uiExpand="1" build="allAtOnce"/>
      <p:bldP spid="14" grpId="0"/>
      <p:bldP spid="1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92ECC121-3E02-7CE9-849B-DD2493462352}"/>
            </a:ext>
          </a:extLst>
        </p:cNvPr>
        <p:cNvGrpSpPr/>
        <p:nvPr/>
      </p:nvGrpSpPr>
      <p:grpSpPr>
        <a:xfrm>
          <a:off x="0" y="0"/>
          <a:ext cx="0" cy="0"/>
          <a:chOff x="0" y="0"/>
          <a:chExt cx="0" cy="0"/>
        </a:xfrm>
      </p:grpSpPr>
      <p:sp>
        <p:nvSpPr>
          <p:cNvPr id="20" name="Footer Placeholder 14">
            <a:extLst>
              <a:ext uri="{FF2B5EF4-FFF2-40B4-BE49-F238E27FC236}">
                <a16:creationId xmlns:a16="http://schemas.microsoft.com/office/drawing/2014/main" id="{316717BA-A5D3-1DBA-31CC-E9BC1826F867}"/>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54268CF4-C6FB-3055-9E22-B0DA5A2810CE}"/>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17</a:t>
            </a:fld>
            <a:endParaRPr lang="en-AS" dirty="0"/>
          </a:p>
        </p:txBody>
      </p:sp>
      <p:grpSp>
        <p:nvGrpSpPr>
          <p:cNvPr id="6" name="Tape Group_2">
            <a:extLst>
              <a:ext uri="{FF2B5EF4-FFF2-40B4-BE49-F238E27FC236}">
                <a16:creationId xmlns:a16="http://schemas.microsoft.com/office/drawing/2014/main" id="{B3881CA9-ABD7-24AA-64EB-D8FC9A5B54B4}"/>
              </a:ext>
            </a:extLst>
          </p:cNvPr>
          <p:cNvGrpSpPr/>
          <p:nvPr/>
        </p:nvGrpSpPr>
        <p:grpSpPr>
          <a:xfrm>
            <a:off x="13177505" y="-27405017"/>
            <a:ext cx="2118390" cy="35965926"/>
            <a:chOff x="5036805" y="-14553963"/>
            <a:chExt cx="2118390" cy="35965926"/>
          </a:xfrm>
        </p:grpSpPr>
        <p:pic>
          <p:nvPicPr>
            <p:cNvPr id="7" name="Film Tape 3">
              <a:extLst>
                <a:ext uri="{FF2B5EF4-FFF2-40B4-BE49-F238E27FC236}">
                  <a16:creationId xmlns:a16="http://schemas.microsoft.com/office/drawing/2014/main" id="{56CD7AB9-6D72-6C1C-7FB3-69024FE4549D}"/>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4294C5C0-9003-2EDC-A73C-91B3A68541B3}"/>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9E395D60-76FD-A34D-AA4E-F9CCE520F168}"/>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5D351BF4-87AB-FE70-3984-8B55AF5289BA}"/>
              </a:ext>
            </a:extLst>
          </p:cNvPr>
          <p:cNvGrpSpPr/>
          <p:nvPr/>
        </p:nvGrpSpPr>
        <p:grpSpPr>
          <a:xfrm>
            <a:off x="-2627645" y="-7405057"/>
            <a:ext cx="2118390" cy="35965926"/>
            <a:chOff x="5036805" y="-14553963"/>
            <a:chExt cx="2118390" cy="35965926"/>
          </a:xfrm>
        </p:grpSpPr>
        <p:pic>
          <p:nvPicPr>
            <p:cNvPr id="2" name="Film Tape 3">
              <a:extLst>
                <a:ext uri="{FF2B5EF4-FFF2-40B4-BE49-F238E27FC236}">
                  <a16:creationId xmlns:a16="http://schemas.microsoft.com/office/drawing/2014/main" id="{F30D050E-1DF6-6A96-B9B4-BF107927C74F}"/>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CAAF3C6D-713D-98B3-7742-C322A84AE401}"/>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2736F343-30A5-1928-AE71-06290E2E4325}"/>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9F1D2AAF-3F3D-D03B-0721-FD567261A06C}"/>
              </a:ext>
            </a:extLst>
          </p:cNvPr>
          <p:cNvGrpSpPr/>
          <p:nvPr/>
        </p:nvGrpSpPr>
        <p:grpSpPr>
          <a:xfrm rot="16200000" flipH="1" flipV="1">
            <a:off x="-134918"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8C6058E3-5038-AED9-2D51-B373B4B3321A}"/>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D69732AE-DF7E-3A1C-2CA1-94C7AD9A37B6}"/>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F8C28743-1050-919D-EACA-8FA8E753C127}"/>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F0C24D37-8762-1C69-1656-98F1E8653F60}"/>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8C0FEA3F-33DE-317A-6D67-BAA1C653C89C}"/>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D84D5CB9-6B82-8CE8-5D0E-F57FFDA531BA}"/>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ED4B9EEA-94D1-9F9C-AEB5-1CCF4FA4D1F7}"/>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DF54F3D0-3666-9F53-B7AC-201497589232}"/>
              </a:ext>
            </a:extLst>
          </p:cNvPr>
          <p:cNvSpPr txBox="1"/>
          <p:nvPr/>
        </p:nvSpPr>
        <p:spPr>
          <a:xfrm>
            <a:off x="104464" y="2616853"/>
            <a:ext cx="5348482" cy="1990288"/>
          </a:xfrm>
          <a:prstGeom prst="rect">
            <a:avLst/>
          </a:prstGeom>
          <a:noFill/>
        </p:spPr>
        <p:txBody>
          <a:bodyPr wrap="square" rtlCol="0">
            <a:spAutoFit/>
          </a:bodyPr>
          <a:lstStyle/>
          <a:p>
            <a:pPr>
              <a:spcBef>
                <a:spcPts val="200"/>
              </a:spcBef>
              <a:spcAft>
                <a:spcPts val="200"/>
              </a:spcAft>
            </a:pPr>
            <a:r>
              <a:rPr lang="en-US" sz="2000" dirty="0">
                <a:latin typeface="Times New Roman" panose="02020603050405020304" pitchFamily="18" charset="0"/>
                <a:cs typeface="Times New Roman" panose="02020603050405020304" pitchFamily="18" charset="0"/>
              </a:rPr>
              <a:t>HVFVC focuses on perceptual visual quality, not just numerical metrics. </a:t>
            </a:r>
          </a:p>
          <a:p>
            <a:pPr>
              <a:spcBef>
                <a:spcPts val="200"/>
              </a:spcBef>
              <a:spcAft>
                <a:spcPts val="200"/>
              </a:spcAft>
            </a:pP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It introduces a confidence-based reconstruction and periodic compensation loss to minimize artifacts and improve perceptual realism.</a:t>
            </a:r>
          </a:p>
        </p:txBody>
      </p:sp>
      <p:sp>
        <p:nvSpPr>
          <p:cNvPr id="13" name="Data set">
            <a:extLst>
              <a:ext uri="{FF2B5EF4-FFF2-40B4-BE49-F238E27FC236}">
                <a16:creationId xmlns:a16="http://schemas.microsoft.com/office/drawing/2014/main" id="{FD2543B1-F3DA-9644-A7FB-8C5A11F97D38}"/>
              </a:ext>
            </a:extLst>
          </p:cNvPr>
          <p:cNvSpPr txBox="1"/>
          <p:nvPr/>
        </p:nvSpPr>
        <p:spPr>
          <a:xfrm>
            <a:off x="5604353" y="2616853"/>
            <a:ext cx="6363030" cy="1969770"/>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HEVC (High efficiency video compression).</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Vimeo-90k.</a:t>
            </a:r>
          </a:p>
        </p:txBody>
      </p:sp>
      <p:sp>
        <p:nvSpPr>
          <p:cNvPr id="14" name="Title">
            <a:extLst>
              <a:ext uri="{FF2B5EF4-FFF2-40B4-BE49-F238E27FC236}">
                <a16:creationId xmlns:a16="http://schemas.microsoft.com/office/drawing/2014/main" id="{6528F929-168B-BC47-E150-5A3E5951EE46}"/>
              </a:ext>
            </a:extLst>
          </p:cNvPr>
          <p:cNvSpPr txBox="1">
            <a:spLocks noGrp="1"/>
          </p:cNvSpPr>
          <p:nvPr>
            <p:ph type="title" idx="4294967295"/>
          </p:nvPr>
        </p:nvSpPr>
        <p:spPr>
          <a:xfrm>
            <a:off x="561679" y="1703853"/>
            <a:ext cx="8928009" cy="52322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HVFVC </a:t>
            </a:r>
            <a:r>
              <a:rPr kumimoji="0" lang="en-US" sz="24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(High Visual-Fidelity Video Compression) </a:t>
            </a: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 2023</a:t>
            </a:r>
          </a:p>
        </p:txBody>
      </p:sp>
      <p:sp>
        <p:nvSpPr>
          <p:cNvPr id="11" name="Oval 10">
            <a:extLst>
              <a:ext uri="{FF2B5EF4-FFF2-40B4-BE49-F238E27FC236}">
                <a16:creationId xmlns:a16="http://schemas.microsoft.com/office/drawing/2014/main" id="{CB3439A2-267E-F14E-990E-3879F671E909}"/>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6</a:t>
            </a:r>
          </a:p>
        </p:txBody>
      </p:sp>
      <p:sp>
        <p:nvSpPr>
          <p:cNvPr id="15" name="Oval 14">
            <a:extLst>
              <a:ext uri="{FF2B5EF4-FFF2-40B4-BE49-F238E27FC236}">
                <a16:creationId xmlns:a16="http://schemas.microsoft.com/office/drawing/2014/main" id="{3375554C-2ACC-FDA5-465C-CE9B8942C293}"/>
              </a:ext>
            </a:extLst>
          </p:cNvPr>
          <p:cNvSpPr/>
          <p:nvPr/>
        </p:nvSpPr>
        <p:spPr>
          <a:xfrm>
            <a:off x="2840090"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5</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6" name="Oval 15">
            <a:extLst>
              <a:ext uri="{FF2B5EF4-FFF2-40B4-BE49-F238E27FC236}">
                <a16:creationId xmlns:a16="http://schemas.microsoft.com/office/drawing/2014/main" id="{8D38D981-F7B5-570D-4F02-07447F8EEB95}"/>
              </a:ext>
            </a:extLst>
          </p:cNvPr>
          <p:cNvSpPr/>
          <p:nvPr/>
        </p:nvSpPr>
        <p:spPr>
          <a:xfrm>
            <a:off x="645490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7" name="Oval 16">
            <a:extLst>
              <a:ext uri="{FF2B5EF4-FFF2-40B4-BE49-F238E27FC236}">
                <a16:creationId xmlns:a16="http://schemas.microsoft.com/office/drawing/2014/main" id="{5A3C1848-9C44-D95B-98E8-2AF8EB3DE065}"/>
              </a:ext>
            </a:extLst>
          </p:cNvPr>
          <p:cNvSpPr/>
          <p:nvPr/>
        </p:nvSpPr>
        <p:spPr>
          <a:xfrm>
            <a:off x="5546417"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8" name="Oval 17">
            <a:extLst>
              <a:ext uri="{FF2B5EF4-FFF2-40B4-BE49-F238E27FC236}">
                <a16:creationId xmlns:a16="http://schemas.microsoft.com/office/drawing/2014/main" id="{21247040-3E50-7CFB-D68D-6AA853596532}"/>
              </a:ext>
            </a:extLst>
          </p:cNvPr>
          <p:cNvSpPr/>
          <p:nvPr/>
        </p:nvSpPr>
        <p:spPr>
          <a:xfrm>
            <a:off x="3746870"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4</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9" name="Oval 18">
            <a:extLst>
              <a:ext uri="{FF2B5EF4-FFF2-40B4-BE49-F238E27FC236}">
                <a16:creationId xmlns:a16="http://schemas.microsoft.com/office/drawing/2014/main" id="{4C4644E4-F9A3-8EA0-C483-05F3F7C40FBF}"/>
              </a:ext>
            </a:extLst>
          </p:cNvPr>
          <p:cNvSpPr/>
          <p:nvPr/>
        </p:nvSpPr>
        <p:spPr>
          <a:xfrm>
            <a:off x="465330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3</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4" name="Graphic 23" descr="Film reel with solid fill">
            <a:extLst>
              <a:ext uri="{FF2B5EF4-FFF2-40B4-BE49-F238E27FC236}">
                <a16:creationId xmlns:a16="http://schemas.microsoft.com/office/drawing/2014/main" id="{ED52ED94-C32D-CFEC-0539-89987200B5F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303224992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0" nodeType="afterEffect">
                                  <p:stCondLst>
                                    <p:cond delay="0"/>
                                  </p:stCondLst>
                                  <p:childTnLst>
                                    <p:animClr clrSpc="rgb" dir="cw">
                                      <p:cBhvr override="childStyle">
                                        <p:cTn id="10" dur="175" autoRev="1" fill="remove"/>
                                        <p:tgtEl>
                                          <p:spTgt spid="11"/>
                                        </p:tgtEl>
                                        <p:attrNameLst>
                                          <p:attrName>style.color</p:attrName>
                                        </p:attrNameLst>
                                      </p:cBhvr>
                                      <p:to>
                                        <a:schemeClr val="bg1"/>
                                      </p:to>
                                    </p:animClr>
                                    <p:animClr clrSpc="rgb" dir="cw">
                                      <p:cBhvr>
                                        <p:cTn id="11" dur="175" autoRev="1" fill="remove"/>
                                        <p:tgtEl>
                                          <p:spTgt spid="11"/>
                                        </p:tgtEl>
                                        <p:attrNameLst>
                                          <p:attrName>fillcolor</p:attrName>
                                        </p:attrNameLst>
                                      </p:cBhvr>
                                      <p:to>
                                        <a:schemeClr val="bg1"/>
                                      </p:to>
                                    </p:animClr>
                                    <p:set>
                                      <p:cBhvr>
                                        <p:cTn id="12" dur="175" autoRev="1" fill="remove"/>
                                        <p:tgtEl>
                                          <p:spTgt spid="11"/>
                                        </p:tgtEl>
                                        <p:attrNameLst>
                                          <p:attrName>fill.type</p:attrName>
                                        </p:attrNameLst>
                                      </p:cBhvr>
                                      <p:to>
                                        <p:strVal val="solid"/>
                                      </p:to>
                                    </p:set>
                                    <p:set>
                                      <p:cBhvr>
                                        <p:cTn id="13" dur="175"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xEl>
                                              <p:pRg st="1" end="1"/>
                                            </p:txEl>
                                          </p:spTgt>
                                        </p:tgtEl>
                                        <p:attrNameLst>
                                          <p:attrName>style.visibility</p:attrName>
                                        </p:attrNameLst>
                                      </p:cBhvr>
                                      <p:to>
                                        <p:strVal val="visible"/>
                                      </p:to>
                                    </p:set>
                                    <p:animEffect transition="in" filter="fade">
                                      <p:cBhvr>
                                        <p:cTn id="25" dur="500"/>
                                        <p:tgtEl>
                                          <p:spTgt spid="12">
                                            <p:txEl>
                                              <p:pRg st="1" end="1"/>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animEffect transition="in" filter="fade">
                                      <p:cBhvr>
                                        <p:cTn id="30" dur="500"/>
                                        <p:tgtEl>
                                          <p:spTgt spid="13">
                                            <p:txEl>
                                              <p:pRg st="0" end="0"/>
                                            </p:txEl>
                                          </p:spTgt>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
                                            <p:txEl>
                                              <p:pRg st="1" end="1"/>
                                            </p:txEl>
                                          </p:spTgt>
                                        </p:tgtEl>
                                        <p:attrNameLst>
                                          <p:attrName>style.visibility</p:attrName>
                                        </p:attrNameLst>
                                      </p:cBhvr>
                                      <p:to>
                                        <p:strVal val="visible"/>
                                      </p:to>
                                    </p:set>
                                    <p:animEffect transition="in" filter="fade">
                                      <p:cBhvr>
                                        <p:cTn id="33" dur="500"/>
                                        <p:tgtEl>
                                          <p:spTgt spid="13">
                                            <p:txEl>
                                              <p:pRg st="1" end="1"/>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3">
                                            <p:txEl>
                                              <p:pRg st="3" end="3"/>
                                            </p:txEl>
                                          </p:spTgt>
                                        </p:tgtEl>
                                        <p:attrNameLst>
                                          <p:attrName>style.visibility</p:attrName>
                                        </p:attrNameLst>
                                      </p:cBhvr>
                                      <p:to>
                                        <p:strVal val="visible"/>
                                      </p:to>
                                    </p:set>
                                    <p:animEffect transition="in" filter="fade">
                                      <p:cBhvr>
                                        <p:cTn id="36" dur="500"/>
                                        <p:tgtEl>
                                          <p:spTgt spid="13">
                                            <p:txEl>
                                              <p:pRg st="3" end="3"/>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3">
                                            <p:txEl>
                                              <p:pRg st="5" end="5"/>
                                            </p:txEl>
                                          </p:spTgt>
                                        </p:tgtEl>
                                        <p:attrNameLst>
                                          <p:attrName>style.visibility</p:attrName>
                                        </p:attrNameLst>
                                      </p:cBhvr>
                                      <p:to>
                                        <p:strVal val="visible"/>
                                      </p:to>
                                    </p:set>
                                    <p:animEffect transition="in" filter="fade">
                                      <p:cBhvr>
                                        <p:cTn id="39" dur="500"/>
                                        <p:tgtEl>
                                          <p:spTgt spid="1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allAtOnce"/>
      <p:bldP spid="13" grpId="0" uiExpand="1" build="allAtOnce"/>
      <p:bldP spid="14" grpId="0"/>
      <p:bldP spid="1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Pr>
        <a:gradFill>
          <a:gsLst>
            <a:gs pos="100000">
              <a:schemeClr val="bg2">
                <a:lumMod val="75000"/>
              </a:schemeClr>
            </a:gs>
            <a:gs pos="60000">
              <a:schemeClr val="bg1"/>
            </a:gs>
          </a:gsLst>
          <a:path path="circle">
            <a:fillToRect l="100000" t="100000"/>
          </a:path>
        </a:gradFill>
        <a:effectLst/>
      </p:bgPr>
    </p:bg>
    <p:spTree>
      <p:nvGrpSpPr>
        <p:cNvPr id="1" name="">
          <a:extLst>
            <a:ext uri="{FF2B5EF4-FFF2-40B4-BE49-F238E27FC236}">
              <a16:creationId xmlns:a16="http://schemas.microsoft.com/office/drawing/2014/main" id="{3E2C3586-A8D1-B6D1-26AD-1CBE67E66EBA}"/>
            </a:ext>
          </a:extLst>
        </p:cNvPr>
        <p:cNvGrpSpPr/>
        <p:nvPr/>
      </p:nvGrpSpPr>
      <p:grpSpPr>
        <a:xfrm>
          <a:off x="0" y="0"/>
          <a:ext cx="0" cy="0"/>
          <a:chOff x="0" y="0"/>
          <a:chExt cx="0" cy="0"/>
        </a:xfrm>
      </p:grpSpPr>
      <p:sp>
        <p:nvSpPr>
          <p:cNvPr id="21" name="Footer Placeholder 14">
            <a:extLst>
              <a:ext uri="{FF2B5EF4-FFF2-40B4-BE49-F238E27FC236}">
                <a16:creationId xmlns:a16="http://schemas.microsoft.com/office/drawing/2014/main" id="{ED8A8EE5-9BF4-0F72-A483-E0982A3CDA4E}"/>
              </a:ext>
            </a:extLst>
          </p:cNvPr>
          <p:cNvSpPr>
            <a:spLocks noGrp="1"/>
          </p:cNvSpPr>
          <p:nvPr>
            <p:ph type="ftr" sz="quarter" idx="11"/>
          </p:nvPr>
        </p:nvSpPr>
        <p:spPr>
          <a:xfrm>
            <a:off x="384114" y="6492875"/>
            <a:ext cx="4114800" cy="365125"/>
          </a:xfrm>
        </p:spPr>
        <p:txBody>
          <a:bodyPr/>
          <a:lstStyle/>
          <a:p>
            <a:pPr algn="l"/>
            <a:r>
              <a:rPr lang="en-US"/>
              <a:t>ABVCS</a:t>
            </a:r>
            <a:endParaRPr lang="en-AS"/>
          </a:p>
        </p:txBody>
      </p:sp>
      <p:sp>
        <p:nvSpPr>
          <p:cNvPr id="10" name="Slide Number Placeholder 24">
            <a:extLst>
              <a:ext uri="{FF2B5EF4-FFF2-40B4-BE49-F238E27FC236}">
                <a16:creationId xmlns:a16="http://schemas.microsoft.com/office/drawing/2014/main" id="{75898963-DF43-5A76-1483-4F27A5A31ED6}"/>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18</a:t>
            </a:fld>
            <a:endParaRPr lang="en-AS" dirty="0"/>
          </a:p>
        </p:txBody>
      </p:sp>
      <p:grpSp>
        <p:nvGrpSpPr>
          <p:cNvPr id="6" name="Tape Group_2">
            <a:extLst>
              <a:ext uri="{FF2B5EF4-FFF2-40B4-BE49-F238E27FC236}">
                <a16:creationId xmlns:a16="http://schemas.microsoft.com/office/drawing/2014/main" id="{D3DA21E6-E6C3-39CB-85F4-08A98593AB4B}"/>
              </a:ext>
            </a:extLst>
          </p:cNvPr>
          <p:cNvGrpSpPr/>
          <p:nvPr/>
        </p:nvGrpSpPr>
        <p:grpSpPr>
          <a:xfrm>
            <a:off x="13177505" y="-24543830"/>
            <a:ext cx="2118390" cy="35965926"/>
            <a:chOff x="5036805" y="-14553963"/>
            <a:chExt cx="2118390" cy="35965926"/>
          </a:xfrm>
        </p:grpSpPr>
        <p:pic>
          <p:nvPicPr>
            <p:cNvPr id="7" name="Film Tape 3">
              <a:extLst>
                <a:ext uri="{FF2B5EF4-FFF2-40B4-BE49-F238E27FC236}">
                  <a16:creationId xmlns:a16="http://schemas.microsoft.com/office/drawing/2014/main" id="{A7C0F4BF-B994-E1DC-E1B5-FDAE53026409}"/>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8" name="Film Tape 2">
              <a:extLst>
                <a:ext uri="{FF2B5EF4-FFF2-40B4-BE49-F238E27FC236}">
                  <a16:creationId xmlns:a16="http://schemas.microsoft.com/office/drawing/2014/main" id="{DB57F834-4864-4861-0972-2E92D6B17B93}"/>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9" name="Film Tape 1">
              <a:extLst>
                <a:ext uri="{FF2B5EF4-FFF2-40B4-BE49-F238E27FC236}">
                  <a16:creationId xmlns:a16="http://schemas.microsoft.com/office/drawing/2014/main" id="{14829102-E819-1505-CE7B-599EE1508F02}"/>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5" name="Tape Group_1">
            <a:extLst>
              <a:ext uri="{FF2B5EF4-FFF2-40B4-BE49-F238E27FC236}">
                <a16:creationId xmlns:a16="http://schemas.microsoft.com/office/drawing/2014/main" id="{3D91D72C-8CEF-B7AF-2F8D-E0952F17E19F}"/>
              </a:ext>
            </a:extLst>
          </p:cNvPr>
          <p:cNvGrpSpPr/>
          <p:nvPr/>
        </p:nvGrpSpPr>
        <p:grpSpPr>
          <a:xfrm>
            <a:off x="-2627645" y="-11124963"/>
            <a:ext cx="2118390" cy="35965926"/>
            <a:chOff x="5036805" y="-14553963"/>
            <a:chExt cx="2118390" cy="35965926"/>
          </a:xfrm>
        </p:grpSpPr>
        <p:pic>
          <p:nvPicPr>
            <p:cNvPr id="2" name="Film Tape 3">
              <a:extLst>
                <a:ext uri="{FF2B5EF4-FFF2-40B4-BE49-F238E27FC236}">
                  <a16:creationId xmlns:a16="http://schemas.microsoft.com/office/drawing/2014/main" id="{9392A0E3-FD64-5096-8FF5-67A3A2F06969}"/>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4" name="Film Tape 2">
              <a:extLst>
                <a:ext uri="{FF2B5EF4-FFF2-40B4-BE49-F238E27FC236}">
                  <a16:creationId xmlns:a16="http://schemas.microsoft.com/office/drawing/2014/main" id="{1F70EF33-F264-ED46-E9D0-3EA0EF4B53E2}"/>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 name="Film Tape 1">
              <a:extLst>
                <a:ext uri="{FF2B5EF4-FFF2-40B4-BE49-F238E27FC236}">
                  <a16:creationId xmlns:a16="http://schemas.microsoft.com/office/drawing/2014/main" id="{4597671B-4D40-F17B-65BE-A88AA0996943}"/>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28" name="Tape Group_1">
            <a:extLst>
              <a:ext uri="{FF2B5EF4-FFF2-40B4-BE49-F238E27FC236}">
                <a16:creationId xmlns:a16="http://schemas.microsoft.com/office/drawing/2014/main" id="{EF6D74D1-8AFD-90AD-4736-22AD7173EEC6}"/>
              </a:ext>
            </a:extLst>
          </p:cNvPr>
          <p:cNvGrpSpPr/>
          <p:nvPr/>
        </p:nvGrpSpPr>
        <p:grpSpPr>
          <a:xfrm rot="16200000" flipH="1" flipV="1">
            <a:off x="769322" y="-6155160"/>
            <a:ext cx="814964" cy="13836412"/>
            <a:chOff x="5036805" y="-14553963"/>
            <a:chExt cx="2118390" cy="35965926"/>
          </a:xfrm>
          <a:effectLst>
            <a:outerShdw blurRad="50800" dist="76200" dir="2700000" algn="tl" rotWithShape="0">
              <a:prstClr val="black">
                <a:alpha val="40000"/>
              </a:prstClr>
            </a:outerShdw>
          </a:effectLst>
        </p:grpSpPr>
        <p:pic>
          <p:nvPicPr>
            <p:cNvPr id="29" name="Film Tape 3">
              <a:extLst>
                <a:ext uri="{FF2B5EF4-FFF2-40B4-BE49-F238E27FC236}">
                  <a16:creationId xmlns:a16="http://schemas.microsoft.com/office/drawing/2014/main" id="{EBDE6DAB-240B-9D37-84C2-23C96EAB7D59}"/>
                </a:ext>
              </a:extLst>
            </p:cNvPr>
            <p:cNvPicPr>
              <a:picLocks noChangeAspect="1"/>
            </p:cNvPicPr>
            <p:nvPr/>
          </p:nvPicPr>
          <p:blipFill>
            <a:blip r:embed="rId2"/>
            <a:srcRect l="36195" r="36195"/>
            <a:stretch/>
          </p:blipFill>
          <p:spPr>
            <a:xfrm>
              <a:off x="5036805" y="9423321"/>
              <a:ext cx="2118390" cy="11988642"/>
            </a:xfrm>
            <a:prstGeom prst="rect">
              <a:avLst/>
            </a:prstGeom>
          </p:spPr>
        </p:pic>
        <p:pic>
          <p:nvPicPr>
            <p:cNvPr id="31" name="Film Tape 2">
              <a:extLst>
                <a:ext uri="{FF2B5EF4-FFF2-40B4-BE49-F238E27FC236}">
                  <a16:creationId xmlns:a16="http://schemas.microsoft.com/office/drawing/2014/main" id="{79B1E147-62D5-DAE4-8146-CF4D363ABEFC}"/>
                </a:ext>
              </a:extLst>
            </p:cNvPr>
            <p:cNvPicPr>
              <a:picLocks noChangeAspect="1"/>
            </p:cNvPicPr>
            <p:nvPr/>
          </p:nvPicPr>
          <p:blipFill>
            <a:blip r:embed="rId2"/>
            <a:srcRect l="36195" r="36195"/>
            <a:stretch/>
          </p:blipFill>
          <p:spPr>
            <a:xfrm>
              <a:off x="5036805" y="-2565321"/>
              <a:ext cx="2118390" cy="11988642"/>
            </a:xfrm>
            <a:prstGeom prst="rect">
              <a:avLst/>
            </a:prstGeom>
          </p:spPr>
        </p:pic>
        <p:pic>
          <p:nvPicPr>
            <p:cNvPr id="32" name="Film Tape 1">
              <a:extLst>
                <a:ext uri="{FF2B5EF4-FFF2-40B4-BE49-F238E27FC236}">
                  <a16:creationId xmlns:a16="http://schemas.microsoft.com/office/drawing/2014/main" id="{CC634165-36F3-80E2-49AA-2AE755D1E32F}"/>
                </a:ext>
              </a:extLst>
            </p:cNvPr>
            <p:cNvPicPr>
              <a:picLocks noChangeAspect="1"/>
            </p:cNvPicPr>
            <p:nvPr/>
          </p:nvPicPr>
          <p:blipFill>
            <a:blip r:embed="rId2"/>
            <a:srcRect l="36195" r="36195"/>
            <a:stretch/>
          </p:blipFill>
          <p:spPr>
            <a:xfrm>
              <a:off x="5036805" y="-14553963"/>
              <a:ext cx="2118390" cy="11988642"/>
            </a:xfrm>
            <a:prstGeom prst="rect">
              <a:avLst/>
            </a:prstGeom>
          </p:spPr>
        </p:pic>
      </p:grpSp>
      <p:grpSp>
        <p:nvGrpSpPr>
          <p:cNvPr id="33" name="Film Roll">
            <a:extLst>
              <a:ext uri="{FF2B5EF4-FFF2-40B4-BE49-F238E27FC236}">
                <a16:creationId xmlns:a16="http://schemas.microsoft.com/office/drawing/2014/main" id="{7521A694-DB2B-97F4-6B2C-F85980B997B9}"/>
              </a:ext>
            </a:extLst>
          </p:cNvPr>
          <p:cNvGrpSpPr/>
          <p:nvPr/>
        </p:nvGrpSpPr>
        <p:grpSpPr>
          <a:xfrm rot="5400000">
            <a:off x="98235" y="-14260"/>
            <a:ext cx="1348290" cy="1554612"/>
            <a:chOff x="4540250" y="3158798"/>
            <a:chExt cx="1682750" cy="1940253"/>
          </a:xfrm>
          <a:effectLst>
            <a:outerShdw blurRad="50800" dist="76200" dir="2700000" algn="tl" rotWithShape="0">
              <a:prstClr val="black">
                <a:alpha val="40000"/>
              </a:prstClr>
            </a:outerShdw>
          </a:effectLst>
        </p:grpSpPr>
        <p:pic>
          <p:nvPicPr>
            <p:cNvPr id="34" name="Picture 33">
              <a:extLst>
                <a:ext uri="{FF2B5EF4-FFF2-40B4-BE49-F238E27FC236}">
                  <a16:creationId xmlns:a16="http://schemas.microsoft.com/office/drawing/2014/main" id="{149C1B24-C661-651D-8B7B-CFD186ADB7AF}"/>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10000" b="90000" l="10000" r="90000">
                          <a14:backgroundMark x1="28804" y1="12862" x2="19022" y2="20471"/>
                          <a14:backgroundMark x1="19701" y1="23913" x2="21603" y2="82428"/>
                          <a14:backgroundMark x1="18478" y1="84964" x2="48913" y2="88225"/>
                          <a14:backgroundMark x1="48913" y1="88225" x2="56929" y2="86051"/>
                          <a14:backgroundMark x1="56929" y1="86051" x2="68342" y2="69565"/>
                          <a14:backgroundMark x1="68342" y1="69565" x2="80299" y2="63043"/>
                          <a14:backgroundMark x1="81929" y1="63043" x2="83152" y2="27536"/>
                          <a14:backgroundMark x1="83152" y1="27536" x2="75951" y2="20833"/>
                          <a14:backgroundMark x1="75951" y1="20833" x2="62092" y2="20652"/>
                          <a14:backgroundMark x1="62092" y1="20652" x2="42255" y2="9964"/>
                          <a14:backgroundMark x1="42255" y1="9964" x2="41848" y2="10145"/>
                        </a14:backgroundRemoval>
                      </a14:imgEffect>
                    </a14:imgLayer>
                  </a14:imgProps>
                </a:ext>
              </a:extLst>
            </a:blip>
            <a:srcRect l="23370" t="14272" r="17935" b="17854"/>
            <a:stretch>
              <a:fillRect/>
            </a:stretch>
          </p:blipFill>
          <p:spPr>
            <a:xfrm rot="16200000">
              <a:off x="4411498" y="3287550"/>
              <a:ext cx="1940253" cy="1682750"/>
            </a:xfrm>
            <a:prstGeom prst="rect">
              <a:avLst/>
            </a:prstGeom>
          </p:spPr>
        </p:pic>
        <p:sp>
          <p:nvSpPr>
            <p:cNvPr id="36" name="Rectangle 35">
              <a:extLst>
                <a:ext uri="{FF2B5EF4-FFF2-40B4-BE49-F238E27FC236}">
                  <a16:creationId xmlns:a16="http://schemas.microsoft.com/office/drawing/2014/main" id="{C6AACC4F-4C3B-8FDE-841D-4D33F6DEE472}"/>
                </a:ext>
              </a:extLst>
            </p:cNvPr>
            <p:cNvSpPr/>
            <p:nvPr/>
          </p:nvSpPr>
          <p:spPr>
            <a:xfrm>
              <a:off x="4886325" y="4857750"/>
              <a:ext cx="1155700" cy="209550"/>
            </a:xfrm>
            <a:prstGeom prst="rect">
              <a:avLst/>
            </a:prstGeom>
            <a:solidFill>
              <a:srgbClr val="231F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Freeform: Shape 34">
              <a:extLst>
                <a:ext uri="{FF2B5EF4-FFF2-40B4-BE49-F238E27FC236}">
                  <a16:creationId xmlns:a16="http://schemas.microsoft.com/office/drawing/2014/main" id="{1BDE2A14-E4C6-9DA4-7C26-BBBFC2E37CD4}"/>
                </a:ext>
              </a:extLst>
            </p:cNvPr>
            <p:cNvSpPr/>
            <p:nvPr/>
          </p:nvSpPr>
          <p:spPr>
            <a:xfrm>
              <a:off x="4902200" y="4273550"/>
              <a:ext cx="1095375" cy="539750"/>
            </a:xfrm>
            <a:custGeom>
              <a:avLst/>
              <a:gdLst>
                <a:gd name="csX0" fmla="*/ 0 w 1095375"/>
                <a:gd name="csY0" fmla="*/ 0 h 539750"/>
                <a:gd name="csX1" fmla="*/ 0 w 1095375"/>
                <a:gd name="csY1" fmla="*/ 536575 h 539750"/>
                <a:gd name="csX2" fmla="*/ 1095375 w 1095375"/>
                <a:gd name="csY2" fmla="*/ 539750 h 539750"/>
                <a:gd name="csX3" fmla="*/ 1085850 w 1095375"/>
                <a:gd name="csY3" fmla="*/ 266700 h 539750"/>
                <a:gd name="csX4" fmla="*/ 990600 w 1095375"/>
                <a:gd name="csY4" fmla="*/ 111125 h 539750"/>
                <a:gd name="csX5" fmla="*/ 876300 w 1095375"/>
                <a:gd name="csY5" fmla="*/ 47625 h 539750"/>
                <a:gd name="csX6" fmla="*/ 641350 w 1095375"/>
                <a:gd name="csY6" fmla="*/ 3175 h 539750"/>
                <a:gd name="csX7" fmla="*/ 0 w 1095375"/>
                <a:gd name="csY7" fmla="*/ 0 h 539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95375" h="539750">
                  <a:moveTo>
                    <a:pt x="0" y="0"/>
                  </a:moveTo>
                  <a:lnTo>
                    <a:pt x="0" y="536575"/>
                  </a:lnTo>
                  <a:lnTo>
                    <a:pt x="1095375" y="539750"/>
                  </a:lnTo>
                  <a:lnTo>
                    <a:pt x="1085850" y="266700"/>
                  </a:lnTo>
                  <a:lnTo>
                    <a:pt x="990600" y="111125"/>
                  </a:lnTo>
                  <a:lnTo>
                    <a:pt x="876300" y="47625"/>
                  </a:lnTo>
                  <a:lnTo>
                    <a:pt x="641350" y="3175"/>
                  </a:lnTo>
                  <a:lnTo>
                    <a:pt x="0" y="0"/>
                  </a:lnTo>
                  <a:close/>
                </a:path>
              </a:pathLst>
            </a:custGeom>
            <a:solidFill>
              <a:srgbClr val="EEEE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2" name="TextBox 11">
            <a:extLst>
              <a:ext uri="{FF2B5EF4-FFF2-40B4-BE49-F238E27FC236}">
                <a16:creationId xmlns:a16="http://schemas.microsoft.com/office/drawing/2014/main" id="{173E8ACB-381E-4FA6-5A66-755C627F9CEE}"/>
              </a:ext>
            </a:extLst>
          </p:cNvPr>
          <p:cNvSpPr txBox="1"/>
          <p:nvPr/>
        </p:nvSpPr>
        <p:spPr>
          <a:xfrm>
            <a:off x="104464" y="2616853"/>
            <a:ext cx="5348482" cy="3067506"/>
          </a:xfrm>
          <a:prstGeom prst="rect">
            <a:avLst/>
          </a:prstGeom>
          <a:noFill/>
        </p:spPr>
        <p:txBody>
          <a:bodyPr wrap="square" rtlCol="0">
            <a:spAutoFit/>
          </a:bodyPr>
          <a:lstStyle/>
          <a:p>
            <a:pPr>
              <a:spcBef>
                <a:spcPts val="200"/>
              </a:spcBef>
              <a:spcAft>
                <a:spcPts val="200"/>
              </a:spcAft>
            </a:pPr>
            <a:r>
              <a:rPr lang="en-US" sz="2000" dirty="0">
                <a:latin typeface="Times New Roman" panose="02020603050405020304" pitchFamily="18" charset="0"/>
                <a:cs typeface="Times New Roman" panose="02020603050405020304" pitchFamily="18" charset="0"/>
              </a:rPr>
              <a:t>DeepBiVC applies a two-stage learning scheme:</a:t>
            </a:r>
          </a:p>
          <a:p>
            <a:pPr>
              <a:spcBef>
                <a:spcPts val="200"/>
              </a:spcBef>
              <a:spcAft>
                <a:spcPts val="200"/>
              </a:spcAft>
            </a:pPr>
            <a:endParaRPr lang="en-US" sz="2000" dirty="0">
              <a:latin typeface="Times New Roman" panose="02020603050405020304" pitchFamily="18" charset="0"/>
              <a:cs typeface="Times New Roman" panose="02020603050405020304" pitchFamily="18" charset="0"/>
            </a:endParaRPr>
          </a:p>
          <a:p>
            <a:pPr>
              <a:spcBef>
                <a:spcPts val="200"/>
              </a:spcBef>
              <a:spcAft>
                <a:spcPts val="200"/>
              </a:spcAft>
            </a:pPr>
            <a:r>
              <a:rPr lang="en-US" sz="2000" dirty="0">
                <a:latin typeface="Times New Roman" panose="02020603050405020304" pitchFamily="18" charset="0"/>
                <a:cs typeface="Times New Roman" panose="02020603050405020304" pitchFamily="18" charset="0"/>
              </a:rPr>
              <a:t>first compressing key frames using invertible neural networks, </a:t>
            </a:r>
            <a:br>
              <a:rPr lang="en-US" sz="2000" dirty="0">
                <a:latin typeface="Times New Roman" panose="02020603050405020304" pitchFamily="18" charset="0"/>
                <a:cs typeface="Times New Roman" panose="02020603050405020304" pitchFamily="18" charset="0"/>
              </a:rPr>
            </a:br>
            <a:r>
              <a:rPr lang="en-US" sz="2000" dirty="0">
                <a:latin typeface="Times New Roman" panose="02020603050405020304" pitchFamily="18" charset="0"/>
                <a:cs typeface="Times New Roman" panose="02020603050405020304" pitchFamily="18" charset="0"/>
              </a:rPr>
              <a:t>then encoding intermediate frames via bidirectional optical flow.</a:t>
            </a:r>
          </a:p>
          <a:p>
            <a:pPr>
              <a:spcBef>
                <a:spcPts val="200"/>
              </a:spcBef>
              <a:spcAft>
                <a:spcPts val="200"/>
              </a:spcAft>
            </a:pPr>
            <a:endParaRPr lang="en-US" sz="2000" dirty="0">
              <a:latin typeface="Times New Roman" panose="02020603050405020304" pitchFamily="18" charset="0"/>
              <a:cs typeface="Times New Roman" panose="02020603050405020304" pitchFamily="18" charset="0"/>
            </a:endParaRPr>
          </a:p>
          <a:p>
            <a:pPr>
              <a:spcBef>
                <a:spcPts val="200"/>
              </a:spcBef>
              <a:spcAft>
                <a:spcPts val="200"/>
              </a:spcAft>
            </a:pPr>
            <a:r>
              <a:rPr lang="en-US" sz="2000" dirty="0">
                <a:latin typeface="Times New Roman" panose="02020603050405020304" pitchFamily="18" charset="0"/>
                <a:cs typeface="Times New Roman" panose="02020603050405020304" pitchFamily="18" charset="0"/>
              </a:rPr>
              <a:t>It achieves top performance across all benchmarks.</a:t>
            </a:r>
          </a:p>
        </p:txBody>
      </p:sp>
      <p:sp>
        <p:nvSpPr>
          <p:cNvPr id="13" name="Data set">
            <a:extLst>
              <a:ext uri="{FF2B5EF4-FFF2-40B4-BE49-F238E27FC236}">
                <a16:creationId xmlns:a16="http://schemas.microsoft.com/office/drawing/2014/main" id="{D688B46E-4216-1547-3786-F7F6F1D49B43}"/>
              </a:ext>
            </a:extLst>
          </p:cNvPr>
          <p:cNvSpPr txBox="1"/>
          <p:nvPr/>
        </p:nvSpPr>
        <p:spPr>
          <a:xfrm>
            <a:off x="5604353" y="2616853"/>
            <a:ext cx="3840730" cy="1354217"/>
          </a:xfrm>
          <a:prstGeom prst="rect">
            <a:avLst/>
          </a:prstGeom>
          <a:noFill/>
        </p:spPr>
        <p:txBody>
          <a:bodyPr wrap="square" rtlCol="0">
            <a:spAutoFit/>
          </a:bodyPr>
          <a:lstStyle/>
          <a:p>
            <a:r>
              <a:rPr lang="en-US" sz="2200" b="1" dirty="0">
                <a:solidFill>
                  <a:schemeClr val="tx1">
                    <a:lumMod val="85000"/>
                    <a:lumOff val="15000"/>
                  </a:schemeClr>
                </a:solidFill>
                <a:latin typeface="Times New Roman" panose="02020603050405020304" pitchFamily="18" charset="0"/>
                <a:cs typeface="Times New Roman" panose="02020603050405020304" pitchFamily="18" charset="0"/>
              </a:rPr>
              <a:t>Dataset:</a:t>
            </a:r>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UVG (Ultra video group) dataset.</a:t>
            </a:r>
          </a:p>
          <a:p>
            <a:endParaRPr lang="en-US" sz="2000" dirty="0">
              <a:solidFill>
                <a:schemeClr val="tx1">
                  <a:lumMod val="85000"/>
                  <a:lumOff val="15000"/>
                </a:schemeClr>
              </a:solidFill>
              <a:latin typeface="Times New Roman" panose="02020603050405020304" pitchFamily="18" charset="0"/>
              <a:cs typeface="Times New Roman" panose="02020603050405020304" pitchFamily="18" charset="0"/>
            </a:endParaRPr>
          </a:p>
          <a:p>
            <a:r>
              <a:rPr lang="en-US" sz="2000" dirty="0">
                <a:solidFill>
                  <a:schemeClr val="tx1">
                    <a:lumMod val="85000"/>
                    <a:lumOff val="15000"/>
                  </a:schemeClr>
                </a:solidFill>
                <a:latin typeface="Times New Roman" panose="02020603050405020304" pitchFamily="18" charset="0"/>
                <a:cs typeface="Times New Roman" panose="02020603050405020304" pitchFamily="18" charset="0"/>
              </a:rPr>
              <a:t>Vimeo-90k.</a:t>
            </a:r>
          </a:p>
        </p:txBody>
      </p:sp>
      <p:sp>
        <p:nvSpPr>
          <p:cNvPr id="14" name="Title">
            <a:extLst>
              <a:ext uri="{FF2B5EF4-FFF2-40B4-BE49-F238E27FC236}">
                <a16:creationId xmlns:a16="http://schemas.microsoft.com/office/drawing/2014/main" id="{7BFD4A45-9982-37AC-0A35-9AB4CD5F02F1}"/>
              </a:ext>
            </a:extLst>
          </p:cNvPr>
          <p:cNvSpPr txBox="1">
            <a:spLocks noGrp="1"/>
          </p:cNvSpPr>
          <p:nvPr>
            <p:ph type="title" idx="4294967295"/>
          </p:nvPr>
        </p:nvSpPr>
        <p:spPr>
          <a:xfrm>
            <a:off x="517074" y="1765412"/>
            <a:ext cx="8928009" cy="52322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Two-Stage Learning-Based Compression – 2024</a:t>
            </a:r>
          </a:p>
        </p:txBody>
      </p:sp>
      <p:sp>
        <p:nvSpPr>
          <p:cNvPr id="11" name="Oval 10">
            <a:extLst>
              <a:ext uri="{FF2B5EF4-FFF2-40B4-BE49-F238E27FC236}">
                <a16:creationId xmlns:a16="http://schemas.microsoft.com/office/drawing/2014/main" id="{0C622D22-3BFD-0195-E98A-7C93AFE1C53E}"/>
              </a:ext>
            </a:extLst>
          </p:cNvPr>
          <p:cNvSpPr/>
          <p:nvPr/>
        </p:nvSpPr>
        <p:spPr>
          <a:xfrm>
            <a:off x="186098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7</a:t>
            </a:r>
          </a:p>
        </p:txBody>
      </p:sp>
      <p:sp>
        <p:nvSpPr>
          <p:cNvPr id="15" name="Oval 14">
            <a:extLst>
              <a:ext uri="{FF2B5EF4-FFF2-40B4-BE49-F238E27FC236}">
                <a16:creationId xmlns:a16="http://schemas.microsoft.com/office/drawing/2014/main" id="{A7BCA1DF-1E6B-BD51-9D06-DEC00AB20147}"/>
              </a:ext>
            </a:extLst>
          </p:cNvPr>
          <p:cNvSpPr/>
          <p:nvPr/>
        </p:nvSpPr>
        <p:spPr>
          <a:xfrm>
            <a:off x="275252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6</a:t>
            </a:r>
          </a:p>
        </p:txBody>
      </p:sp>
      <p:sp>
        <p:nvSpPr>
          <p:cNvPr id="16" name="Oval 15">
            <a:extLst>
              <a:ext uri="{FF2B5EF4-FFF2-40B4-BE49-F238E27FC236}">
                <a16:creationId xmlns:a16="http://schemas.microsoft.com/office/drawing/2014/main" id="{4C6E7E3D-11BB-4B81-239D-EE8E97F3E57F}"/>
              </a:ext>
            </a:extLst>
          </p:cNvPr>
          <p:cNvSpPr/>
          <p:nvPr/>
        </p:nvSpPr>
        <p:spPr>
          <a:xfrm>
            <a:off x="3739250"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5</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7" name="Oval 16">
            <a:extLst>
              <a:ext uri="{FF2B5EF4-FFF2-40B4-BE49-F238E27FC236}">
                <a16:creationId xmlns:a16="http://schemas.microsoft.com/office/drawing/2014/main" id="{9CEED78F-BA2B-F91C-C263-F068D94B0142}"/>
              </a:ext>
            </a:extLst>
          </p:cNvPr>
          <p:cNvSpPr/>
          <p:nvPr/>
        </p:nvSpPr>
        <p:spPr>
          <a:xfrm>
            <a:off x="736930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1</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8" name="Oval 17">
            <a:extLst>
              <a:ext uri="{FF2B5EF4-FFF2-40B4-BE49-F238E27FC236}">
                <a16:creationId xmlns:a16="http://schemas.microsoft.com/office/drawing/2014/main" id="{96F5AD3C-6442-ECBD-612B-CCF02D6FB205}"/>
              </a:ext>
            </a:extLst>
          </p:cNvPr>
          <p:cNvSpPr/>
          <p:nvPr/>
        </p:nvSpPr>
        <p:spPr>
          <a:xfrm>
            <a:off x="6460817"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2</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19" name="Oval 18">
            <a:extLst>
              <a:ext uri="{FF2B5EF4-FFF2-40B4-BE49-F238E27FC236}">
                <a16:creationId xmlns:a16="http://schemas.microsoft.com/office/drawing/2014/main" id="{79CAA611-1A5C-D960-AE5E-F903BE7F0F7A}"/>
              </a:ext>
            </a:extLst>
          </p:cNvPr>
          <p:cNvSpPr/>
          <p:nvPr/>
        </p:nvSpPr>
        <p:spPr>
          <a:xfrm>
            <a:off x="4646030"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4</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20" name="Oval 19">
            <a:extLst>
              <a:ext uri="{FF2B5EF4-FFF2-40B4-BE49-F238E27FC236}">
                <a16:creationId xmlns:a16="http://schemas.microsoft.com/office/drawing/2014/main" id="{7F43972D-47C2-BE30-56A5-FA84EB265C2D}"/>
              </a:ext>
            </a:extLst>
          </p:cNvPr>
          <p:cNvSpPr/>
          <p:nvPr/>
        </p:nvSpPr>
        <p:spPr>
          <a:xfrm>
            <a:off x="5552468" y="543421"/>
            <a:ext cx="485744" cy="485744"/>
          </a:xfrm>
          <a:prstGeom prst="ellipse">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imes New Roman" panose="02020603050405020304" pitchFamily="18" charset="0"/>
                <a:cs typeface="Times New Roman" panose="02020603050405020304" pitchFamily="18" charset="0"/>
              </a:rPr>
              <a:t>3</a:t>
            </a:r>
            <a:endParaRPr lang="en-AS" dirty="0">
              <a:solidFill>
                <a:schemeClr val="tx1"/>
              </a:solidFill>
              <a:latin typeface="Times New Roman" panose="02020603050405020304" pitchFamily="18" charset="0"/>
              <a:cs typeface="Times New Roman" panose="02020603050405020304" pitchFamily="18" charset="0"/>
            </a:endParaRPr>
          </a:p>
        </p:txBody>
      </p:sp>
      <p:pic>
        <p:nvPicPr>
          <p:cNvPr id="25" name="Graphic 24" descr="Film reel with solid fill">
            <a:extLst>
              <a:ext uri="{FF2B5EF4-FFF2-40B4-BE49-F238E27FC236}">
                <a16:creationId xmlns:a16="http://schemas.microsoft.com/office/drawing/2014/main" id="{F85A3E7D-EC02-091C-2DFF-986A2F609E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42115" y="2579653"/>
            <a:ext cx="4593770" cy="4593771"/>
          </a:xfrm>
          <a:prstGeom prst="rect">
            <a:avLst/>
          </a:prstGeom>
        </p:spPr>
      </p:pic>
    </p:spTree>
    <p:extLst>
      <p:ext uri="{BB962C8B-B14F-4D97-AF65-F5344CB8AC3E}">
        <p14:creationId xmlns:p14="http://schemas.microsoft.com/office/powerpoint/2010/main" val="156934049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350"/>
                                        <p:tgtEl>
                                          <p:spTgt spid="11"/>
                                        </p:tgtEl>
                                      </p:cBhvr>
                                    </p:animEffect>
                                  </p:childTnLst>
                                </p:cTn>
                              </p:par>
                            </p:childTnLst>
                          </p:cTn>
                        </p:par>
                        <p:par>
                          <p:cTn id="8" fill="hold">
                            <p:stCondLst>
                              <p:cond delay="350"/>
                            </p:stCondLst>
                            <p:childTnLst>
                              <p:par>
                                <p:cTn id="9" presetID="27" presetClass="emph" presetSubtype="0" fill="remove" grpId="0" nodeType="afterEffect">
                                  <p:stCondLst>
                                    <p:cond delay="0"/>
                                  </p:stCondLst>
                                  <p:childTnLst>
                                    <p:animClr clrSpc="rgb" dir="cw">
                                      <p:cBhvr override="childStyle">
                                        <p:cTn id="10" dur="175" autoRev="1" fill="remove"/>
                                        <p:tgtEl>
                                          <p:spTgt spid="11"/>
                                        </p:tgtEl>
                                        <p:attrNameLst>
                                          <p:attrName>style.color</p:attrName>
                                        </p:attrNameLst>
                                      </p:cBhvr>
                                      <p:to>
                                        <a:schemeClr val="bg1"/>
                                      </p:to>
                                    </p:animClr>
                                    <p:animClr clrSpc="rgb" dir="cw">
                                      <p:cBhvr>
                                        <p:cTn id="11" dur="175" autoRev="1" fill="remove"/>
                                        <p:tgtEl>
                                          <p:spTgt spid="11"/>
                                        </p:tgtEl>
                                        <p:attrNameLst>
                                          <p:attrName>fillcolor</p:attrName>
                                        </p:attrNameLst>
                                      </p:cBhvr>
                                      <p:to>
                                        <a:schemeClr val="bg1"/>
                                      </p:to>
                                    </p:animClr>
                                    <p:set>
                                      <p:cBhvr>
                                        <p:cTn id="12" dur="175" autoRev="1" fill="remove"/>
                                        <p:tgtEl>
                                          <p:spTgt spid="11"/>
                                        </p:tgtEl>
                                        <p:attrNameLst>
                                          <p:attrName>fill.type</p:attrName>
                                        </p:attrNameLst>
                                      </p:cBhvr>
                                      <p:to>
                                        <p:strVal val="solid"/>
                                      </p:to>
                                    </p:set>
                                    <p:set>
                                      <p:cBhvr>
                                        <p:cTn id="13" dur="175" autoRev="1" fill="remove"/>
                                        <p:tgtEl>
                                          <p:spTgt spid="11"/>
                                        </p:tgtEl>
                                        <p:attrNameLst>
                                          <p:attrName>fill.on</p:attrName>
                                        </p:attrNameLst>
                                      </p:cBhvr>
                                      <p:to>
                                        <p:strVal val="tru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500"/>
                                        <p:tgtEl>
                                          <p:spTgt spid="12">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xEl>
                                              <p:pRg st="2" end="2"/>
                                            </p:txEl>
                                          </p:spTgt>
                                        </p:tgtEl>
                                        <p:attrNameLst>
                                          <p:attrName>style.visibility</p:attrName>
                                        </p:attrNameLst>
                                      </p:cBhvr>
                                      <p:to>
                                        <p:strVal val="visible"/>
                                      </p:to>
                                    </p:set>
                                    <p:animEffect transition="in" filter="fade">
                                      <p:cBhvr>
                                        <p:cTn id="25" dur="500"/>
                                        <p:tgtEl>
                                          <p:spTgt spid="12">
                                            <p:txEl>
                                              <p:pRg st="2" end="2"/>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xEl>
                                              <p:pRg st="4" end="4"/>
                                            </p:txEl>
                                          </p:spTgt>
                                        </p:tgtEl>
                                        <p:attrNameLst>
                                          <p:attrName>style.visibility</p:attrName>
                                        </p:attrNameLst>
                                      </p:cBhvr>
                                      <p:to>
                                        <p:strVal val="visible"/>
                                      </p:to>
                                    </p:set>
                                    <p:animEffect transition="in" filter="fade">
                                      <p:cBhvr>
                                        <p:cTn id="28" dur="500"/>
                                        <p:tgtEl>
                                          <p:spTgt spid="12">
                                            <p:txEl>
                                              <p:pRg st="4" end="4"/>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3">
                                            <p:txEl>
                                              <p:pRg st="0" end="0"/>
                                            </p:txEl>
                                          </p:spTgt>
                                        </p:tgtEl>
                                        <p:attrNameLst>
                                          <p:attrName>style.visibility</p:attrName>
                                        </p:attrNameLst>
                                      </p:cBhvr>
                                      <p:to>
                                        <p:strVal val="visible"/>
                                      </p:to>
                                    </p:set>
                                    <p:animEffect transition="in" filter="fade">
                                      <p:cBhvr>
                                        <p:cTn id="33" dur="500"/>
                                        <p:tgtEl>
                                          <p:spTgt spid="13">
                                            <p:txEl>
                                              <p:pRg st="0" end="0"/>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3">
                                            <p:txEl>
                                              <p:pRg st="1" end="1"/>
                                            </p:txEl>
                                          </p:spTgt>
                                        </p:tgtEl>
                                        <p:attrNameLst>
                                          <p:attrName>style.visibility</p:attrName>
                                        </p:attrNameLst>
                                      </p:cBhvr>
                                      <p:to>
                                        <p:strVal val="visible"/>
                                      </p:to>
                                    </p:set>
                                    <p:animEffect transition="in" filter="fade">
                                      <p:cBhvr>
                                        <p:cTn id="36" dur="500"/>
                                        <p:tgtEl>
                                          <p:spTgt spid="13">
                                            <p:txEl>
                                              <p:pRg st="1" end="1"/>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3">
                                            <p:txEl>
                                              <p:pRg st="3" end="3"/>
                                            </p:txEl>
                                          </p:spTgt>
                                        </p:tgtEl>
                                        <p:attrNameLst>
                                          <p:attrName>style.visibility</p:attrName>
                                        </p:attrNameLst>
                                      </p:cBhvr>
                                      <p:to>
                                        <p:strVal val="visible"/>
                                      </p:to>
                                    </p:set>
                                    <p:animEffect transition="in" filter="fade">
                                      <p:cBhvr>
                                        <p:cTn id="39" dur="500"/>
                                        <p:tgtEl>
                                          <p:spTgt spid="1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build="allAtOnce"/>
      <p:bldP spid="13" grpId="0" build="allAtOnce"/>
      <p:bldP spid="14" grpId="0"/>
      <p:bldP spid="1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9284EC-4DAB-4CC9-D458-DB801573656C}"/>
            </a:ext>
          </a:extLst>
        </p:cNvPr>
        <p:cNvGrpSpPr/>
        <p:nvPr/>
      </p:nvGrpSpPr>
      <p:grpSpPr>
        <a:xfrm>
          <a:off x="0" y="0"/>
          <a:ext cx="0" cy="0"/>
          <a:chOff x="0" y="0"/>
          <a:chExt cx="0" cy="0"/>
        </a:xfrm>
      </p:grpSpPr>
      <p:sp>
        <p:nvSpPr>
          <p:cNvPr id="10" name="Slide Number Placeholder 24">
            <a:extLst>
              <a:ext uri="{FF2B5EF4-FFF2-40B4-BE49-F238E27FC236}">
                <a16:creationId xmlns:a16="http://schemas.microsoft.com/office/drawing/2014/main" id="{1D8DF6A9-F61C-8F5D-0E11-D30CBA225119}"/>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19</a:t>
            </a:fld>
            <a:endParaRPr lang="en-AS" dirty="0"/>
          </a:p>
        </p:txBody>
      </p:sp>
      <p:sp>
        <p:nvSpPr>
          <p:cNvPr id="11" name="TextBox 10">
            <a:extLst>
              <a:ext uri="{FF2B5EF4-FFF2-40B4-BE49-F238E27FC236}">
                <a16:creationId xmlns:a16="http://schemas.microsoft.com/office/drawing/2014/main" id="{84089DFC-A237-9517-A99C-EA9D1EA74889}"/>
              </a:ext>
            </a:extLst>
          </p:cNvPr>
          <p:cNvSpPr txBox="1"/>
          <p:nvPr/>
        </p:nvSpPr>
        <p:spPr>
          <a:xfrm>
            <a:off x="1010890" y="1859340"/>
            <a:ext cx="6604000" cy="3139321"/>
          </a:xfrm>
          <a:prstGeom prst="rect">
            <a:avLst/>
          </a:prstGeom>
          <a:noFill/>
        </p:spPr>
        <p:txBody>
          <a:bodyPr wrap="square" rtlCol="0">
            <a:spAutoFit/>
          </a:bodyPr>
          <a:lstStyle/>
          <a:p>
            <a:r>
              <a:rPr lang="en-US" dirty="0">
                <a:latin typeface="Times New Roman" panose="02020603050405020304" pitchFamily="18" charset="0"/>
                <a:ea typeface="Tahoma" panose="020B0604030504040204" pitchFamily="34" charset="0"/>
                <a:cs typeface="Times New Roman" panose="02020603050405020304" pitchFamily="18" charset="0"/>
              </a:rPr>
              <a:t>	From 2019 to 2024, deep video compression research evolved from early convolutional end-to-end frameworks to hybrid and feature-space architectures integrating attention, motion refinement, and perceptual optimization. </a:t>
            </a:r>
          </a:p>
          <a:p>
            <a:br>
              <a:rPr lang="en-US" dirty="0">
                <a:latin typeface="Times New Roman" panose="02020603050405020304" pitchFamily="18" charset="0"/>
                <a:ea typeface="Tahoma" panose="020B0604030504040204" pitchFamily="34" charset="0"/>
                <a:cs typeface="Times New Roman" panose="02020603050405020304" pitchFamily="18" charset="0"/>
              </a:rPr>
            </a:br>
            <a:r>
              <a:rPr lang="en-US" dirty="0">
                <a:latin typeface="Times New Roman" panose="02020603050405020304" pitchFamily="18" charset="0"/>
                <a:ea typeface="Tahoma" panose="020B0604030504040204" pitchFamily="34" charset="0"/>
                <a:cs typeface="Times New Roman" panose="02020603050405020304" pitchFamily="18" charset="0"/>
              </a:rPr>
              <a:t>Compression rates improved from 1.6× to 4.5× compared to H.264, with BD-rate reductions up to 78%. </a:t>
            </a:r>
          </a:p>
          <a:p>
            <a:br>
              <a:rPr lang="en-US" dirty="0">
                <a:latin typeface="Times New Roman" panose="02020603050405020304" pitchFamily="18" charset="0"/>
                <a:ea typeface="Tahoma" panose="020B0604030504040204" pitchFamily="34" charset="0"/>
                <a:cs typeface="Times New Roman" panose="02020603050405020304" pitchFamily="18" charset="0"/>
              </a:rPr>
            </a:br>
            <a:r>
              <a:rPr lang="en-US" dirty="0">
                <a:latin typeface="Times New Roman" panose="02020603050405020304" pitchFamily="18" charset="0"/>
                <a:ea typeface="Tahoma" panose="020B0604030504040204" pitchFamily="34" charset="0"/>
                <a:cs typeface="Times New Roman" panose="02020603050405020304" pitchFamily="18" charset="0"/>
              </a:rPr>
              <a:t>While these models outperform H.265/HEVC in both PSNR and perceptual metrics, their high computational cost and lack of hardware acceleration limit real-world deployment. </a:t>
            </a:r>
          </a:p>
        </p:txBody>
      </p:sp>
      <p:sp>
        <p:nvSpPr>
          <p:cNvPr id="13" name="TextBox 12">
            <a:extLst>
              <a:ext uri="{FF2B5EF4-FFF2-40B4-BE49-F238E27FC236}">
                <a16:creationId xmlns:a16="http://schemas.microsoft.com/office/drawing/2014/main" id="{FC423B60-45D7-E537-2D12-C197A367386B}"/>
              </a:ext>
            </a:extLst>
          </p:cNvPr>
          <p:cNvSpPr txBox="1"/>
          <p:nvPr/>
        </p:nvSpPr>
        <p:spPr>
          <a:xfrm>
            <a:off x="1010890" y="408354"/>
            <a:ext cx="6604000" cy="646331"/>
          </a:xfrm>
          <a:prstGeom prst="rect">
            <a:avLst/>
          </a:prstGeom>
          <a:noFill/>
        </p:spPr>
        <p:txBody>
          <a:bodyPr wrap="square" rtlCol="0">
            <a:spAutoFit/>
          </a:bodyPr>
          <a:lstStyle/>
          <a:p>
            <a:r>
              <a:rPr lang="en-US" sz="3600" dirty="0">
                <a:latin typeface="Times New Roman" panose="02020603050405020304" pitchFamily="18" charset="0"/>
                <a:cs typeface="Times New Roman" panose="02020603050405020304" pitchFamily="18" charset="0"/>
              </a:rPr>
              <a:t>Overall Discussion &amp; Comparison</a:t>
            </a:r>
          </a:p>
        </p:txBody>
      </p:sp>
      <p:sp>
        <p:nvSpPr>
          <p:cNvPr id="15" name="Freeform 20">
            <a:extLst>
              <a:ext uri="{FF2B5EF4-FFF2-40B4-BE49-F238E27FC236}">
                <a16:creationId xmlns:a16="http://schemas.microsoft.com/office/drawing/2014/main" id="{DBFC1C50-5B25-E83E-B996-0A3FB9F16771}"/>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2"/>
                </a:ext>
              </a:extLst>
            </a:blip>
            <a:stretch>
              <a:fillRect t="-127827" r="-47370"/>
            </a:stretch>
          </a:blipFill>
        </p:spPr>
        <p:txBody>
          <a:bodyPr/>
          <a:lstStyle/>
          <a:p>
            <a:endParaRPr lang="en-AS"/>
          </a:p>
        </p:txBody>
      </p:sp>
      <p:sp>
        <p:nvSpPr>
          <p:cNvPr id="16" name="Freeform 3">
            <a:extLst>
              <a:ext uri="{FF2B5EF4-FFF2-40B4-BE49-F238E27FC236}">
                <a16:creationId xmlns:a16="http://schemas.microsoft.com/office/drawing/2014/main" id="{2C928BFA-09A4-0E90-67E2-5735DDB813B0}"/>
              </a:ext>
            </a:extLst>
          </p:cNvPr>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a:p>
        </p:txBody>
      </p:sp>
      <p:grpSp>
        <p:nvGrpSpPr>
          <p:cNvPr id="147" name="!!Film_Tabe_2">
            <a:extLst>
              <a:ext uri="{FF2B5EF4-FFF2-40B4-BE49-F238E27FC236}">
                <a16:creationId xmlns:a16="http://schemas.microsoft.com/office/drawing/2014/main" id="{18935599-466B-9A4C-BC2B-081D86D691D4}"/>
              </a:ext>
            </a:extLst>
          </p:cNvPr>
          <p:cNvGrpSpPr/>
          <p:nvPr/>
        </p:nvGrpSpPr>
        <p:grpSpPr>
          <a:xfrm rot="16200000">
            <a:off x="1681898" y="-980546"/>
            <a:ext cx="21467809" cy="1961092"/>
            <a:chOff x="-5996785" y="2448454"/>
            <a:chExt cx="21467809" cy="1961092"/>
          </a:xfrm>
          <a:effectLst>
            <a:outerShdw blurRad="12700" dist="50800" dir="2700000" algn="tl" rotWithShape="0">
              <a:prstClr val="black">
                <a:alpha val="40000"/>
              </a:prstClr>
            </a:outerShdw>
          </a:effectLst>
        </p:grpSpPr>
        <p:grpSp>
          <p:nvGrpSpPr>
            <p:cNvPr id="148" name="Group 147">
              <a:extLst>
                <a:ext uri="{FF2B5EF4-FFF2-40B4-BE49-F238E27FC236}">
                  <a16:creationId xmlns:a16="http://schemas.microsoft.com/office/drawing/2014/main" id="{78C28E27-99A5-FF73-754A-D022C484CA03}"/>
                </a:ext>
              </a:extLst>
            </p:cNvPr>
            <p:cNvGrpSpPr/>
            <p:nvPr/>
          </p:nvGrpSpPr>
          <p:grpSpPr>
            <a:xfrm>
              <a:off x="7372077" y="2448455"/>
              <a:ext cx="2738174" cy="1961091"/>
              <a:chOff x="4726913" y="2438401"/>
              <a:chExt cx="2738174" cy="1961091"/>
            </a:xfrm>
          </p:grpSpPr>
          <p:sp>
            <p:nvSpPr>
              <p:cNvPr id="177" name="Graphic 2" descr="Film strip outline">
                <a:extLst>
                  <a:ext uri="{FF2B5EF4-FFF2-40B4-BE49-F238E27FC236}">
                    <a16:creationId xmlns:a16="http://schemas.microsoft.com/office/drawing/2014/main" id="{FA7A832D-1F59-66C0-B791-682A61347A1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8" name="Straight Connector 177">
                <a:extLst>
                  <a:ext uri="{FF2B5EF4-FFF2-40B4-BE49-F238E27FC236}">
                    <a16:creationId xmlns:a16="http://schemas.microsoft.com/office/drawing/2014/main" id="{1419EE67-8943-BC67-33CC-6435570AFF8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9" name="TextBox 178">
                <a:extLst>
                  <a:ext uri="{FF2B5EF4-FFF2-40B4-BE49-F238E27FC236}">
                    <a16:creationId xmlns:a16="http://schemas.microsoft.com/office/drawing/2014/main" id="{52338BE9-6AEE-20AE-9A7E-AF664090FBF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9" name="Group 148">
              <a:extLst>
                <a:ext uri="{FF2B5EF4-FFF2-40B4-BE49-F238E27FC236}">
                  <a16:creationId xmlns:a16="http://schemas.microsoft.com/office/drawing/2014/main" id="{7A133506-060B-929F-53AF-FCEF353D8941}"/>
                </a:ext>
              </a:extLst>
            </p:cNvPr>
            <p:cNvGrpSpPr/>
            <p:nvPr/>
          </p:nvGrpSpPr>
          <p:grpSpPr>
            <a:xfrm>
              <a:off x="4702657" y="2448455"/>
              <a:ext cx="2738174" cy="1961091"/>
              <a:chOff x="4726913" y="2438401"/>
              <a:chExt cx="2738174" cy="1961091"/>
            </a:xfrm>
          </p:grpSpPr>
          <p:sp>
            <p:nvSpPr>
              <p:cNvPr id="174" name="Graphic 2" descr="Film strip outline">
                <a:extLst>
                  <a:ext uri="{FF2B5EF4-FFF2-40B4-BE49-F238E27FC236}">
                    <a16:creationId xmlns:a16="http://schemas.microsoft.com/office/drawing/2014/main" id="{AFFE77CC-EF1D-6A56-FA62-0B5F9D8E9C0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5" name="Straight Connector 174">
                <a:extLst>
                  <a:ext uri="{FF2B5EF4-FFF2-40B4-BE49-F238E27FC236}">
                    <a16:creationId xmlns:a16="http://schemas.microsoft.com/office/drawing/2014/main" id="{4AA3262D-FEC3-8BC0-C141-DEB8FC574A9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6" name="TextBox 175">
                <a:extLst>
                  <a:ext uri="{FF2B5EF4-FFF2-40B4-BE49-F238E27FC236}">
                    <a16:creationId xmlns:a16="http://schemas.microsoft.com/office/drawing/2014/main" id="{13976EDB-7E62-6001-7B93-9831E3C2280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0" name="Group 149">
              <a:extLst>
                <a:ext uri="{FF2B5EF4-FFF2-40B4-BE49-F238E27FC236}">
                  <a16:creationId xmlns:a16="http://schemas.microsoft.com/office/drawing/2014/main" id="{E85935E1-37E2-395A-BFFF-594EF6C63068}"/>
                </a:ext>
              </a:extLst>
            </p:cNvPr>
            <p:cNvGrpSpPr/>
            <p:nvPr/>
          </p:nvGrpSpPr>
          <p:grpSpPr>
            <a:xfrm>
              <a:off x="12732850" y="2448455"/>
              <a:ext cx="2738174" cy="1961091"/>
              <a:chOff x="4726913" y="2438401"/>
              <a:chExt cx="2738174" cy="1961091"/>
            </a:xfrm>
          </p:grpSpPr>
          <p:sp>
            <p:nvSpPr>
              <p:cNvPr id="171" name="Graphic 2" descr="Film strip outline">
                <a:extLst>
                  <a:ext uri="{FF2B5EF4-FFF2-40B4-BE49-F238E27FC236}">
                    <a16:creationId xmlns:a16="http://schemas.microsoft.com/office/drawing/2014/main" id="{10F6FCCD-3AFD-F5DE-DCAC-1B936D0972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2" name="Straight Connector 171">
                <a:extLst>
                  <a:ext uri="{FF2B5EF4-FFF2-40B4-BE49-F238E27FC236}">
                    <a16:creationId xmlns:a16="http://schemas.microsoft.com/office/drawing/2014/main" id="{8EE78A7B-5430-85E2-002A-C93F7E975E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3" name="TextBox 172">
                <a:extLst>
                  <a:ext uri="{FF2B5EF4-FFF2-40B4-BE49-F238E27FC236}">
                    <a16:creationId xmlns:a16="http://schemas.microsoft.com/office/drawing/2014/main" id="{784FCB88-A63B-B4C8-4129-EE40E059A2B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1" name="Group 150">
              <a:extLst>
                <a:ext uri="{FF2B5EF4-FFF2-40B4-BE49-F238E27FC236}">
                  <a16:creationId xmlns:a16="http://schemas.microsoft.com/office/drawing/2014/main" id="{513C7ECF-ED18-32EF-F29B-232AC6EB1E2C}"/>
                </a:ext>
              </a:extLst>
            </p:cNvPr>
            <p:cNvGrpSpPr/>
            <p:nvPr/>
          </p:nvGrpSpPr>
          <p:grpSpPr>
            <a:xfrm>
              <a:off x="10063430" y="2448455"/>
              <a:ext cx="2738174" cy="1961091"/>
              <a:chOff x="4726913" y="2438401"/>
              <a:chExt cx="2738174" cy="1961091"/>
            </a:xfrm>
          </p:grpSpPr>
          <p:sp>
            <p:nvSpPr>
              <p:cNvPr id="168" name="Graphic 2" descr="Film strip outline">
                <a:extLst>
                  <a:ext uri="{FF2B5EF4-FFF2-40B4-BE49-F238E27FC236}">
                    <a16:creationId xmlns:a16="http://schemas.microsoft.com/office/drawing/2014/main" id="{C1DE6BEE-7D9F-2B20-A778-47E5BC3CFE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9" name="Straight Connector 168">
                <a:extLst>
                  <a:ext uri="{FF2B5EF4-FFF2-40B4-BE49-F238E27FC236}">
                    <a16:creationId xmlns:a16="http://schemas.microsoft.com/office/drawing/2014/main" id="{5B18C843-C21D-83AB-B9FE-2359211379A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0" name="TextBox 169">
                <a:extLst>
                  <a:ext uri="{FF2B5EF4-FFF2-40B4-BE49-F238E27FC236}">
                    <a16:creationId xmlns:a16="http://schemas.microsoft.com/office/drawing/2014/main" id="{3BA65ED2-B348-1381-FE5F-B91D226A527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2" name="Group 151">
              <a:extLst>
                <a:ext uri="{FF2B5EF4-FFF2-40B4-BE49-F238E27FC236}">
                  <a16:creationId xmlns:a16="http://schemas.microsoft.com/office/drawing/2014/main" id="{9C63ADDE-528C-2013-66D8-EE5288307DFC}"/>
                </a:ext>
              </a:extLst>
            </p:cNvPr>
            <p:cNvGrpSpPr/>
            <p:nvPr/>
          </p:nvGrpSpPr>
          <p:grpSpPr>
            <a:xfrm>
              <a:off x="-3327365" y="2448454"/>
              <a:ext cx="2738174" cy="1961091"/>
              <a:chOff x="4726913" y="2438401"/>
              <a:chExt cx="2738174" cy="1961091"/>
            </a:xfrm>
          </p:grpSpPr>
          <p:sp>
            <p:nvSpPr>
              <p:cNvPr id="165" name="Graphic 2" descr="Film strip outline">
                <a:extLst>
                  <a:ext uri="{FF2B5EF4-FFF2-40B4-BE49-F238E27FC236}">
                    <a16:creationId xmlns:a16="http://schemas.microsoft.com/office/drawing/2014/main" id="{6B7EF80D-5469-99CF-9D49-C7B61745D77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6" name="Straight Connector 165">
                <a:extLst>
                  <a:ext uri="{FF2B5EF4-FFF2-40B4-BE49-F238E27FC236}">
                    <a16:creationId xmlns:a16="http://schemas.microsoft.com/office/drawing/2014/main" id="{718901CB-7F2F-690A-B55E-781571F5E52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7" name="TextBox 166">
                <a:extLst>
                  <a:ext uri="{FF2B5EF4-FFF2-40B4-BE49-F238E27FC236}">
                    <a16:creationId xmlns:a16="http://schemas.microsoft.com/office/drawing/2014/main" id="{69EC3935-68C8-68FD-A262-AABF61E2A3B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3" name="Group 152">
              <a:extLst>
                <a:ext uri="{FF2B5EF4-FFF2-40B4-BE49-F238E27FC236}">
                  <a16:creationId xmlns:a16="http://schemas.microsoft.com/office/drawing/2014/main" id="{BDCF9EA1-A514-3A55-95D0-A3F2C599748C}"/>
                </a:ext>
              </a:extLst>
            </p:cNvPr>
            <p:cNvGrpSpPr/>
            <p:nvPr/>
          </p:nvGrpSpPr>
          <p:grpSpPr>
            <a:xfrm>
              <a:off x="-5996785" y="2448454"/>
              <a:ext cx="2738174" cy="1961091"/>
              <a:chOff x="4726913" y="2438401"/>
              <a:chExt cx="2738174" cy="1961091"/>
            </a:xfrm>
          </p:grpSpPr>
          <p:sp>
            <p:nvSpPr>
              <p:cNvPr id="162" name="Graphic 2" descr="Film strip outline">
                <a:extLst>
                  <a:ext uri="{FF2B5EF4-FFF2-40B4-BE49-F238E27FC236}">
                    <a16:creationId xmlns:a16="http://schemas.microsoft.com/office/drawing/2014/main" id="{E54DCAB4-1B02-DF96-9425-7D1CE01A1E7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3" name="Straight Connector 162">
                <a:extLst>
                  <a:ext uri="{FF2B5EF4-FFF2-40B4-BE49-F238E27FC236}">
                    <a16:creationId xmlns:a16="http://schemas.microsoft.com/office/drawing/2014/main" id="{063B5337-DE2F-C672-3F0E-6322FCE98CD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4" name="TextBox 163">
                <a:extLst>
                  <a:ext uri="{FF2B5EF4-FFF2-40B4-BE49-F238E27FC236}">
                    <a16:creationId xmlns:a16="http://schemas.microsoft.com/office/drawing/2014/main" id="{1641D868-2EF3-C415-287D-AA22B2C72D2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4" name="Group 153">
              <a:extLst>
                <a:ext uri="{FF2B5EF4-FFF2-40B4-BE49-F238E27FC236}">
                  <a16:creationId xmlns:a16="http://schemas.microsoft.com/office/drawing/2014/main" id="{AE078A94-938B-5FFF-8020-95CDE6D1E07A}"/>
                </a:ext>
              </a:extLst>
            </p:cNvPr>
            <p:cNvGrpSpPr/>
            <p:nvPr/>
          </p:nvGrpSpPr>
          <p:grpSpPr>
            <a:xfrm>
              <a:off x="2033408" y="2448454"/>
              <a:ext cx="2738174" cy="1961091"/>
              <a:chOff x="4726913" y="2438401"/>
              <a:chExt cx="2738174" cy="1961091"/>
            </a:xfrm>
          </p:grpSpPr>
          <p:sp>
            <p:nvSpPr>
              <p:cNvPr id="159" name="Graphic 2" descr="Film strip outline">
                <a:extLst>
                  <a:ext uri="{FF2B5EF4-FFF2-40B4-BE49-F238E27FC236}">
                    <a16:creationId xmlns:a16="http://schemas.microsoft.com/office/drawing/2014/main" id="{22DFFFBB-E22C-D10D-FCEE-AD3854C8DCA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0" name="Straight Connector 159">
                <a:extLst>
                  <a:ext uri="{FF2B5EF4-FFF2-40B4-BE49-F238E27FC236}">
                    <a16:creationId xmlns:a16="http://schemas.microsoft.com/office/drawing/2014/main" id="{0FC5F96E-88CC-16C8-B2C2-56FE6B0E2F2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1" name="TextBox 160">
                <a:extLst>
                  <a:ext uri="{FF2B5EF4-FFF2-40B4-BE49-F238E27FC236}">
                    <a16:creationId xmlns:a16="http://schemas.microsoft.com/office/drawing/2014/main" id="{DA66C057-3DF9-3243-A961-B790620CA0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5" name="Group 154">
              <a:extLst>
                <a:ext uri="{FF2B5EF4-FFF2-40B4-BE49-F238E27FC236}">
                  <a16:creationId xmlns:a16="http://schemas.microsoft.com/office/drawing/2014/main" id="{DD86BD1A-1C36-8F07-5FCB-230B7EDFF507}"/>
                </a:ext>
              </a:extLst>
            </p:cNvPr>
            <p:cNvGrpSpPr/>
            <p:nvPr/>
          </p:nvGrpSpPr>
          <p:grpSpPr>
            <a:xfrm>
              <a:off x="-636012" y="2448454"/>
              <a:ext cx="2738174" cy="1961091"/>
              <a:chOff x="4726913" y="2438401"/>
              <a:chExt cx="2738174" cy="1961091"/>
            </a:xfrm>
          </p:grpSpPr>
          <p:sp>
            <p:nvSpPr>
              <p:cNvPr id="156" name="Graphic 2" descr="Film strip outline">
                <a:extLst>
                  <a:ext uri="{FF2B5EF4-FFF2-40B4-BE49-F238E27FC236}">
                    <a16:creationId xmlns:a16="http://schemas.microsoft.com/office/drawing/2014/main" id="{789279B9-0553-5A13-47CD-7C797A7ADE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7" name="Straight Connector 156">
                <a:extLst>
                  <a:ext uri="{FF2B5EF4-FFF2-40B4-BE49-F238E27FC236}">
                    <a16:creationId xmlns:a16="http://schemas.microsoft.com/office/drawing/2014/main" id="{5746B50F-0703-C135-0DCE-B98902DA793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8" name="TextBox 157">
                <a:extLst>
                  <a:ext uri="{FF2B5EF4-FFF2-40B4-BE49-F238E27FC236}">
                    <a16:creationId xmlns:a16="http://schemas.microsoft.com/office/drawing/2014/main" id="{B36E0ADE-C561-6F71-D29D-CE580DF717C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80" name="!!Film_Tabe_1">
            <a:extLst>
              <a:ext uri="{FF2B5EF4-FFF2-40B4-BE49-F238E27FC236}">
                <a16:creationId xmlns:a16="http://schemas.microsoft.com/office/drawing/2014/main" id="{92A1DB3E-601F-AD30-F2D0-2E08A93D1B83}"/>
              </a:ext>
            </a:extLst>
          </p:cNvPr>
          <p:cNvGrpSpPr/>
          <p:nvPr/>
        </p:nvGrpSpPr>
        <p:grpSpPr>
          <a:xfrm rot="16200000">
            <a:off x="-10968479" y="6163099"/>
            <a:ext cx="21467809" cy="1961092"/>
            <a:chOff x="-5996785" y="2448454"/>
            <a:chExt cx="21467809" cy="1961092"/>
          </a:xfrm>
          <a:effectLst>
            <a:outerShdw blurRad="12700" dist="50800" dir="2700000" algn="tl" rotWithShape="0">
              <a:schemeClr val="tx1">
                <a:alpha val="40000"/>
              </a:schemeClr>
            </a:outerShdw>
          </a:effectLst>
        </p:grpSpPr>
        <p:grpSp>
          <p:nvGrpSpPr>
            <p:cNvPr id="181" name="Group 180">
              <a:extLst>
                <a:ext uri="{FF2B5EF4-FFF2-40B4-BE49-F238E27FC236}">
                  <a16:creationId xmlns:a16="http://schemas.microsoft.com/office/drawing/2014/main" id="{305F9C6A-E15F-2178-663A-A6FF5A853AF1}"/>
                </a:ext>
              </a:extLst>
            </p:cNvPr>
            <p:cNvGrpSpPr/>
            <p:nvPr/>
          </p:nvGrpSpPr>
          <p:grpSpPr>
            <a:xfrm>
              <a:off x="7372077" y="2448455"/>
              <a:ext cx="2738174" cy="1961091"/>
              <a:chOff x="4726913" y="2438401"/>
              <a:chExt cx="2738174" cy="1961091"/>
            </a:xfrm>
          </p:grpSpPr>
          <p:sp>
            <p:nvSpPr>
              <p:cNvPr id="210" name="Graphic 2" descr="Film strip outline">
                <a:extLst>
                  <a:ext uri="{FF2B5EF4-FFF2-40B4-BE49-F238E27FC236}">
                    <a16:creationId xmlns:a16="http://schemas.microsoft.com/office/drawing/2014/main" id="{236E3939-91E2-1A85-E30D-C183FF9EB77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1" name="Straight Connector 210">
                <a:extLst>
                  <a:ext uri="{FF2B5EF4-FFF2-40B4-BE49-F238E27FC236}">
                    <a16:creationId xmlns:a16="http://schemas.microsoft.com/office/drawing/2014/main" id="{9E3990F4-7EBC-A97D-79BB-2ED728741B5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2" name="TextBox 211">
                <a:extLst>
                  <a:ext uri="{FF2B5EF4-FFF2-40B4-BE49-F238E27FC236}">
                    <a16:creationId xmlns:a16="http://schemas.microsoft.com/office/drawing/2014/main" id="{A9967CD5-799B-DC02-ACFC-58611B0F429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2" name="Group 181">
              <a:extLst>
                <a:ext uri="{FF2B5EF4-FFF2-40B4-BE49-F238E27FC236}">
                  <a16:creationId xmlns:a16="http://schemas.microsoft.com/office/drawing/2014/main" id="{9778663B-0724-26A4-5E25-A08D2541E401}"/>
                </a:ext>
              </a:extLst>
            </p:cNvPr>
            <p:cNvGrpSpPr/>
            <p:nvPr/>
          </p:nvGrpSpPr>
          <p:grpSpPr>
            <a:xfrm>
              <a:off x="4702657" y="2448455"/>
              <a:ext cx="2738174" cy="1961091"/>
              <a:chOff x="4726913" y="2438401"/>
              <a:chExt cx="2738174" cy="1961091"/>
            </a:xfrm>
          </p:grpSpPr>
          <p:sp>
            <p:nvSpPr>
              <p:cNvPr id="207" name="Graphic 2" descr="Film strip outline">
                <a:extLst>
                  <a:ext uri="{FF2B5EF4-FFF2-40B4-BE49-F238E27FC236}">
                    <a16:creationId xmlns:a16="http://schemas.microsoft.com/office/drawing/2014/main" id="{80487EF4-C7FE-5373-E236-1FA69D4187B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 name="Straight Connector 207">
                <a:extLst>
                  <a:ext uri="{FF2B5EF4-FFF2-40B4-BE49-F238E27FC236}">
                    <a16:creationId xmlns:a16="http://schemas.microsoft.com/office/drawing/2014/main" id="{2F2B881A-4E23-1AA1-6CCB-4B2E5E482A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9" name="TextBox 208">
                <a:extLst>
                  <a:ext uri="{FF2B5EF4-FFF2-40B4-BE49-F238E27FC236}">
                    <a16:creationId xmlns:a16="http://schemas.microsoft.com/office/drawing/2014/main" id="{AB5895DC-26B2-59AC-200E-E24AF898BDD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3" name="Group 182">
              <a:extLst>
                <a:ext uri="{FF2B5EF4-FFF2-40B4-BE49-F238E27FC236}">
                  <a16:creationId xmlns:a16="http://schemas.microsoft.com/office/drawing/2014/main" id="{05FD29D7-E9F7-4434-52CE-299F36386DFF}"/>
                </a:ext>
              </a:extLst>
            </p:cNvPr>
            <p:cNvGrpSpPr/>
            <p:nvPr/>
          </p:nvGrpSpPr>
          <p:grpSpPr>
            <a:xfrm>
              <a:off x="12732850" y="2448455"/>
              <a:ext cx="2738174" cy="1961091"/>
              <a:chOff x="4726913" y="2438401"/>
              <a:chExt cx="2738174" cy="1961091"/>
            </a:xfrm>
          </p:grpSpPr>
          <p:sp>
            <p:nvSpPr>
              <p:cNvPr id="204" name="Graphic 2" descr="Film strip outline">
                <a:extLst>
                  <a:ext uri="{FF2B5EF4-FFF2-40B4-BE49-F238E27FC236}">
                    <a16:creationId xmlns:a16="http://schemas.microsoft.com/office/drawing/2014/main" id="{64E2738D-A0FD-4D12-5722-1AC1CD211D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5" name="Straight Connector 204">
                <a:extLst>
                  <a:ext uri="{FF2B5EF4-FFF2-40B4-BE49-F238E27FC236}">
                    <a16:creationId xmlns:a16="http://schemas.microsoft.com/office/drawing/2014/main" id="{D0674221-807A-3143-3048-B0AB8E9C823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6" name="TextBox 205">
                <a:extLst>
                  <a:ext uri="{FF2B5EF4-FFF2-40B4-BE49-F238E27FC236}">
                    <a16:creationId xmlns:a16="http://schemas.microsoft.com/office/drawing/2014/main" id="{464240C0-B895-7F7A-CEF2-40449E8454C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4" name="Group 183">
              <a:extLst>
                <a:ext uri="{FF2B5EF4-FFF2-40B4-BE49-F238E27FC236}">
                  <a16:creationId xmlns:a16="http://schemas.microsoft.com/office/drawing/2014/main" id="{CB6B16C9-A3EF-9DAE-7048-78098F55E07B}"/>
                </a:ext>
              </a:extLst>
            </p:cNvPr>
            <p:cNvGrpSpPr/>
            <p:nvPr/>
          </p:nvGrpSpPr>
          <p:grpSpPr>
            <a:xfrm>
              <a:off x="10063430" y="2448455"/>
              <a:ext cx="2738174" cy="1961091"/>
              <a:chOff x="4726913" y="2438401"/>
              <a:chExt cx="2738174" cy="1961091"/>
            </a:xfrm>
          </p:grpSpPr>
          <p:sp>
            <p:nvSpPr>
              <p:cNvPr id="201" name="Graphic 2" descr="Film strip outline">
                <a:extLst>
                  <a:ext uri="{FF2B5EF4-FFF2-40B4-BE49-F238E27FC236}">
                    <a16:creationId xmlns:a16="http://schemas.microsoft.com/office/drawing/2014/main" id="{3A1523FF-551F-1AC3-9C5D-92E87274CD9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2" name="Straight Connector 201">
                <a:extLst>
                  <a:ext uri="{FF2B5EF4-FFF2-40B4-BE49-F238E27FC236}">
                    <a16:creationId xmlns:a16="http://schemas.microsoft.com/office/drawing/2014/main" id="{C8A39F81-C6B8-95B6-2D87-B0DF420703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3" name="TextBox 202">
                <a:extLst>
                  <a:ext uri="{FF2B5EF4-FFF2-40B4-BE49-F238E27FC236}">
                    <a16:creationId xmlns:a16="http://schemas.microsoft.com/office/drawing/2014/main" id="{85E8906E-D30A-3FFF-41F0-398A99BED6E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5" name="Group 184">
              <a:extLst>
                <a:ext uri="{FF2B5EF4-FFF2-40B4-BE49-F238E27FC236}">
                  <a16:creationId xmlns:a16="http://schemas.microsoft.com/office/drawing/2014/main" id="{37969C2F-DA88-064D-7147-EF845C9BC502}"/>
                </a:ext>
              </a:extLst>
            </p:cNvPr>
            <p:cNvGrpSpPr/>
            <p:nvPr/>
          </p:nvGrpSpPr>
          <p:grpSpPr>
            <a:xfrm>
              <a:off x="-3327365" y="2448454"/>
              <a:ext cx="2738174" cy="1961091"/>
              <a:chOff x="4726913" y="2438401"/>
              <a:chExt cx="2738174" cy="1961091"/>
            </a:xfrm>
          </p:grpSpPr>
          <p:sp>
            <p:nvSpPr>
              <p:cNvPr id="198" name="Graphic 2" descr="Film strip outline">
                <a:extLst>
                  <a:ext uri="{FF2B5EF4-FFF2-40B4-BE49-F238E27FC236}">
                    <a16:creationId xmlns:a16="http://schemas.microsoft.com/office/drawing/2014/main" id="{EBF12BF4-C5AA-FFE2-67A3-0369AFDA4F8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9" name="Straight Connector 198">
                <a:extLst>
                  <a:ext uri="{FF2B5EF4-FFF2-40B4-BE49-F238E27FC236}">
                    <a16:creationId xmlns:a16="http://schemas.microsoft.com/office/drawing/2014/main" id="{846ABBE4-152B-E06F-6E06-3D5099EED44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0" name="TextBox 199">
                <a:extLst>
                  <a:ext uri="{FF2B5EF4-FFF2-40B4-BE49-F238E27FC236}">
                    <a16:creationId xmlns:a16="http://schemas.microsoft.com/office/drawing/2014/main" id="{82A89032-DB1B-3609-A41E-971F0BFA12B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6" name="Group 185">
              <a:extLst>
                <a:ext uri="{FF2B5EF4-FFF2-40B4-BE49-F238E27FC236}">
                  <a16:creationId xmlns:a16="http://schemas.microsoft.com/office/drawing/2014/main" id="{1D91C7C1-C5BD-D294-8FC2-D218ECB84E92}"/>
                </a:ext>
              </a:extLst>
            </p:cNvPr>
            <p:cNvGrpSpPr/>
            <p:nvPr/>
          </p:nvGrpSpPr>
          <p:grpSpPr>
            <a:xfrm>
              <a:off x="-5996785" y="2448454"/>
              <a:ext cx="2738174" cy="1961091"/>
              <a:chOff x="4726913" y="2438401"/>
              <a:chExt cx="2738174" cy="1961091"/>
            </a:xfrm>
          </p:grpSpPr>
          <p:sp>
            <p:nvSpPr>
              <p:cNvPr id="195" name="Graphic 2" descr="Film strip outline">
                <a:extLst>
                  <a:ext uri="{FF2B5EF4-FFF2-40B4-BE49-F238E27FC236}">
                    <a16:creationId xmlns:a16="http://schemas.microsoft.com/office/drawing/2014/main" id="{0AE20FB8-48BB-0FA0-D3E4-A1568BB8282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6" name="Straight Connector 195">
                <a:extLst>
                  <a:ext uri="{FF2B5EF4-FFF2-40B4-BE49-F238E27FC236}">
                    <a16:creationId xmlns:a16="http://schemas.microsoft.com/office/drawing/2014/main" id="{354E738C-AC6B-3B46-16C8-DB52D10D0F6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7" name="TextBox 196">
                <a:extLst>
                  <a:ext uri="{FF2B5EF4-FFF2-40B4-BE49-F238E27FC236}">
                    <a16:creationId xmlns:a16="http://schemas.microsoft.com/office/drawing/2014/main" id="{DD29FE39-0F6E-DC19-A0E7-6C25565B47C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7" name="Group 186">
              <a:extLst>
                <a:ext uri="{FF2B5EF4-FFF2-40B4-BE49-F238E27FC236}">
                  <a16:creationId xmlns:a16="http://schemas.microsoft.com/office/drawing/2014/main" id="{EFBE339D-1E79-1DED-F684-9C7C4BE8AA4E}"/>
                </a:ext>
              </a:extLst>
            </p:cNvPr>
            <p:cNvGrpSpPr/>
            <p:nvPr/>
          </p:nvGrpSpPr>
          <p:grpSpPr>
            <a:xfrm>
              <a:off x="2033408" y="2448454"/>
              <a:ext cx="2738174" cy="1961091"/>
              <a:chOff x="4726913" y="2438401"/>
              <a:chExt cx="2738174" cy="1961091"/>
            </a:xfrm>
          </p:grpSpPr>
          <p:sp>
            <p:nvSpPr>
              <p:cNvPr id="192" name="Graphic 2" descr="Film strip outline">
                <a:extLst>
                  <a:ext uri="{FF2B5EF4-FFF2-40B4-BE49-F238E27FC236}">
                    <a16:creationId xmlns:a16="http://schemas.microsoft.com/office/drawing/2014/main" id="{ADFC53E6-60C5-DE46-5282-25A03E65CFD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3" name="Straight Connector 192">
                <a:extLst>
                  <a:ext uri="{FF2B5EF4-FFF2-40B4-BE49-F238E27FC236}">
                    <a16:creationId xmlns:a16="http://schemas.microsoft.com/office/drawing/2014/main" id="{7DD27186-5D9B-2889-D974-90EC8D9FC55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4" name="TextBox 193">
                <a:extLst>
                  <a:ext uri="{FF2B5EF4-FFF2-40B4-BE49-F238E27FC236}">
                    <a16:creationId xmlns:a16="http://schemas.microsoft.com/office/drawing/2014/main" id="{C386A46B-5170-53F1-7760-35ECC51F317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8" name="Group 187">
              <a:extLst>
                <a:ext uri="{FF2B5EF4-FFF2-40B4-BE49-F238E27FC236}">
                  <a16:creationId xmlns:a16="http://schemas.microsoft.com/office/drawing/2014/main" id="{925DB81A-FD3E-F3C2-4C19-ED6B83E92610}"/>
                </a:ext>
              </a:extLst>
            </p:cNvPr>
            <p:cNvGrpSpPr/>
            <p:nvPr/>
          </p:nvGrpSpPr>
          <p:grpSpPr>
            <a:xfrm>
              <a:off x="-636012" y="2448454"/>
              <a:ext cx="2738174" cy="1961091"/>
              <a:chOff x="4726913" y="2438401"/>
              <a:chExt cx="2738174" cy="1961091"/>
            </a:xfrm>
          </p:grpSpPr>
          <p:sp>
            <p:nvSpPr>
              <p:cNvPr id="189" name="Graphic 2" descr="Film strip outline">
                <a:extLst>
                  <a:ext uri="{FF2B5EF4-FFF2-40B4-BE49-F238E27FC236}">
                    <a16:creationId xmlns:a16="http://schemas.microsoft.com/office/drawing/2014/main" id="{3B97F92E-2B35-8BEF-1A63-0DC9BF973DC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0" name="Straight Connector 189">
                <a:extLst>
                  <a:ext uri="{FF2B5EF4-FFF2-40B4-BE49-F238E27FC236}">
                    <a16:creationId xmlns:a16="http://schemas.microsoft.com/office/drawing/2014/main" id="{00644121-C431-710E-C239-1FAF265AC74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1" name="TextBox 190">
                <a:extLst>
                  <a:ext uri="{FF2B5EF4-FFF2-40B4-BE49-F238E27FC236}">
                    <a16:creationId xmlns:a16="http://schemas.microsoft.com/office/drawing/2014/main" id="{D8512C61-283A-6F11-E693-41241DC67DC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41549677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fade">
                                      <p:cBhvr>
                                        <p:cTn id="7" dur="250"/>
                                        <p:tgtEl>
                                          <p:spTgt spid="11">
                                            <p:txEl>
                                              <p:pRg st="0" end="0"/>
                                            </p:txEl>
                                          </p:spTgt>
                                        </p:tgtEl>
                                      </p:cBhvr>
                                    </p:animEffect>
                                  </p:childTnLst>
                                </p:cTn>
                              </p:par>
                            </p:childTnLst>
                          </p:cTn>
                        </p:par>
                        <p:par>
                          <p:cTn id="8" fill="hold">
                            <p:stCondLst>
                              <p:cond delay="250"/>
                            </p:stCondLst>
                            <p:childTnLst>
                              <p:par>
                                <p:cTn id="9" presetID="10" presetClass="entr" presetSubtype="0" fill="hold" grpId="0" nodeType="afterEffect">
                                  <p:stCondLst>
                                    <p:cond delay="0"/>
                                  </p:stCondLst>
                                  <p:childTnLst>
                                    <p:set>
                                      <p:cBhvr>
                                        <p:cTn id="10" dur="1" fill="hold">
                                          <p:stCondLst>
                                            <p:cond delay="0"/>
                                          </p:stCondLst>
                                        </p:cTn>
                                        <p:tgtEl>
                                          <p:spTgt spid="11">
                                            <p:txEl>
                                              <p:pRg st="1" end="1"/>
                                            </p:txEl>
                                          </p:spTgt>
                                        </p:tgtEl>
                                        <p:attrNameLst>
                                          <p:attrName>style.visibility</p:attrName>
                                        </p:attrNameLst>
                                      </p:cBhvr>
                                      <p:to>
                                        <p:strVal val="visible"/>
                                      </p:to>
                                    </p:set>
                                    <p:animEffect transition="in" filter="fade">
                                      <p:cBhvr>
                                        <p:cTn id="11" dur="250"/>
                                        <p:tgtEl>
                                          <p:spTgt spid="11">
                                            <p:txEl>
                                              <p:pRg st="1" end="1"/>
                                            </p:txEl>
                                          </p:spTgt>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fade">
                                      <p:cBhvr>
                                        <p:cTn id="15" dur="250"/>
                                        <p:tgtEl>
                                          <p:spTgt spid="1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uiExpand="1"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68E26A-451B-2932-CCBE-553E51093D36}"/>
            </a:ext>
          </a:extLst>
        </p:cNvPr>
        <p:cNvGrpSpPr/>
        <p:nvPr/>
      </p:nvGrpSpPr>
      <p:grpSpPr>
        <a:xfrm>
          <a:off x="0" y="0"/>
          <a:ext cx="0" cy="0"/>
          <a:chOff x="0" y="0"/>
          <a:chExt cx="0" cy="0"/>
        </a:xfrm>
      </p:grpSpPr>
      <p:sp>
        <p:nvSpPr>
          <p:cNvPr id="10" name="Slide Number Placeholder 24">
            <a:extLst>
              <a:ext uri="{FF2B5EF4-FFF2-40B4-BE49-F238E27FC236}">
                <a16:creationId xmlns:a16="http://schemas.microsoft.com/office/drawing/2014/main" id="{7683F38F-B3C1-86B7-6971-5B3381DD866D}"/>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20</a:t>
            </a:fld>
            <a:endParaRPr lang="en-AS" dirty="0"/>
          </a:p>
        </p:txBody>
      </p:sp>
      <p:graphicFrame>
        <p:nvGraphicFramePr>
          <p:cNvPr id="24" name="Table 23">
            <a:extLst>
              <a:ext uri="{FF2B5EF4-FFF2-40B4-BE49-F238E27FC236}">
                <a16:creationId xmlns:a16="http://schemas.microsoft.com/office/drawing/2014/main" id="{536298A0-4D1B-610A-672A-2DB5D34A0D93}"/>
              </a:ext>
            </a:extLst>
          </p:cNvPr>
          <p:cNvGraphicFramePr>
            <a:graphicFrameLocks noGrp="1"/>
          </p:cNvGraphicFramePr>
          <p:nvPr>
            <p:extLst>
              <p:ext uri="{D42A27DB-BD31-4B8C-83A1-F6EECF244321}">
                <p14:modId xmlns:p14="http://schemas.microsoft.com/office/powerpoint/2010/main" val="63631295"/>
              </p:ext>
            </p:extLst>
          </p:nvPr>
        </p:nvGraphicFramePr>
        <p:xfrm>
          <a:off x="1143000" y="814384"/>
          <a:ext cx="9906000" cy="5678491"/>
        </p:xfrm>
        <a:graphic>
          <a:graphicData uri="http://schemas.openxmlformats.org/drawingml/2006/table">
            <a:tbl>
              <a:tblPr firstRow="1" bandRow="1">
                <a:effectLst>
                  <a:outerShdw blurRad="50800" dist="76200" dir="2700000" algn="tl" rotWithShape="0">
                    <a:prstClr val="black">
                      <a:alpha val="40000"/>
                    </a:prstClr>
                  </a:outerShdw>
                </a:effectLst>
                <a:tableStyleId>{073A0DAA-6AF3-43AB-8588-CEC1D06C72B9}</a:tableStyleId>
              </a:tblPr>
              <a:tblGrid>
                <a:gridCol w="944165">
                  <a:extLst>
                    <a:ext uri="{9D8B030D-6E8A-4147-A177-3AD203B41FA5}">
                      <a16:colId xmlns:a16="http://schemas.microsoft.com/office/drawing/2014/main" val="823774485"/>
                    </a:ext>
                  </a:extLst>
                </a:gridCol>
                <a:gridCol w="1532335">
                  <a:extLst>
                    <a:ext uri="{9D8B030D-6E8A-4147-A177-3AD203B41FA5}">
                      <a16:colId xmlns:a16="http://schemas.microsoft.com/office/drawing/2014/main" val="2989363440"/>
                    </a:ext>
                  </a:extLst>
                </a:gridCol>
                <a:gridCol w="1238250">
                  <a:extLst>
                    <a:ext uri="{9D8B030D-6E8A-4147-A177-3AD203B41FA5}">
                      <a16:colId xmlns:a16="http://schemas.microsoft.com/office/drawing/2014/main" val="452217506"/>
                    </a:ext>
                  </a:extLst>
                </a:gridCol>
                <a:gridCol w="1238250">
                  <a:extLst>
                    <a:ext uri="{9D8B030D-6E8A-4147-A177-3AD203B41FA5}">
                      <a16:colId xmlns:a16="http://schemas.microsoft.com/office/drawing/2014/main" val="373094508"/>
                    </a:ext>
                  </a:extLst>
                </a:gridCol>
                <a:gridCol w="1238250">
                  <a:extLst>
                    <a:ext uri="{9D8B030D-6E8A-4147-A177-3AD203B41FA5}">
                      <a16:colId xmlns:a16="http://schemas.microsoft.com/office/drawing/2014/main" val="351781563"/>
                    </a:ext>
                  </a:extLst>
                </a:gridCol>
                <a:gridCol w="1238250">
                  <a:extLst>
                    <a:ext uri="{9D8B030D-6E8A-4147-A177-3AD203B41FA5}">
                      <a16:colId xmlns:a16="http://schemas.microsoft.com/office/drawing/2014/main" val="1414278786"/>
                    </a:ext>
                  </a:extLst>
                </a:gridCol>
                <a:gridCol w="1238250">
                  <a:extLst>
                    <a:ext uri="{9D8B030D-6E8A-4147-A177-3AD203B41FA5}">
                      <a16:colId xmlns:a16="http://schemas.microsoft.com/office/drawing/2014/main" val="96276475"/>
                    </a:ext>
                  </a:extLst>
                </a:gridCol>
                <a:gridCol w="1238250">
                  <a:extLst>
                    <a:ext uri="{9D8B030D-6E8A-4147-A177-3AD203B41FA5}">
                      <a16:colId xmlns:a16="http://schemas.microsoft.com/office/drawing/2014/main" val="2450104392"/>
                    </a:ext>
                  </a:extLst>
                </a:gridCol>
              </a:tblGrid>
              <a:tr h="0">
                <a:tc>
                  <a:txBody>
                    <a:bodyPr/>
                    <a:lstStyle/>
                    <a:p>
                      <a:pPr marL="0" marR="0" algn="ctr">
                        <a:lnSpc>
                          <a:spcPct val="150000"/>
                        </a:lnSpc>
                        <a:spcAft>
                          <a:spcPts val="800"/>
                        </a:spcAft>
                        <a:buNone/>
                      </a:pPr>
                      <a:r>
                        <a:rPr lang="en-US" sz="1050" kern="100" dirty="0">
                          <a:effectLst/>
                        </a:rPr>
                        <a:t> </a:t>
                      </a:r>
                    </a:p>
                    <a:p>
                      <a:pPr marL="0" marR="0" algn="ctr">
                        <a:lnSpc>
                          <a:spcPct val="115000"/>
                        </a:lnSpc>
                        <a:spcAft>
                          <a:spcPts val="800"/>
                        </a:spcAft>
                        <a:buNone/>
                      </a:pPr>
                      <a:r>
                        <a:rPr lang="en-US" sz="1050" kern="100" dirty="0">
                          <a:effectLst/>
                        </a:rPr>
                        <a:t>#</a:t>
                      </a:r>
                    </a:p>
                    <a:p>
                      <a:pPr marL="0" marR="0" algn="ctr">
                        <a:lnSpc>
                          <a:spcPct val="115000"/>
                        </a:lnSpc>
                        <a:spcAft>
                          <a:spcPts val="800"/>
                        </a:spcAft>
                        <a:buNone/>
                      </a:pPr>
                      <a:r>
                        <a:rPr lang="en-US" sz="1050" kern="100" dirty="0">
                          <a:effectLst/>
                        </a:rPr>
                        <a:t> </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Method</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Core Innovation</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Key Strength</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Main Weakness</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Architecture Approach</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Real-Time Viability</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Performance vs. Traditional (H.264/HEVC)</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2896555352"/>
                  </a:ext>
                </a:extLst>
              </a:tr>
              <a:tr h="370840">
                <a:tc>
                  <a:txBody>
                    <a:bodyPr/>
                    <a:lstStyle/>
                    <a:p>
                      <a:pPr marL="0" marR="0" algn="ctr">
                        <a:lnSpc>
                          <a:spcPct val="150000"/>
                        </a:lnSpc>
                        <a:spcAft>
                          <a:spcPts val="800"/>
                        </a:spcAft>
                        <a:buNone/>
                      </a:pPr>
                      <a:r>
                        <a:rPr lang="en-US" sz="1050" kern="100">
                          <a:effectLst/>
                        </a:rPr>
                        <a:t>1</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DVC (2019)</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First end-to-end learned video codec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Joint learning of motion, residual, and entropy coding</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Heavy computational cost; non-real time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CNN + RNN (Motion Net + Residual Net)</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Not real-time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Outperforms H.264, comparable to HEVC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1538250716"/>
                  </a:ext>
                </a:extLst>
              </a:tr>
              <a:tr h="370840">
                <a:tc>
                  <a:txBody>
                    <a:bodyPr/>
                    <a:lstStyle/>
                    <a:p>
                      <a:pPr marL="0" marR="0" algn="ctr">
                        <a:lnSpc>
                          <a:spcPct val="150000"/>
                        </a:lnSpc>
                        <a:spcAft>
                          <a:spcPts val="800"/>
                        </a:spcAft>
                        <a:buNone/>
                      </a:pPr>
                      <a:r>
                        <a:rPr lang="en-US" sz="1050" kern="100">
                          <a:effectLst/>
                        </a:rPr>
                        <a:t>2</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Scale-Space Flow (2020)</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Multi-scale motion representation in feature space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Smoother temporal predictions; robust motion estimation</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Large memory footprint</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Pyramid optical flow with learned encoder-decoder</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Not real-time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Better than DVC and HEVC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3414959845"/>
                  </a:ext>
                </a:extLst>
              </a:tr>
              <a:tr h="370840">
                <a:tc>
                  <a:txBody>
                    <a:bodyPr/>
                    <a:lstStyle/>
                    <a:p>
                      <a:pPr marL="0" marR="0" algn="ctr">
                        <a:lnSpc>
                          <a:spcPct val="150000"/>
                        </a:lnSpc>
                        <a:spcAft>
                          <a:spcPts val="800"/>
                        </a:spcAft>
                        <a:buNone/>
                      </a:pPr>
                      <a:r>
                        <a:rPr lang="en-US" sz="1050" kern="100">
                          <a:effectLst/>
                        </a:rPr>
                        <a:t>3</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Sandwiched VC (2023)</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Neural pre/post-processing around HEVC codec</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Leverages HEVC stability + AI enhancement</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Still depends on legacy codec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Hybrid classical + learned residual model</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Partial real-time possible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27% bitrate savings vs. HEVC</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1513759177"/>
                  </a:ext>
                </a:extLst>
              </a:tr>
              <a:tr h="370840">
                <a:tc>
                  <a:txBody>
                    <a:bodyPr/>
                    <a:lstStyle/>
                    <a:p>
                      <a:pPr marL="0" marR="0" algn="ctr">
                        <a:lnSpc>
                          <a:spcPct val="150000"/>
                        </a:lnSpc>
                        <a:spcAft>
                          <a:spcPts val="800"/>
                        </a:spcAft>
                        <a:buNone/>
                      </a:pPr>
                      <a:r>
                        <a:rPr lang="en-US" sz="1050" kern="100">
                          <a:effectLst/>
                        </a:rPr>
                        <a:t>4</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FVC (2021)</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Compression directly in learned feature space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Excellent rate-distortion trade-off</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High computational and memory demand</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CNN-based feature encoder-decoder pipeline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Not real-time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20–25% improvement over DVC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1099358260"/>
                  </a:ext>
                </a:extLst>
              </a:tr>
              <a:tr h="370840">
                <a:tc>
                  <a:txBody>
                    <a:bodyPr/>
                    <a:lstStyle/>
                    <a:p>
                      <a:pPr marL="0" marR="0" algn="ctr">
                        <a:lnSpc>
                          <a:spcPct val="150000"/>
                        </a:lnSpc>
                        <a:spcAft>
                          <a:spcPts val="800"/>
                        </a:spcAft>
                        <a:buNone/>
                      </a:pPr>
                      <a:r>
                        <a:rPr lang="en-US" sz="1050" kern="100">
                          <a:effectLst/>
                        </a:rPr>
                        <a:t>5</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Alpha VC (2022)</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Conditional I-frame and adaptive entropy model</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High fidelity, fast inference, surpasses VVC</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Complex model and training setup</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Transformer-based with adaptive contexts</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Near real-time on GPU</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Best performance-to-speed balance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2370189957"/>
                  </a:ext>
                </a:extLst>
              </a:tr>
              <a:tr h="370840">
                <a:tc>
                  <a:txBody>
                    <a:bodyPr/>
                    <a:lstStyle/>
                    <a:p>
                      <a:pPr marL="0" marR="0" algn="ctr">
                        <a:lnSpc>
                          <a:spcPct val="150000"/>
                        </a:lnSpc>
                        <a:spcAft>
                          <a:spcPts val="800"/>
                        </a:spcAft>
                        <a:buNone/>
                      </a:pPr>
                      <a:r>
                        <a:rPr lang="en-US" sz="1050" kern="100">
                          <a:effectLst/>
                        </a:rPr>
                        <a:t>6</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HVFVC (2023)</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Confidence-guided perceptual reconstruction</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Exceptional visual quality (VMAF, LPIPS)</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Slight drop in PSNR; heavier compute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CNN with confidence-weighted loss</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Non-real time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Higher perceptual quality than FVC</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2151926968"/>
                  </a:ext>
                </a:extLst>
              </a:tr>
              <a:tr h="370840">
                <a:tc>
                  <a:txBody>
                    <a:bodyPr/>
                    <a:lstStyle/>
                    <a:p>
                      <a:pPr marL="0" marR="0" algn="ctr">
                        <a:lnSpc>
                          <a:spcPct val="150000"/>
                        </a:lnSpc>
                        <a:spcAft>
                          <a:spcPts val="800"/>
                        </a:spcAft>
                        <a:buNone/>
                      </a:pPr>
                      <a:r>
                        <a:rPr lang="en-US" sz="1050" kern="100">
                          <a:effectLst/>
                        </a:rPr>
                        <a:t>7</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Two-Stage Learning (2024)</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Hierarchical coarse-to-fine optimization</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Stable training; excellent RD performance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a:effectLst/>
                        </a:rPr>
                        <a:t>Long convergence time</a:t>
                      </a:r>
                      <a:endParaRPr lang="en-US" sz="1050" kern="10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Dual-stage latent encoder architecture</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Semi real-time (potential with pruning)</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tc>
                  <a:txBody>
                    <a:bodyPr/>
                    <a:lstStyle/>
                    <a:p>
                      <a:pPr marL="0" marR="0" algn="ctr">
                        <a:lnSpc>
                          <a:spcPct val="150000"/>
                        </a:lnSpc>
                        <a:spcAft>
                          <a:spcPts val="800"/>
                        </a:spcAft>
                        <a:buNone/>
                      </a:pPr>
                      <a:r>
                        <a:rPr lang="en-US" sz="1050" kern="100" dirty="0">
                          <a:effectLst/>
                        </a:rPr>
                        <a:t>~45–50% bitrate reduction vs. H.264</a:t>
                      </a:r>
                      <a:endParaRPr lang="en-US" sz="1050" kern="100" dirty="0">
                        <a:effectLst/>
                        <a:latin typeface="Calibri" panose="020F0502020204030204" pitchFamily="34" charset="0"/>
                        <a:ea typeface="Calibri" panose="020F0502020204030204" pitchFamily="34" charset="0"/>
                        <a:cs typeface="Arial" panose="020B0604020202020204" pitchFamily="34" charset="0"/>
                      </a:endParaRPr>
                    </a:p>
                  </a:txBody>
                  <a:tcPr marL="30994" marR="20663" marT="0" marB="0" anchor="ctr"/>
                </a:tc>
                <a:extLst>
                  <a:ext uri="{0D108BD9-81ED-4DB2-BD59-A6C34878D82A}">
                    <a16:rowId xmlns:a16="http://schemas.microsoft.com/office/drawing/2014/main" val="2465367156"/>
                  </a:ext>
                </a:extLst>
              </a:tr>
            </a:tbl>
          </a:graphicData>
        </a:graphic>
      </p:graphicFrame>
      <p:sp>
        <p:nvSpPr>
          <p:cNvPr id="11" name="Title 10">
            <a:extLst>
              <a:ext uri="{FF2B5EF4-FFF2-40B4-BE49-F238E27FC236}">
                <a16:creationId xmlns:a16="http://schemas.microsoft.com/office/drawing/2014/main" id="{C9B3795B-0A47-FAAB-7A2D-3564F5383668}"/>
              </a:ext>
            </a:extLst>
          </p:cNvPr>
          <p:cNvSpPr txBox="1">
            <a:spLocks noGrp="1"/>
          </p:cNvSpPr>
          <p:nvPr>
            <p:ph type="title" idx="4294967295"/>
          </p:nvPr>
        </p:nvSpPr>
        <p:spPr>
          <a:xfrm>
            <a:off x="3610897" y="112468"/>
            <a:ext cx="4970206"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Summary of scientific papers</a:t>
            </a:r>
            <a:endParaRPr kumimoji="0" lang="en-AS" sz="32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grpSp>
        <p:nvGrpSpPr>
          <p:cNvPr id="12" name="!!Film_Tabe_2">
            <a:extLst>
              <a:ext uri="{FF2B5EF4-FFF2-40B4-BE49-F238E27FC236}">
                <a16:creationId xmlns:a16="http://schemas.microsoft.com/office/drawing/2014/main" id="{5D8E06D7-96E2-3150-5078-229E55F8ACA2}"/>
              </a:ext>
            </a:extLst>
          </p:cNvPr>
          <p:cNvGrpSpPr/>
          <p:nvPr/>
        </p:nvGrpSpPr>
        <p:grpSpPr>
          <a:xfrm rot="16200000">
            <a:off x="1681899" y="2448455"/>
            <a:ext cx="21467809" cy="1961092"/>
            <a:chOff x="-5996785" y="2448454"/>
            <a:chExt cx="21467809" cy="1961092"/>
          </a:xfrm>
          <a:effectLst>
            <a:outerShdw blurRad="12700" dist="50800" dir="2700000" algn="tl" rotWithShape="0">
              <a:prstClr val="black">
                <a:alpha val="40000"/>
              </a:prstClr>
            </a:outerShdw>
          </a:effectLst>
        </p:grpSpPr>
        <p:grpSp>
          <p:nvGrpSpPr>
            <p:cNvPr id="13" name="Group 12">
              <a:extLst>
                <a:ext uri="{FF2B5EF4-FFF2-40B4-BE49-F238E27FC236}">
                  <a16:creationId xmlns:a16="http://schemas.microsoft.com/office/drawing/2014/main" id="{01B31302-DCE4-25FC-5989-42907548E9FD}"/>
                </a:ext>
              </a:extLst>
            </p:cNvPr>
            <p:cNvGrpSpPr/>
            <p:nvPr/>
          </p:nvGrpSpPr>
          <p:grpSpPr>
            <a:xfrm>
              <a:off x="7372077" y="2448455"/>
              <a:ext cx="2738174" cy="1961091"/>
              <a:chOff x="4726913" y="2438401"/>
              <a:chExt cx="2738174" cy="1961091"/>
            </a:xfrm>
          </p:grpSpPr>
          <p:sp>
            <p:nvSpPr>
              <p:cNvPr id="43" name="Graphic 2" descr="Film strip outline">
                <a:extLst>
                  <a:ext uri="{FF2B5EF4-FFF2-40B4-BE49-F238E27FC236}">
                    <a16:creationId xmlns:a16="http://schemas.microsoft.com/office/drawing/2014/main" id="{33A921C0-C350-3946-7B77-36E3881404E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036DA591-B200-96B8-5EA1-C8F4F117960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9FD32FFC-43AC-BB06-7E02-6F75D42FFA8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0EE74E2E-C377-DF22-34DB-9E9289835B6B}"/>
                </a:ext>
              </a:extLst>
            </p:cNvPr>
            <p:cNvGrpSpPr/>
            <p:nvPr/>
          </p:nvGrpSpPr>
          <p:grpSpPr>
            <a:xfrm>
              <a:off x="4702657" y="2448455"/>
              <a:ext cx="2738174" cy="1961091"/>
              <a:chOff x="4726913" y="2438401"/>
              <a:chExt cx="2738174" cy="1961091"/>
            </a:xfrm>
          </p:grpSpPr>
          <p:sp>
            <p:nvSpPr>
              <p:cNvPr id="40" name="Graphic 2" descr="Film strip outline">
                <a:extLst>
                  <a:ext uri="{FF2B5EF4-FFF2-40B4-BE49-F238E27FC236}">
                    <a16:creationId xmlns:a16="http://schemas.microsoft.com/office/drawing/2014/main" id="{C4049E93-1101-9A20-69F6-E17B2454448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64E2CF2D-BD9F-D5F7-1FA5-0C72EF06E5D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A80E8263-5602-284B-F7AE-3949DC674E8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0D2B25F1-9643-AE4C-9F55-54EBB18B897F}"/>
                </a:ext>
              </a:extLst>
            </p:cNvPr>
            <p:cNvGrpSpPr/>
            <p:nvPr/>
          </p:nvGrpSpPr>
          <p:grpSpPr>
            <a:xfrm>
              <a:off x="12732850" y="2448455"/>
              <a:ext cx="2738174" cy="1961091"/>
              <a:chOff x="4726913" y="2438401"/>
              <a:chExt cx="2738174" cy="1961091"/>
            </a:xfrm>
          </p:grpSpPr>
          <p:sp>
            <p:nvSpPr>
              <p:cNvPr id="37" name="Graphic 2" descr="Film strip outline">
                <a:extLst>
                  <a:ext uri="{FF2B5EF4-FFF2-40B4-BE49-F238E27FC236}">
                    <a16:creationId xmlns:a16="http://schemas.microsoft.com/office/drawing/2014/main" id="{658743D3-25BB-49DD-ADCF-6ACA7DC3FBE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8042E92A-583F-582B-A374-FEA663905E8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CC664F58-F0AD-D986-41A8-FC06588D7D1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ECE5DBBA-BFA8-31D1-DD90-FB4A6FDCEE01}"/>
                </a:ext>
              </a:extLst>
            </p:cNvPr>
            <p:cNvGrpSpPr/>
            <p:nvPr/>
          </p:nvGrpSpPr>
          <p:grpSpPr>
            <a:xfrm>
              <a:off x="10063430" y="2448455"/>
              <a:ext cx="2738174" cy="1961091"/>
              <a:chOff x="4726913" y="2438401"/>
              <a:chExt cx="2738174" cy="1961091"/>
            </a:xfrm>
          </p:grpSpPr>
          <p:sp>
            <p:nvSpPr>
              <p:cNvPr id="34" name="Graphic 2" descr="Film strip outline">
                <a:extLst>
                  <a:ext uri="{FF2B5EF4-FFF2-40B4-BE49-F238E27FC236}">
                    <a16:creationId xmlns:a16="http://schemas.microsoft.com/office/drawing/2014/main" id="{5E0406A2-E4FB-FA48-FB39-85BC0D41FF1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37343647-B590-129D-4139-0FE8088F014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5EB3CFD1-67FA-56EB-544D-1002B43E3A4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225EC653-EB22-4336-85AA-773D2BC6E271}"/>
                </a:ext>
              </a:extLst>
            </p:cNvPr>
            <p:cNvGrpSpPr/>
            <p:nvPr/>
          </p:nvGrpSpPr>
          <p:grpSpPr>
            <a:xfrm>
              <a:off x="-3327365"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6481E7F9-EE82-E12E-CEAE-2FE46109F8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C387ADAD-43DB-A2CF-41D3-E9F0F4201F5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86A921C0-C39C-B77A-58D9-9AB5A6F8275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 name="Group 17">
              <a:extLst>
                <a:ext uri="{FF2B5EF4-FFF2-40B4-BE49-F238E27FC236}">
                  <a16:creationId xmlns:a16="http://schemas.microsoft.com/office/drawing/2014/main" id="{571DD0DF-AF22-7217-1C7B-9B3D4BDB715D}"/>
                </a:ext>
              </a:extLst>
            </p:cNvPr>
            <p:cNvGrpSpPr/>
            <p:nvPr/>
          </p:nvGrpSpPr>
          <p:grpSpPr>
            <a:xfrm>
              <a:off x="-5996785" y="2448454"/>
              <a:ext cx="2738174" cy="1961091"/>
              <a:chOff x="4726913" y="2438401"/>
              <a:chExt cx="2738174" cy="1961091"/>
            </a:xfrm>
          </p:grpSpPr>
          <p:sp>
            <p:nvSpPr>
              <p:cNvPr id="28" name="Graphic 2" descr="Film strip outline">
                <a:extLst>
                  <a:ext uri="{FF2B5EF4-FFF2-40B4-BE49-F238E27FC236}">
                    <a16:creationId xmlns:a16="http://schemas.microsoft.com/office/drawing/2014/main" id="{EBF9AF6E-7B32-6491-AC70-C6C42E7BBD8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9" name="Straight Connector 28">
                <a:extLst>
                  <a:ext uri="{FF2B5EF4-FFF2-40B4-BE49-F238E27FC236}">
                    <a16:creationId xmlns:a16="http://schemas.microsoft.com/office/drawing/2014/main" id="{A9120269-7FEB-9B79-1A0E-CC0581124CA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589CF330-D968-2431-D6B1-FD835CACAA7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0BD1F99B-17DF-CDBD-3E53-0E44AD50E61B}"/>
                </a:ext>
              </a:extLst>
            </p:cNvPr>
            <p:cNvGrpSpPr/>
            <p:nvPr/>
          </p:nvGrpSpPr>
          <p:grpSpPr>
            <a:xfrm>
              <a:off x="2033408"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88CD00E5-2FE9-3C94-3B88-E2763B4FE48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6" name="Straight Connector 25">
                <a:extLst>
                  <a:ext uri="{FF2B5EF4-FFF2-40B4-BE49-F238E27FC236}">
                    <a16:creationId xmlns:a16="http://schemas.microsoft.com/office/drawing/2014/main" id="{FAA27BBC-A301-2AF3-B292-7C4DA1C8BEB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47BDB6A3-E8F1-550C-4AA1-BBD71A73DD8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FBF2F02B-D38E-FAC8-EAF3-FD730B0113C8}"/>
                </a:ext>
              </a:extLst>
            </p:cNvPr>
            <p:cNvGrpSpPr/>
            <p:nvPr/>
          </p:nvGrpSpPr>
          <p:grpSpPr>
            <a:xfrm>
              <a:off x="-636012"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F849F2F6-B6BA-F66A-6B89-82139C461BE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6173EF4A-1890-E938-96F7-DE3E87CB33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4CBF1AE7-DA26-C691-544E-1BFAE4D0198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6" name="!!Film_Tabe_1">
            <a:extLst>
              <a:ext uri="{FF2B5EF4-FFF2-40B4-BE49-F238E27FC236}">
                <a16:creationId xmlns:a16="http://schemas.microsoft.com/office/drawing/2014/main" id="{C21A78D1-E897-CC3C-3AAE-996DAF7BE7E8}"/>
              </a:ext>
            </a:extLst>
          </p:cNvPr>
          <p:cNvGrpSpPr/>
          <p:nvPr/>
        </p:nvGrpSpPr>
        <p:grpSpPr>
          <a:xfrm rot="16200000">
            <a:off x="-10957707" y="3343699"/>
            <a:ext cx="21467809" cy="1961092"/>
            <a:chOff x="-5996785" y="2448454"/>
            <a:chExt cx="21467809" cy="1961092"/>
          </a:xfrm>
          <a:effectLst>
            <a:outerShdw blurRad="12700" dist="50800" dir="2700000" algn="tl" rotWithShape="0">
              <a:schemeClr val="tx1">
                <a:alpha val="40000"/>
              </a:schemeClr>
            </a:outerShdw>
          </a:effectLst>
        </p:grpSpPr>
        <p:grpSp>
          <p:nvGrpSpPr>
            <p:cNvPr id="47" name="Group 46">
              <a:extLst>
                <a:ext uri="{FF2B5EF4-FFF2-40B4-BE49-F238E27FC236}">
                  <a16:creationId xmlns:a16="http://schemas.microsoft.com/office/drawing/2014/main" id="{4741DD64-6B76-A058-0432-6AE6B343638A}"/>
                </a:ext>
              </a:extLst>
            </p:cNvPr>
            <p:cNvGrpSpPr/>
            <p:nvPr/>
          </p:nvGrpSpPr>
          <p:grpSpPr>
            <a:xfrm>
              <a:off x="7372077" y="2448455"/>
              <a:ext cx="2738174" cy="1961091"/>
              <a:chOff x="4726913" y="2438401"/>
              <a:chExt cx="2738174" cy="1961091"/>
            </a:xfrm>
          </p:grpSpPr>
          <p:sp>
            <p:nvSpPr>
              <p:cNvPr id="76" name="Graphic 2" descr="Film strip outline">
                <a:extLst>
                  <a:ext uri="{FF2B5EF4-FFF2-40B4-BE49-F238E27FC236}">
                    <a16:creationId xmlns:a16="http://schemas.microsoft.com/office/drawing/2014/main" id="{FD792332-B9A4-4620-60CB-EEB8E06D42E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9C589308-C4E4-CB99-EA64-86614822B3D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6350C10F-B5CB-E5B7-AA2D-16D737D5161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FB6A939E-CB3D-3347-342D-29EC387AB27F}"/>
                </a:ext>
              </a:extLst>
            </p:cNvPr>
            <p:cNvGrpSpPr/>
            <p:nvPr/>
          </p:nvGrpSpPr>
          <p:grpSpPr>
            <a:xfrm>
              <a:off x="4702657" y="2448455"/>
              <a:ext cx="2738174" cy="1961091"/>
              <a:chOff x="4726913" y="2438401"/>
              <a:chExt cx="2738174" cy="1961091"/>
            </a:xfrm>
          </p:grpSpPr>
          <p:sp>
            <p:nvSpPr>
              <p:cNvPr id="73" name="Graphic 2" descr="Film strip outline">
                <a:extLst>
                  <a:ext uri="{FF2B5EF4-FFF2-40B4-BE49-F238E27FC236}">
                    <a16:creationId xmlns:a16="http://schemas.microsoft.com/office/drawing/2014/main" id="{20D3029D-2EFB-7C0F-C121-85F3A1984E4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41364AB3-B737-CEC4-A748-34EA29E5E75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2241AFCB-F6F1-E355-4B02-CDE3BE1C802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9" name="Group 48">
              <a:extLst>
                <a:ext uri="{FF2B5EF4-FFF2-40B4-BE49-F238E27FC236}">
                  <a16:creationId xmlns:a16="http://schemas.microsoft.com/office/drawing/2014/main" id="{023C5623-C124-3CF4-C0EC-B4B493BA151E}"/>
                </a:ext>
              </a:extLst>
            </p:cNvPr>
            <p:cNvGrpSpPr/>
            <p:nvPr/>
          </p:nvGrpSpPr>
          <p:grpSpPr>
            <a:xfrm>
              <a:off x="12732850" y="2448455"/>
              <a:ext cx="2738174" cy="1961091"/>
              <a:chOff x="4726913" y="2438401"/>
              <a:chExt cx="2738174" cy="1961091"/>
            </a:xfrm>
          </p:grpSpPr>
          <p:sp>
            <p:nvSpPr>
              <p:cNvPr id="70" name="Graphic 2" descr="Film strip outline">
                <a:extLst>
                  <a:ext uri="{FF2B5EF4-FFF2-40B4-BE49-F238E27FC236}">
                    <a16:creationId xmlns:a16="http://schemas.microsoft.com/office/drawing/2014/main" id="{EBD0A69B-3FE4-8C95-1317-03392ADD00D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DAB17D7B-CE07-90A1-0BCE-97924F716BE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EE84114B-D269-CD27-623C-1E325899592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8A6A10A7-5049-A6B3-C8CA-9424E1A9EEC0}"/>
                </a:ext>
              </a:extLst>
            </p:cNvPr>
            <p:cNvGrpSpPr/>
            <p:nvPr/>
          </p:nvGrpSpPr>
          <p:grpSpPr>
            <a:xfrm>
              <a:off x="10063430" y="2448455"/>
              <a:ext cx="2738174" cy="1961091"/>
              <a:chOff x="4726913" y="2438401"/>
              <a:chExt cx="2738174" cy="1961091"/>
            </a:xfrm>
          </p:grpSpPr>
          <p:sp>
            <p:nvSpPr>
              <p:cNvPr id="67" name="Graphic 2" descr="Film strip outline">
                <a:extLst>
                  <a:ext uri="{FF2B5EF4-FFF2-40B4-BE49-F238E27FC236}">
                    <a16:creationId xmlns:a16="http://schemas.microsoft.com/office/drawing/2014/main" id="{4583641F-F873-676B-97DE-EF229A6C84E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1A6F71C6-AD27-579C-DD2C-56E9046B4DB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39BB8072-889E-F7D7-9684-D76505F2D95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1" name="Group 50">
              <a:extLst>
                <a:ext uri="{FF2B5EF4-FFF2-40B4-BE49-F238E27FC236}">
                  <a16:creationId xmlns:a16="http://schemas.microsoft.com/office/drawing/2014/main" id="{7786D7F2-5198-E265-0E5F-A9363EAC40DC}"/>
                </a:ext>
              </a:extLst>
            </p:cNvPr>
            <p:cNvGrpSpPr/>
            <p:nvPr/>
          </p:nvGrpSpPr>
          <p:grpSpPr>
            <a:xfrm>
              <a:off x="-3327365" y="2448454"/>
              <a:ext cx="2738174" cy="1961091"/>
              <a:chOff x="4726913" y="2438401"/>
              <a:chExt cx="2738174" cy="1961091"/>
            </a:xfrm>
          </p:grpSpPr>
          <p:sp>
            <p:nvSpPr>
              <p:cNvPr id="64" name="Graphic 2" descr="Film strip outline">
                <a:extLst>
                  <a:ext uri="{FF2B5EF4-FFF2-40B4-BE49-F238E27FC236}">
                    <a16:creationId xmlns:a16="http://schemas.microsoft.com/office/drawing/2014/main" id="{6F775D4A-8693-CCEC-55C2-84989EAAF8C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5" name="Straight Connector 64">
                <a:extLst>
                  <a:ext uri="{FF2B5EF4-FFF2-40B4-BE49-F238E27FC236}">
                    <a16:creationId xmlns:a16="http://schemas.microsoft.com/office/drawing/2014/main" id="{114CA1DF-98F2-BA9E-959F-6CBC682D3B9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01DB7223-AC3B-A53D-0DBC-0D9421B18B1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909A4543-3B84-5881-D4D6-6FC5861A3183}"/>
                </a:ext>
              </a:extLst>
            </p:cNvPr>
            <p:cNvGrpSpPr/>
            <p:nvPr/>
          </p:nvGrpSpPr>
          <p:grpSpPr>
            <a:xfrm>
              <a:off x="-5996785" y="2448454"/>
              <a:ext cx="2738174" cy="1961091"/>
              <a:chOff x="4726913" y="2438401"/>
              <a:chExt cx="2738174" cy="1961091"/>
            </a:xfrm>
          </p:grpSpPr>
          <p:sp>
            <p:nvSpPr>
              <p:cNvPr id="61" name="Graphic 2" descr="Film strip outline">
                <a:extLst>
                  <a:ext uri="{FF2B5EF4-FFF2-40B4-BE49-F238E27FC236}">
                    <a16:creationId xmlns:a16="http://schemas.microsoft.com/office/drawing/2014/main" id="{7118A976-26E5-0F89-5A7B-871368D46E9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2" name="Straight Connector 61">
                <a:extLst>
                  <a:ext uri="{FF2B5EF4-FFF2-40B4-BE49-F238E27FC236}">
                    <a16:creationId xmlns:a16="http://schemas.microsoft.com/office/drawing/2014/main" id="{BBA28D46-C28E-6CC3-6CE8-BF7C3553DA1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3" name="TextBox 62">
                <a:extLst>
                  <a:ext uri="{FF2B5EF4-FFF2-40B4-BE49-F238E27FC236}">
                    <a16:creationId xmlns:a16="http://schemas.microsoft.com/office/drawing/2014/main" id="{C3EB5B7C-9163-441A-7F8A-4FAB8B6AE2E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43CC3BFC-6341-42BA-3C3F-558A5AF30B01}"/>
                </a:ext>
              </a:extLst>
            </p:cNvPr>
            <p:cNvGrpSpPr/>
            <p:nvPr/>
          </p:nvGrpSpPr>
          <p:grpSpPr>
            <a:xfrm>
              <a:off x="2033408" y="2448454"/>
              <a:ext cx="2738174" cy="1961091"/>
              <a:chOff x="4726913" y="2438401"/>
              <a:chExt cx="2738174" cy="1961091"/>
            </a:xfrm>
          </p:grpSpPr>
          <p:sp>
            <p:nvSpPr>
              <p:cNvPr id="58" name="Graphic 2" descr="Film strip outline">
                <a:extLst>
                  <a:ext uri="{FF2B5EF4-FFF2-40B4-BE49-F238E27FC236}">
                    <a16:creationId xmlns:a16="http://schemas.microsoft.com/office/drawing/2014/main" id="{2CA666B5-D196-FB97-CBC6-2A041415A6F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9" name="Straight Connector 58">
                <a:extLst>
                  <a:ext uri="{FF2B5EF4-FFF2-40B4-BE49-F238E27FC236}">
                    <a16:creationId xmlns:a16="http://schemas.microsoft.com/office/drawing/2014/main" id="{2F6552E1-F6E6-4B66-17FB-44A9710A578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0" name="TextBox 59">
                <a:extLst>
                  <a:ext uri="{FF2B5EF4-FFF2-40B4-BE49-F238E27FC236}">
                    <a16:creationId xmlns:a16="http://schemas.microsoft.com/office/drawing/2014/main" id="{E2540867-EC95-8B6C-4320-9DE0EA3B4E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FDB15C31-E0DA-6E23-970C-0BFEF78E5558}"/>
                </a:ext>
              </a:extLst>
            </p:cNvPr>
            <p:cNvGrpSpPr/>
            <p:nvPr/>
          </p:nvGrpSpPr>
          <p:grpSpPr>
            <a:xfrm>
              <a:off x="-636012" y="2448454"/>
              <a:ext cx="2738174" cy="1961091"/>
              <a:chOff x="4726913" y="2438401"/>
              <a:chExt cx="2738174" cy="1961091"/>
            </a:xfrm>
          </p:grpSpPr>
          <p:sp>
            <p:nvSpPr>
              <p:cNvPr id="55" name="Graphic 2" descr="Film strip outline">
                <a:extLst>
                  <a:ext uri="{FF2B5EF4-FFF2-40B4-BE49-F238E27FC236}">
                    <a16:creationId xmlns:a16="http://schemas.microsoft.com/office/drawing/2014/main" id="{DC7CFC26-7F9C-DA01-156E-B7528185AB8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F7D50346-01C4-9B76-61E4-88C464C2BF4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15893275-76AC-710C-4BFD-B35EDEDB491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10803702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E87D5C-15C5-FC0C-C0D4-B8A606A3D779}"/>
            </a:ext>
          </a:extLst>
        </p:cNvPr>
        <p:cNvGrpSpPr/>
        <p:nvPr/>
      </p:nvGrpSpPr>
      <p:grpSpPr>
        <a:xfrm>
          <a:off x="0" y="0"/>
          <a:ext cx="0" cy="0"/>
          <a:chOff x="0" y="0"/>
          <a:chExt cx="0" cy="0"/>
        </a:xfrm>
      </p:grpSpPr>
      <p:pic>
        <p:nvPicPr>
          <p:cNvPr id="5" name="Icon" descr="Presentation with pie chart with solid fill">
            <a:extLst>
              <a:ext uri="{FF2B5EF4-FFF2-40B4-BE49-F238E27FC236}">
                <a16:creationId xmlns:a16="http://schemas.microsoft.com/office/drawing/2014/main" id="{44508209-DBE3-9F6C-EA16-FCDD06075E8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611305" y="-666356"/>
            <a:ext cx="6248401" cy="6248402"/>
          </a:xfrm>
          <a:prstGeom prst="rect">
            <a:avLst/>
          </a:prstGeom>
        </p:spPr>
      </p:pic>
      <p:sp>
        <p:nvSpPr>
          <p:cNvPr id="10" name="Slide Number Placeholder 24">
            <a:extLst>
              <a:ext uri="{FF2B5EF4-FFF2-40B4-BE49-F238E27FC236}">
                <a16:creationId xmlns:a16="http://schemas.microsoft.com/office/drawing/2014/main" id="{8EB5588C-1AD1-228E-7DDC-EDFEC3E019FC}"/>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21</a:t>
            </a:fld>
            <a:endParaRPr lang="en-AS" dirty="0"/>
          </a:p>
        </p:txBody>
      </p:sp>
      <p:graphicFrame>
        <p:nvGraphicFramePr>
          <p:cNvPr id="11" name="Table_Tale">
            <a:extLst>
              <a:ext uri="{FF2B5EF4-FFF2-40B4-BE49-F238E27FC236}">
                <a16:creationId xmlns:a16="http://schemas.microsoft.com/office/drawing/2014/main" id="{3EBE5EC6-0A49-19A4-8AA7-20CB78F90911}"/>
              </a:ext>
            </a:extLst>
          </p:cNvPr>
          <p:cNvGraphicFramePr>
            <a:graphicFrameLocks noGrp="1"/>
          </p:cNvGraphicFramePr>
          <p:nvPr>
            <p:extLst>
              <p:ext uri="{D42A27DB-BD31-4B8C-83A1-F6EECF244321}">
                <p14:modId xmlns:p14="http://schemas.microsoft.com/office/powerpoint/2010/main" val="2392956320"/>
              </p:ext>
            </p:extLst>
          </p:nvPr>
        </p:nvGraphicFramePr>
        <p:xfrm>
          <a:off x="3821827" y="4718842"/>
          <a:ext cx="1016000" cy="741680"/>
        </p:xfrm>
        <a:graphic>
          <a:graphicData uri="http://schemas.openxmlformats.org/drawingml/2006/table">
            <a:tbl>
              <a:tblPr bandRow="1" bandCol="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1950340043"/>
                    </a:ext>
                  </a:extLst>
                </a:gridCol>
              </a:tblGrid>
              <a:tr h="370840">
                <a:tc>
                  <a:txBody>
                    <a:bodyPr/>
                    <a:lstStyle/>
                    <a:p>
                      <a:pPr algn="ctr" fontAlgn="ctr">
                        <a:buNone/>
                      </a:pPr>
                      <a:r>
                        <a:rPr lang="en-AS" sz="1100" b="0" u="none" strike="noStrike" dirty="0">
                          <a:solidFill>
                            <a:srgbClr val="000000"/>
                          </a:solidFill>
                          <a:effectLst/>
                        </a:rPr>
                        <a:t>38.</a:t>
                      </a:r>
                      <a:r>
                        <a:rPr lang="en-US" sz="1100" b="0" u="none" strike="noStrike" dirty="0">
                          <a:solidFill>
                            <a:srgbClr val="000000"/>
                          </a:solidFill>
                          <a:effectLst/>
                        </a:rPr>
                        <a:t>3</a:t>
                      </a:r>
                      <a:endParaRPr lang="en-AS" sz="1100" b="0" i="0" u="none" strike="noStrike" dirty="0">
                        <a:solidFill>
                          <a:srgbClr val="000000"/>
                        </a:solidFill>
                        <a:effectLst/>
                        <a:latin typeface="Aptos Narrow" panose="020B0004020202020204" pitchFamily="34" charset="0"/>
                      </a:endParaRPr>
                    </a:p>
                  </a:txBody>
                  <a:tcPr marL="9525" marR="9525" marT="9525" marB="0" anchor="ctr">
                    <a:solidFill>
                      <a:srgbClr val="E7E7E7"/>
                    </a:solidFill>
                  </a:tcPr>
                </a:tc>
                <a:extLst>
                  <a:ext uri="{0D108BD9-81ED-4DB2-BD59-A6C34878D82A}">
                    <a16:rowId xmlns:a16="http://schemas.microsoft.com/office/drawing/2014/main" val="1838325332"/>
                  </a:ext>
                </a:extLst>
              </a:tr>
              <a:tr h="370840">
                <a:tc>
                  <a:txBody>
                    <a:bodyPr/>
                    <a:lstStyle/>
                    <a:p>
                      <a:pPr algn="ctr" fontAlgn="ctr">
                        <a:buNone/>
                      </a:pPr>
                      <a:r>
                        <a:rPr lang="en-AS" sz="1100" b="0" u="none" strike="noStrike" dirty="0">
                          <a:solidFill>
                            <a:srgbClr val="000000"/>
                          </a:solidFill>
                          <a:effectLst/>
                        </a:rPr>
                        <a:t>38.6</a:t>
                      </a:r>
                      <a:endParaRPr lang="en-A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2468728585"/>
                  </a:ext>
                </a:extLst>
              </a:tr>
            </a:tbl>
          </a:graphicData>
        </a:graphic>
      </p:graphicFrame>
      <p:graphicFrame>
        <p:nvGraphicFramePr>
          <p:cNvPr id="12" name="Table_Left">
            <a:extLst>
              <a:ext uri="{FF2B5EF4-FFF2-40B4-BE49-F238E27FC236}">
                <a16:creationId xmlns:a16="http://schemas.microsoft.com/office/drawing/2014/main" id="{E8E10F4A-7FCF-DF26-9675-833A128B0FE6}"/>
              </a:ext>
            </a:extLst>
          </p:cNvPr>
          <p:cNvGraphicFramePr>
            <a:graphicFrameLocks noGrp="1"/>
          </p:cNvGraphicFramePr>
          <p:nvPr>
            <p:extLst>
              <p:ext uri="{D42A27DB-BD31-4B8C-83A1-F6EECF244321}">
                <p14:modId xmlns:p14="http://schemas.microsoft.com/office/powerpoint/2010/main" val="329493683"/>
              </p:ext>
            </p:extLst>
          </p:nvPr>
        </p:nvGraphicFramePr>
        <p:xfrm>
          <a:off x="1789827" y="4349572"/>
          <a:ext cx="2032000" cy="111252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tblGrid>
              <a:tr h="370840">
                <a:tc>
                  <a:txBody>
                    <a:bodyPr/>
                    <a:lstStyle/>
                    <a:p>
                      <a:pPr algn="ctr" fontAlgn="ctr">
                        <a:buNone/>
                      </a:pPr>
                      <a:r>
                        <a:rPr lang="en-US" sz="1100" b="0" u="none" strike="noStrike" dirty="0">
                          <a:solidFill>
                            <a:srgbClr val="000000"/>
                          </a:solidFill>
                          <a:effectLst/>
                        </a:rPr>
                        <a:t>4</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Alpha VC (2022)</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780347845"/>
                  </a:ext>
                </a:extLst>
              </a:tr>
              <a:tr h="370840">
                <a:tc>
                  <a:txBody>
                    <a:bodyPr/>
                    <a:lstStyle/>
                    <a:p>
                      <a:pPr algn="ctr" fontAlgn="ctr">
                        <a:buNone/>
                      </a:pPr>
                      <a:r>
                        <a:rPr lang="en-AS" sz="1100" b="0" u="none" strike="noStrike">
                          <a:solidFill>
                            <a:srgbClr val="000000"/>
                          </a:solidFill>
                          <a:effectLst/>
                        </a:rPr>
                        <a:t>8</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HVFVC (2023)</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1838325332"/>
                  </a:ext>
                </a:extLst>
              </a:tr>
              <a:tr h="370840">
                <a:tc>
                  <a:txBody>
                    <a:bodyPr/>
                    <a:lstStyle/>
                    <a:p>
                      <a:pPr algn="ctr" fontAlgn="ctr">
                        <a:buNone/>
                      </a:pPr>
                      <a:r>
                        <a:rPr lang="en-AS" sz="1100" b="0" u="none" strike="noStrike" dirty="0">
                          <a:solidFill>
                            <a:srgbClr val="000000"/>
                          </a:solidFill>
                          <a:effectLst/>
                        </a:rPr>
                        <a:t>9</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Two-Stage Learning (2024)</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2468728585"/>
                  </a:ext>
                </a:extLst>
              </a:tr>
            </a:tbl>
          </a:graphicData>
        </a:graphic>
      </p:graphicFrame>
      <p:graphicFrame>
        <p:nvGraphicFramePr>
          <p:cNvPr id="16" name="Table Body_1">
            <a:extLst>
              <a:ext uri="{FF2B5EF4-FFF2-40B4-BE49-F238E27FC236}">
                <a16:creationId xmlns:a16="http://schemas.microsoft.com/office/drawing/2014/main" id="{70D8E25F-78DA-A6E3-3D48-4720CFD26F57}"/>
              </a:ext>
            </a:extLst>
          </p:cNvPr>
          <p:cNvGraphicFramePr>
            <a:graphicFrameLocks noGrp="1"/>
          </p:cNvGraphicFramePr>
          <p:nvPr>
            <p:extLst>
              <p:ext uri="{D42A27DB-BD31-4B8C-83A1-F6EECF244321}">
                <p14:modId xmlns:p14="http://schemas.microsoft.com/office/powerpoint/2010/main" val="2661603512"/>
              </p:ext>
            </p:extLst>
          </p:nvPr>
        </p:nvGraphicFramePr>
        <p:xfrm>
          <a:off x="1789827" y="2125498"/>
          <a:ext cx="8612347" cy="2225040"/>
        </p:xfrm>
        <a:graphic>
          <a:graphicData uri="http://schemas.openxmlformats.org/drawingml/2006/table">
            <a:tbl>
              <a:tblPr bandRow="1">
                <a:effectLst>
                  <a:outerShdw blurRad="50800" dist="50800" algn="l"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gridCol w="1016000">
                  <a:extLst>
                    <a:ext uri="{9D8B030D-6E8A-4147-A177-3AD203B41FA5}">
                      <a16:colId xmlns:a16="http://schemas.microsoft.com/office/drawing/2014/main" val="1950340043"/>
                    </a:ext>
                  </a:extLst>
                </a:gridCol>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gridCol w="1016000">
                  <a:extLst>
                    <a:ext uri="{9D8B030D-6E8A-4147-A177-3AD203B41FA5}">
                      <a16:colId xmlns:a16="http://schemas.microsoft.com/office/drawing/2014/main" val="353175025"/>
                    </a:ext>
                  </a:extLst>
                </a:gridCol>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370840">
                <a:tc>
                  <a:txBody>
                    <a:bodyPr/>
                    <a:lstStyle/>
                    <a:p>
                      <a:pPr algn="ctr" fontAlgn="ctr">
                        <a:buNone/>
                      </a:pPr>
                      <a:r>
                        <a:rPr lang="en-AS" sz="1100" b="0" u="none" strike="noStrike" dirty="0">
                          <a:solidFill>
                            <a:srgbClr val="000000"/>
                          </a:solidFill>
                          <a:effectLst/>
                        </a:rPr>
                        <a:t>1</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H.264 (AVC)</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dirty="0">
                          <a:effectLst/>
                        </a:rPr>
                        <a:t>34.2</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0.89</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0.91</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78</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1.00×</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165549535"/>
                  </a:ext>
                </a:extLst>
              </a:tr>
              <a:tr h="370840">
                <a:tc>
                  <a:txBody>
                    <a:bodyPr/>
                    <a:lstStyle/>
                    <a:p>
                      <a:pPr algn="ctr" fontAlgn="ctr">
                        <a:buNone/>
                      </a:pPr>
                      <a:r>
                        <a:rPr lang="en-AS" sz="1100" b="0" u="none" strike="noStrike">
                          <a:solidFill>
                            <a:srgbClr val="000000"/>
                          </a:solidFill>
                          <a:effectLst/>
                        </a:rPr>
                        <a:t>2</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H.265 (HEVC)</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dirty="0">
                          <a:effectLst/>
                        </a:rPr>
                        <a:t>35.8</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0.92</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85</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1.33×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18882799"/>
                  </a:ext>
                </a:extLst>
              </a:tr>
              <a:tr h="370840">
                <a:tc>
                  <a:txBody>
                    <a:bodyPr/>
                    <a:lstStyle/>
                    <a:p>
                      <a:pPr algn="ctr" fontAlgn="ctr">
                        <a:buNone/>
                      </a:pPr>
                      <a:r>
                        <a:rPr lang="en-AS" sz="1100" b="0" u="none" strike="noStrike">
                          <a:solidFill>
                            <a:srgbClr val="000000"/>
                          </a:solidFill>
                          <a:effectLst/>
                        </a:rPr>
                        <a:t>3</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DVC (2019)</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36.2</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0.94</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86</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−40 %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1.67×</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3072339475"/>
                  </a:ext>
                </a:extLst>
              </a:tr>
              <a:tr h="370840">
                <a:tc>
                  <a:txBody>
                    <a:bodyPr/>
                    <a:lstStyle/>
                    <a:p>
                      <a:pPr algn="ctr" fontAlgn="ctr">
                        <a:buNone/>
                      </a:pPr>
                      <a:r>
                        <a:rPr lang="en-AS" sz="1100" b="0" u="none" strike="noStrike">
                          <a:solidFill>
                            <a:srgbClr val="000000"/>
                          </a:solidFill>
                          <a:effectLst/>
                        </a:rPr>
                        <a:t>4</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Scale-Space Flow (2020)</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36.9</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0.94</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0.95</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88</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−55 %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2.22×</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52209871"/>
                  </a:ext>
                </a:extLst>
              </a:tr>
              <a:tr h="370840">
                <a:tc>
                  <a:txBody>
                    <a:bodyPr/>
                    <a:lstStyle/>
                    <a:p>
                      <a:pPr algn="ctr" fontAlgn="ctr">
                        <a:buNone/>
                      </a:pPr>
                      <a:r>
                        <a:rPr lang="en-AS" sz="1100" b="0" u="none" strike="noStrike">
                          <a:solidFill>
                            <a:srgbClr val="000000"/>
                          </a:solidFill>
                          <a:effectLst/>
                        </a:rPr>
                        <a:t>5</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Sandwiched VC (2023)</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37.3</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0.95</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0.96</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90</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−65 %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2.86×</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872988102"/>
                  </a:ext>
                </a:extLst>
              </a:tr>
              <a:tr h="370840">
                <a:tc>
                  <a:txBody>
                    <a:bodyPr/>
                    <a:lstStyle/>
                    <a:p>
                      <a:pPr algn="ctr" fontAlgn="ctr">
                        <a:buNone/>
                      </a:pPr>
                      <a:r>
                        <a:rPr lang="en-AS" sz="1100" b="0" u="none" strike="noStrike" dirty="0">
                          <a:solidFill>
                            <a:srgbClr val="000000"/>
                          </a:solidFill>
                          <a:effectLst/>
                        </a:rPr>
                        <a:t>6</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FVC (2021)</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38.0</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0.96</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0.97</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91</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−70 %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3.33×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3702640663"/>
                  </a:ext>
                </a:extLst>
              </a:tr>
            </a:tbl>
          </a:graphicData>
        </a:graphic>
      </p:graphicFrame>
      <p:graphicFrame>
        <p:nvGraphicFramePr>
          <p:cNvPr id="13" name="Main Body_2">
            <a:extLst>
              <a:ext uri="{FF2B5EF4-FFF2-40B4-BE49-F238E27FC236}">
                <a16:creationId xmlns:a16="http://schemas.microsoft.com/office/drawing/2014/main" id="{B2E16985-C68C-8709-2937-2C3DDF81D98E}"/>
              </a:ext>
            </a:extLst>
          </p:cNvPr>
          <p:cNvGraphicFramePr>
            <a:graphicFrameLocks noGrp="1"/>
          </p:cNvGraphicFramePr>
          <p:nvPr>
            <p:extLst>
              <p:ext uri="{D42A27DB-BD31-4B8C-83A1-F6EECF244321}">
                <p14:modId xmlns:p14="http://schemas.microsoft.com/office/powerpoint/2010/main" val="1966001568"/>
              </p:ext>
            </p:extLst>
          </p:nvPr>
        </p:nvGraphicFramePr>
        <p:xfrm>
          <a:off x="3821827" y="4348485"/>
          <a:ext cx="1016000" cy="370840"/>
        </p:xfrm>
        <a:graphic>
          <a:graphicData uri="http://schemas.openxmlformats.org/drawingml/2006/table">
            <a:tbl>
              <a:tblPr bandRow="1">
                <a:tableStyleId>{073A0DAA-6AF3-43AB-8588-CEC1D06C72B9}</a:tableStyleId>
              </a:tblPr>
              <a:tblGrid>
                <a:gridCol w="1016000">
                  <a:extLst>
                    <a:ext uri="{9D8B030D-6E8A-4147-A177-3AD203B41FA5}">
                      <a16:colId xmlns:a16="http://schemas.microsoft.com/office/drawing/2014/main" val="1950340043"/>
                    </a:ext>
                  </a:extLst>
                </a:gridCol>
              </a:tblGrid>
              <a:tr h="370840">
                <a:tc>
                  <a:txBody>
                    <a:bodyPr/>
                    <a:lstStyle/>
                    <a:p>
                      <a:pPr algn="ctr" fontAlgn="ctr">
                        <a:buNone/>
                      </a:pPr>
                      <a:r>
                        <a:rPr lang="en-AS" sz="1100" b="0" u="none" strike="noStrike" dirty="0">
                          <a:solidFill>
                            <a:srgbClr val="000000"/>
                          </a:solidFill>
                          <a:effectLst/>
                        </a:rPr>
                        <a:t>38.8</a:t>
                      </a:r>
                      <a:endParaRPr lang="en-A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780347845"/>
                  </a:ext>
                </a:extLst>
              </a:tr>
            </a:tbl>
          </a:graphicData>
        </a:graphic>
      </p:graphicFrame>
      <p:graphicFrame>
        <p:nvGraphicFramePr>
          <p:cNvPr id="17" name="Table Head">
            <a:extLst>
              <a:ext uri="{FF2B5EF4-FFF2-40B4-BE49-F238E27FC236}">
                <a16:creationId xmlns:a16="http://schemas.microsoft.com/office/drawing/2014/main" id="{D4244B92-24C9-6D68-4E20-2BDEB05F2E0A}"/>
              </a:ext>
            </a:extLst>
          </p:cNvPr>
          <p:cNvGraphicFramePr>
            <a:graphicFrameLocks noGrp="1"/>
          </p:cNvGraphicFramePr>
          <p:nvPr>
            <p:extLst>
              <p:ext uri="{D42A27DB-BD31-4B8C-83A1-F6EECF244321}">
                <p14:modId xmlns:p14="http://schemas.microsoft.com/office/powerpoint/2010/main" val="748880785"/>
              </p:ext>
            </p:extLst>
          </p:nvPr>
        </p:nvGraphicFramePr>
        <p:xfrm>
          <a:off x="1789827" y="1665837"/>
          <a:ext cx="8612347" cy="458574"/>
        </p:xfrm>
        <a:graphic>
          <a:graphicData uri="http://schemas.openxmlformats.org/drawingml/2006/table">
            <a:tbl>
              <a:tblPr firstRow="1" bandRow="1">
                <a:effectLst>
                  <a:outerShdw blurRad="50800" dist="50800" algn="l"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gridCol w="1016000">
                  <a:extLst>
                    <a:ext uri="{9D8B030D-6E8A-4147-A177-3AD203B41FA5}">
                      <a16:colId xmlns:a16="http://schemas.microsoft.com/office/drawing/2014/main" val="1950340043"/>
                    </a:ext>
                  </a:extLst>
                </a:gridCol>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gridCol w="1016000">
                  <a:extLst>
                    <a:ext uri="{9D8B030D-6E8A-4147-A177-3AD203B41FA5}">
                      <a16:colId xmlns:a16="http://schemas.microsoft.com/office/drawing/2014/main" val="353175025"/>
                    </a:ext>
                  </a:extLst>
                </a:gridCol>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458574">
                <a:tc>
                  <a:txBody>
                    <a:bodyPr/>
                    <a:lstStyle/>
                    <a:p>
                      <a:pPr algn="ctr" fontAlgn="ctr">
                        <a:buNone/>
                      </a:pPr>
                      <a:r>
                        <a:rPr lang="en-US" sz="1100" b="0" u="none" strike="noStrike" dirty="0">
                          <a:solidFill>
                            <a:srgbClr val="FFFFFF"/>
                          </a:solidFill>
                          <a:effectLst/>
                        </a:rPr>
                        <a:t>No.</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Method</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PSNR ↑</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SSIM ↑</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MS-SSIM ↑</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VMAF ↑</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BD-Rate ↓ (vs H.264)</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Compression Rate ↑ (vs H.264)</a:t>
                      </a:r>
                      <a:endParaRPr lang="en-US" sz="1100" b="0" i="0" u="none" strike="noStrike" dirty="0">
                        <a:solidFill>
                          <a:srgbClr val="FFFFFF"/>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3739149052"/>
                  </a:ext>
                </a:extLst>
              </a:tr>
            </a:tbl>
          </a:graphicData>
        </a:graphic>
      </p:graphicFrame>
      <p:graphicFrame>
        <p:nvGraphicFramePr>
          <p:cNvPr id="14" name="Table_BCRight">
            <a:extLst>
              <a:ext uri="{FF2B5EF4-FFF2-40B4-BE49-F238E27FC236}">
                <a16:creationId xmlns:a16="http://schemas.microsoft.com/office/drawing/2014/main" id="{3A2774F9-0EAF-A605-7A39-6EA276C5A732}"/>
              </a:ext>
            </a:extLst>
          </p:cNvPr>
          <p:cNvGraphicFramePr>
            <a:graphicFrameLocks noGrp="1"/>
          </p:cNvGraphicFramePr>
          <p:nvPr>
            <p:extLst>
              <p:ext uri="{D42A27DB-BD31-4B8C-83A1-F6EECF244321}">
                <p14:modId xmlns:p14="http://schemas.microsoft.com/office/powerpoint/2010/main" val="2028355183"/>
              </p:ext>
            </p:extLst>
          </p:nvPr>
        </p:nvGraphicFramePr>
        <p:xfrm>
          <a:off x="6870654" y="5089682"/>
          <a:ext cx="1016000" cy="37084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353175025"/>
                    </a:ext>
                  </a:extLst>
                </a:gridCol>
              </a:tblGrid>
              <a:tr h="370840">
                <a:tc>
                  <a:txBody>
                    <a:bodyPr/>
                    <a:lstStyle/>
                    <a:p>
                      <a:pPr marL="0" marR="0" algn="ctr">
                        <a:lnSpc>
                          <a:spcPct val="150000"/>
                        </a:lnSpc>
                        <a:spcAft>
                          <a:spcPts val="800"/>
                        </a:spcAft>
                        <a:buNone/>
                      </a:pPr>
                      <a:r>
                        <a:rPr lang="en-US" sz="1100" kern="100" dirty="0">
                          <a:solidFill>
                            <a:schemeClr val="tx1"/>
                          </a:solidFill>
                          <a:effectLst/>
                        </a:rPr>
                        <a:t>92</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15" name="Table_TCRight">
            <a:extLst>
              <a:ext uri="{FF2B5EF4-FFF2-40B4-BE49-F238E27FC236}">
                <a16:creationId xmlns:a16="http://schemas.microsoft.com/office/drawing/2014/main" id="{F33C3729-A747-5734-55E8-8EAF2653F565}"/>
              </a:ext>
            </a:extLst>
          </p:cNvPr>
          <p:cNvGraphicFramePr>
            <a:graphicFrameLocks noGrp="1"/>
          </p:cNvGraphicFramePr>
          <p:nvPr>
            <p:extLst>
              <p:ext uri="{D42A27DB-BD31-4B8C-83A1-F6EECF244321}">
                <p14:modId xmlns:p14="http://schemas.microsoft.com/office/powerpoint/2010/main" val="3813132497"/>
              </p:ext>
            </p:extLst>
          </p:nvPr>
        </p:nvGraphicFramePr>
        <p:xfrm>
          <a:off x="6870654" y="4348002"/>
          <a:ext cx="1016000" cy="370840"/>
        </p:xfrm>
        <a:graphic>
          <a:graphicData uri="http://schemas.openxmlformats.org/drawingml/2006/table">
            <a:tbl>
              <a:tblPr bandRow="1">
                <a:tableStyleId>{073A0DAA-6AF3-43AB-8588-CEC1D06C72B9}</a:tableStyleId>
              </a:tblPr>
              <a:tblGrid>
                <a:gridCol w="1016000">
                  <a:extLst>
                    <a:ext uri="{9D8B030D-6E8A-4147-A177-3AD203B41FA5}">
                      <a16:colId xmlns:a16="http://schemas.microsoft.com/office/drawing/2014/main" val="353175025"/>
                    </a:ext>
                  </a:extLst>
                </a:gridCol>
              </a:tblGrid>
              <a:tr h="370840">
                <a:tc>
                  <a:txBody>
                    <a:bodyPr/>
                    <a:lstStyle/>
                    <a:p>
                      <a:pPr marL="0" marR="0" algn="ctr">
                        <a:lnSpc>
                          <a:spcPct val="150000"/>
                        </a:lnSpc>
                        <a:spcAft>
                          <a:spcPts val="800"/>
                        </a:spcAft>
                        <a:buNone/>
                      </a:pPr>
                      <a:r>
                        <a:rPr lang="en-US" sz="1100" kern="100" dirty="0">
                          <a:solidFill>
                            <a:schemeClr val="tx1"/>
                          </a:solidFill>
                          <a:effectLst/>
                        </a:rPr>
                        <a:t>93</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bl>
          </a:graphicData>
        </a:graphic>
      </p:graphicFrame>
      <p:graphicFrame>
        <p:nvGraphicFramePr>
          <p:cNvPr id="18" name="Table_RRight">
            <a:extLst>
              <a:ext uri="{FF2B5EF4-FFF2-40B4-BE49-F238E27FC236}">
                <a16:creationId xmlns:a16="http://schemas.microsoft.com/office/drawing/2014/main" id="{447F8B00-13EB-AC92-5E5C-1FB9F34E64E5}"/>
              </a:ext>
            </a:extLst>
          </p:cNvPr>
          <p:cNvGraphicFramePr>
            <a:graphicFrameLocks noGrp="1"/>
          </p:cNvGraphicFramePr>
          <p:nvPr>
            <p:extLst>
              <p:ext uri="{D42A27DB-BD31-4B8C-83A1-F6EECF244321}">
                <p14:modId xmlns:p14="http://schemas.microsoft.com/office/powerpoint/2010/main" val="2994975178"/>
              </p:ext>
            </p:extLst>
          </p:nvPr>
        </p:nvGraphicFramePr>
        <p:xfrm>
          <a:off x="7885827" y="4346432"/>
          <a:ext cx="2516347" cy="741680"/>
        </p:xfrm>
        <a:graphic>
          <a:graphicData uri="http://schemas.openxmlformats.org/drawingml/2006/table">
            <a:tbl>
              <a:tblPr bandRow="1">
                <a:effectLst>
                  <a:outerShdw blurRad="50800" dist="50800" algn="l" rotWithShape="0">
                    <a:prstClr val="black">
                      <a:alpha val="40000"/>
                    </a:prstClr>
                  </a:outerShdw>
                </a:effectLst>
                <a:tableStyleId>{073A0DAA-6AF3-43AB-8588-CEC1D06C72B9}</a:tableStyleId>
              </a:tblPr>
              <a:tblGrid>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370840">
                <a:tc>
                  <a:txBody>
                    <a:bodyPr/>
                    <a:lstStyle/>
                    <a:p>
                      <a:pPr marL="0" marR="0" algn="ctr">
                        <a:lnSpc>
                          <a:spcPct val="150000"/>
                        </a:lnSpc>
                        <a:spcAft>
                          <a:spcPts val="800"/>
                        </a:spcAft>
                        <a:buNone/>
                      </a:pPr>
                      <a:r>
                        <a:rPr lang="en-US" sz="1100" kern="100" dirty="0">
                          <a:solidFill>
                            <a:schemeClr val="tx1"/>
                          </a:solidFill>
                          <a:effectLst/>
                        </a:rPr>
                        <a:t>−75 %</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solidFill>
                            <a:schemeClr val="tx1"/>
                          </a:solidFill>
                          <a:effectLst/>
                        </a:rPr>
                        <a:t>4.00×</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r h="370840">
                <a:tc>
                  <a:txBody>
                    <a:bodyPr/>
                    <a:lstStyle/>
                    <a:p>
                      <a:pPr marL="0" marR="0" algn="ctr">
                        <a:lnSpc>
                          <a:spcPct val="150000"/>
                        </a:lnSpc>
                        <a:spcAft>
                          <a:spcPts val="800"/>
                        </a:spcAft>
                        <a:buNone/>
                      </a:pPr>
                      <a:r>
                        <a:rPr lang="en-US" sz="1100" kern="100" dirty="0">
                          <a:solidFill>
                            <a:schemeClr val="tx1"/>
                          </a:solidFill>
                          <a:effectLst/>
                        </a:rPr>
                        <a:t>−72 %</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solidFill>
                            <a:schemeClr val="tx1"/>
                          </a:solidFill>
                          <a:effectLst/>
                        </a:rPr>
                        <a:t>3.57×</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1838325332"/>
                  </a:ext>
                </a:extLst>
              </a:tr>
            </a:tbl>
          </a:graphicData>
        </a:graphic>
      </p:graphicFrame>
      <p:graphicFrame>
        <p:nvGraphicFramePr>
          <p:cNvPr id="19" name="Table_CRight">
            <a:extLst>
              <a:ext uri="{FF2B5EF4-FFF2-40B4-BE49-F238E27FC236}">
                <a16:creationId xmlns:a16="http://schemas.microsoft.com/office/drawing/2014/main" id="{A5F0FBBC-2ABE-14C3-2103-1EEC404BC50A}"/>
              </a:ext>
            </a:extLst>
          </p:cNvPr>
          <p:cNvGraphicFramePr>
            <a:graphicFrameLocks noGrp="1"/>
          </p:cNvGraphicFramePr>
          <p:nvPr>
            <p:extLst>
              <p:ext uri="{D42A27DB-BD31-4B8C-83A1-F6EECF244321}">
                <p14:modId xmlns:p14="http://schemas.microsoft.com/office/powerpoint/2010/main" val="3332736119"/>
              </p:ext>
            </p:extLst>
          </p:nvPr>
        </p:nvGraphicFramePr>
        <p:xfrm>
          <a:off x="4837827" y="4349572"/>
          <a:ext cx="2032000" cy="111252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tblGrid>
              <a:tr h="370840">
                <a:tc>
                  <a:txBody>
                    <a:bodyPr/>
                    <a:lstStyle/>
                    <a:p>
                      <a:pPr marL="0" marR="0" algn="ctr">
                        <a:lnSpc>
                          <a:spcPct val="150000"/>
                        </a:lnSpc>
                        <a:spcAft>
                          <a:spcPts val="800"/>
                        </a:spcAft>
                        <a:buNone/>
                      </a:pPr>
                      <a:r>
                        <a:rPr lang="en-US" sz="1100" b="0" kern="100" dirty="0">
                          <a:solidFill>
                            <a:schemeClr val="tx1"/>
                          </a:solidFill>
                          <a:effectLst/>
                        </a:rPr>
                        <a:t>0.97</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0" kern="100" dirty="0">
                          <a:solidFill>
                            <a:schemeClr val="tx1"/>
                          </a:solidFill>
                          <a:effectLst/>
                        </a:rPr>
                        <a:t>0.98</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r h="370840">
                <a:tc>
                  <a:txBody>
                    <a:bodyPr/>
                    <a:lstStyle/>
                    <a:p>
                      <a:pPr marL="0" marR="0" algn="ctr">
                        <a:lnSpc>
                          <a:spcPct val="150000"/>
                        </a:lnSpc>
                        <a:spcAft>
                          <a:spcPts val="800"/>
                        </a:spcAft>
                        <a:buNone/>
                      </a:pPr>
                      <a:r>
                        <a:rPr lang="en-US" sz="1100" b="0" kern="100" dirty="0">
                          <a:solidFill>
                            <a:schemeClr val="tx1"/>
                          </a:solidFill>
                          <a:effectLst/>
                        </a:rPr>
                        <a:t>0.97</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0" kern="100" dirty="0">
                          <a:solidFill>
                            <a:schemeClr val="tx1"/>
                          </a:solidFill>
                          <a:effectLst/>
                        </a:rPr>
                        <a:t>0.98</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1838325332"/>
                  </a:ext>
                </a:extLst>
              </a:tr>
              <a:tr h="370840">
                <a:tc>
                  <a:txBody>
                    <a:bodyPr/>
                    <a:lstStyle/>
                    <a:p>
                      <a:pPr marL="0" marR="0" algn="ctr">
                        <a:lnSpc>
                          <a:spcPct val="150000"/>
                        </a:lnSpc>
                        <a:spcAft>
                          <a:spcPts val="800"/>
                        </a:spcAft>
                        <a:buNone/>
                      </a:pPr>
                      <a:r>
                        <a:rPr lang="en-US" sz="1100" b="0" kern="100" dirty="0">
                          <a:solidFill>
                            <a:schemeClr val="tx1"/>
                          </a:solidFill>
                          <a:effectLst/>
                        </a:rPr>
                        <a:t>0.97</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0" kern="100" dirty="0">
                          <a:solidFill>
                            <a:schemeClr val="tx1"/>
                          </a:solidFill>
                          <a:effectLst/>
                        </a:rPr>
                        <a:t>0.98</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20" name="Table_BRight_2_78">
            <a:extLst>
              <a:ext uri="{FF2B5EF4-FFF2-40B4-BE49-F238E27FC236}">
                <a16:creationId xmlns:a16="http://schemas.microsoft.com/office/drawing/2014/main" id="{AD0DB445-43F9-FF67-84A5-039165007188}"/>
              </a:ext>
            </a:extLst>
          </p:cNvPr>
          <p:cNvGraphicFramePr>
            <a:graphicFrameLocks noGrp="1"/>
          </p:cNvGraphicFramePr>
          <p:nvPr>
            <p:extLst>
              <p:ext uri="{D42A27DB-BD31-4B8C-83A1-F6EECF244321}">
                <p14:modId xmlns:p14="http://schemas.microsoft.com/office/powerpoint/2010/main" val="1601883265"/>
              </p:ext>
            </p:extLst>
          </p:nvPr>
        </p:nvGraphicFramePr>
        <p:xfrm>
          <a:off x="7884199" y="5086562"/>
          <a:ext cx="1294725" cy="37080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294725">
                  <a:extLst>
                    <a:ext uri="{9D8B030D-6E8A-4147-A177-3AD203B41FA5}">
                      <a16:colId xmlns:a16="http://schemas.microsoft.com/office/drawing/2014/main" val="418094148"/>
                    </a:ext>
                  </a:extLst>
                </a:gridCol>
              </a:tblGrid>
              <a:tr h="370800">
                <a:tc>
                  <a:txBody>
                    <a:bodyPr/>
                    <a:lstStyle/>
                    <a:p>
                      <a:pPr marL="0" marR="0" algn="ctr">
                        <a:lnSpc>
                          <a:spcPct val="150000"/>
                        </a:lnSpc>
                        <a:spcAft>
                          <a:spcPts val="800"/>
                        </a:spcAft>
                        <a:buNone/>
                      </a:pPr>
                      <a:r>
                        <a:rPr lang="en-US" sz="1100" b="0" kern="100" dirty="0">
                          <a:solidFill>
                            <a:schemeClr val="tx1"/>
                          </a:solidFill>
                          <a:effectLst/>
                        </a:rPr>
                        <a:t>−78 %</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4051" marR="64051" marT="0" marB="0" anchor="ctr"/>
                </a:tc>
                <a:extLst>
                  <a:ext uri="{0D108BD9-81ED-4DB2-BD59-A6C34878D82A}">
                    <a16:rowId xmlns:a16="http://schemas.microsoft.com/office/drawing/2014/main" val="2468728585"/>
                  </a:ext>
                </a:extLst>
              </a:tr>
            </a:tbl>
          </a:graphicData>
        </a:graphic>
      </p:graphicFrame>
      <p:graphicFrame>
        <p:nvGraphicFramePr>
          <p:cNvPr id="21" name="Table_Right_4.55">
            <a:extLst>
              <a:ext uri="{FF2B5EF4-FFF2-40B4-BE49-F238E27FC236}">
                <a16:creationId xmlns:a16="http://schemas.microsoft.com/office/drawing/2014/main" id="{6FE32C55-1239-D027-5C37-B2D0DC574EDE}"/>
              </a:ext>
            </a:extLst>
          </p:cNvPr>
          <p:cNvGraphicFramePr>
            <a:graphicFrameLocks noGrp="1"/>
          </p:cNvGraphicFramePr>
          <p:nvPr>
            <p:extLst>
              <p:ext uri="{D42A27DB-BD31-4B8C-83A1-F6EECF244321}">
                <p14:modId xmlns:p14="http://schemas.microsoft.com/office/powerpoint/2010/main" val="516786873"/>
              </p:ext>
            </p:extLst>
          </p:nvPr>
        </p:nvGraphicFramePr>
        <p:xfrm>
          <a:off x="9178924" y="5086562"/>
          <a:ext cx="1223249" cy="370800"/>
        </p:xfrm>
        <a:graphic>
          <a:graphicData uri="http://schemas.openxmlformats.org/drawingml/2006/table">
            <a:tbl>
              <a:tblPr bandRow="1">
                <a:effectLst>
                  <a:outerShdw blurRad="50800" dist="63500" dir="1800000" algn="tl" rotWithShape="0">
                    <a:prstClr val="black">
                      <a:alpha val="40000"/>
                    </a:prstClr>
                  </a:outerShdw>
                </a:effectLst>
                <a:tableStyleId>{073A0DAA-6AF3-43AB-8588-CEC1D06C72B9}</a:tableStyleId>
              </a:tblPr>
              <a:tblGrid>
                <a:gridCol w="1223249">
                  <a:extLst>
                    <a:ext uri="{9D8B030D-6E8A-4147-A177-3AD203B41FA5}">
                      <a16:colId xmlns:a16="http://schemas.microsoft.com/office/drawing/2014/main" val="1836961150"/>
                    </a:ext>
                  </a:extLst>
                </a:gridCol>
              </a:tblGrid>
              <a:tr h="370800">
                <a:tc>
                  <a:txBody>
                    <a:bodyPr/>
                    <a:lstStyle/>
                    <a:p>
                      <a:pPr marL="0" marR="0" algn="ctr">
                        <a:lnSpc>
                          <a:spcPct val="150000"/>
                        </a:lnSpc>
                        <a:spcAft>
                          <a:spcPts val="800"/>
                        </a:spcAft>
                        <a:buNone/>
                      </a:pPr>
                      <a:r>
                        <a:rPr lang="en-US" sz="1100" b="0" kern="100" dirty="0">
                          <a:solidFill>
                            <a:schemeClr val="tx1"/>
                          </a:solidFill>
                          <a:effectLst/>
                        </a:rPr>
                        <a:t>4.55×</a:t>
                      </a:r>
                      <a:endParaRPr lang="en-US" sz="11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22" name="Table_Right_94">
            <a:extLst>
              <a:ext uri="{FF2B5EF4-FFF2-40B4-BE49-F238E27FC236}">
                <a16:creationId xmlns:a16="http://schemas.microsoft.com/office/drawing/2014/main" id="{B3BC3360-777B-93DE-DF07-7633D06D59DB}"/>
              </a:ext>
            </a:extLst>
          </p:cNvPr>
          <p:cNvGraphicFramePr>
            <a:graphicFrameLocks noGrp="1"/>
          </p:cNvGraphicFramePr>
          <p:nvPr>
            <p:extLst>
              <p:ext uri="{D42A27DB-BD31-4B8C-83A1-F6EECF244321}">
                <p14:modId xmlns:p14="http://schemas.microsoft.com/office/powerpoint/2010/main" val="768561510"/>
              </p:ext>
            </p:extLst>
          </p:nvPr>
        </p:nvGraphicFramePr>
        <p:xfrm>
          <a:off x="6869000" y="4720432"/>
          <a:ext cx="1015200" cy="370800"/>
        </p:xfrm>
        <a:graphic>
          <a:graphicData uri="http://schemas.openxmlformats.org/drawingml/2006/table">
            <a:tbl>
              <a:tblPr bandRow="1">
                <a:tableStyleId>{073A0DAA-6AF3-43AB-8588-CEC1D06C72B9}</a:tableStyleId>
              </a:tblPr>
              <a:tblGrid>
                <a:gridCol w="1015200">
                  <a:extLst>
                    <a:ext uri="{9D8B030D-6E8A-4147-A177-3AD203B41FA5}">
                      <a16:colId xmlns:a16="http://schemas.microsoft.com/office/drawing/2014/main" val="353175025"/>
                    </a:ext>
                  </a:extLst>
                </a:gridCol>
              </a:tblGrid>
              <a:tr h="370800">
                <a:tc>
                  <a:txBody>
                    <a:bodyPr/>
                    <a:lstStyle/>
                    <a:p>
                      <a:pPr marL="0" marR="0" algn="ctr">
                        <a:lnSpc>
                          <a:spcPct val="150000"/>
                        </a:lnSpc>
                        <a:spcAft>
                          <a:spcPts val="800"/>
                        </a:spcAft>
                        <a:buNone/>
                      </a:pPr>
                      <a:r>
                        <a:rPr lang="en-US" sz="1000" b="0" kern="100" dirty="0">
                          <a:solidFill>
                            <a:schemeClr val="tx1"/>
                          </a:solidFill>
                          <a:effectLst/>
                        </a:rPr>
                        <a:t>94</a:t>
                      </a:r>
                      <a:endParaRPr lang="en-US" sz="1000" b="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solidFill>
                      <a:srgbClr val="E7E7E7"/>
                    </a:solidFill>
                  </a:tcPr>
                </a:tc>
                <a:extLst>
                  <a:ext uri="{0D108BD9-81ED-4DB2-BD59-A6C34878D82A}">
                    <a16:rowId xmlns:a16="http://schemas.microsoft.com/office/drawing/2014/main" val="1838325332"/>
                  </a:ext>
                </a:extLst>
              </a:tr>
            </a:tbl>
          </a:graphicData>
        </a:graphic>
      </p:graphicFrame>
      <p:sp>
        <p:nvSpPr>
          <p:cNvPr id="25" name="Title">
            <a:extLst>
              <a:ext uri="{FF2B5EF4-FFF2-40B4-BE49-F238E27FC236}">
                <a16:creationId xmlns:a16="http://schemas.microsoft.com/office/drawing/2014/main" id="{7C0A3517-E5B4-B5CD-74AF-01ED2DC34859}"/>
              </a:ext>
            </a:extLst>
          </p:cNvPr>
          <p:cNvSpPr txBox="1">
            <a:spLocks/>
          </p:cNvSpPr>
          <p:nvPr/>
        </p:nvSpPr>
        <p:spPr>
          <a:xfrm>
            <a:off x="4805407" y="386031"/>
            <a:ext cx="3788648" cy="107721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fontAlgn="base">
              <a:lnSpc>
                <a:spcPct val="100000"/>
              </a:lnSpc>
              <a:spcBef>
                <a:spcPts val="0"/>
              </a:spcBef>
              <a:defRPr/>
            </a:pPr>
            <a:r>
              <a:rPr lang="en-US" sz="3200">
                <a:latin typeface="Times New Roman" panose="02020603050405020304" pitchFamily="18" charset="0"/>
                <a:ea typeface="+mn-ea"/>
                <a:cs typeface="Times New Roman" panose="02020603050405020304" pitchFamily="18" charset="0"/>
              </a:rPr>
              <a:t>Compare Results of Scientific Papers</a:t>
            </a:r>
            <a:endParaRPr lang="en-US" sz="3200" dirty="0">
              <a:latin typeface="Times New Roman" panose="02020603050405020304" pitchFamily="18" charset="0"/>
              <a:ea typeface="+mn-ea"/>
              <a:cs typeface="Times New Roman" panose="02020603050405020304" pitchFamily="18" charset="0"/>
            </a:endParaRPr>
          </a:p>
        </p:txBody>
      </p:sp>
      <p:pic>
        <p:nvPicPr>
          <p:cNvPr id="23" name="Icon" descr="Presentation with pie chart with solid fill">
            <a:extLst>
              <a:ext uri="{FF2B5EF4-FFF2-40B4-BE49-F238E27FC236}">
                <a16:creationId xmlns:a16="http://schemas.microsoft.com/office/drawing/2014/main" id="{06621188-B662-C530-A275-E353CA27DA0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597945" y="467440"/>
            <a:ext cx="914400" cy="914400"/>
          </a:xfrm>
          <a:prstGeom prst="rect">
            <a:avLst/>
          </a:prstGeom>
          <a:effectLst>
            <a:outerShdw blurRad="25400" dist="127000" dir="19800000" sy="23000" kx="-1200000" algn="bl" rotWithShape="0">
              <a:prstClr val="black">
                <a:alpha val="81000"/>
              </a:prstClr>
            </a:outerShdw>
          </a:effectLst>
        </p:spPr>
      </p:pic>
      <p:grpSp>
        <p:nvGrpSpPr>
          <p:cNvPr id="157" name="!!Film_Tabe_2">
            <a:extLst>
              <a:ext uri="{FF2B5EF4-FFF2-40B4-BE49-F238E27FC236}">
                <a16:creationId xmlns:a16="http://schemas.microsoft.com/office/drawing/2014/main" id="{4615EBFB-1915-CC98-941E-AE8C32298A85}"/>
              </a:ext>
            </a:extLst>
          </p:cNvPr>
          <p:cNvGrpSpPr/>
          <p:nvPr/>
        </p:nvGrpSpPr>
        <p:grpSpPr>
          <a:xfrm rot="16200000">
            <a:off x="1630177" y="5512330"/>
            <a:ext cx="21467809" cy="1961092"/>
            <a:chOff x="-5996785" y="2448454"/>
            <a:chExt cx="21467809" cy="1961092"/>
          </a:xfrm>
          <a:effectLst>
            <a:outerShdw blurRad="12700" dist="50800" dir="2700000" algn="tl" rotWithShape="0">
              <a:prstClr val="black">
                <a:alpha val="40000"/>
              </a:prstClr>
            </a:outerShdw>
          </a:effectLst>
        </p:grpSpPr>
        <p:grpSp>
          <p:nvGrpSpPr>
            <p:cNvPr id="158" name="Group 157">
              <a:extLst>
                <a:ext uri="{FF2B5EF4-FFF2-40B4-BE49-F238E27FC236}">
                  <a16:creationId xmlns:a16="http://schemas.microsoft.com/office/drawing/2014/main" id="{DD66A28C-BE06-71AC-950B-14F8D9412A73}"/>
                </a:ext>
              </a:extLst>
            </p:cNvPr>
            <p:cNvGrpSpPr/>
            <p:nvPr/>
          </p:nvGrpSpPr>
          <p:grpSpPr>
            <a:xfrm>
              <a:off x="7372077" y="2448455"/>
              <a:ext cx="2738174" cy="1961091"/>
              <a:chOff x="4726913" y="2438401"/>
              <a:chExt cx="2738174" cy="1961091"/>
            </a:xfrm>
          </p:grpSpPr>
          <p:sp>
            <p:nvSpPr>
              <p:cNvPr id="187" name="Graphic 2" descr="Film strip outline">
                <a:extLst>
                  <a:ext uri="{FF2B5EF4-FFF2-40B4-BE49-F238E27FC236}">
                    <a16:creationId xmlns:a16="http://schemas.microsoft.com/office/drawing/2014/main" id="{ED3E7E7B-90AC-516D-44CC-8AEBF3D795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8" name="Straight Connector 187">
                <a:extLst>
                  <a:ext uri="{FF2B5EF4-FFF2-40B4-BE49-F238E27FC236}">
                    <a16:creationId xmlns:a16="http://schemas.microsoft.com/office/drawing/2014/main" id="{C58EB188-A921-2182-48BF-18F2C89C135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9" name="TextBox 188">
                <a:extLst>
                  <a:ext uri="{FF2B5EF4-FFF2-40B4-BE49-F238E27FC236}">
                    <a16:creationId xmlns:a16="http://schemas.microsoft.com/office/drawing/2014/main" id="{8675662A-D629-9871-4320-828BBA3805D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9" name="Group 158">
              <a:extLst>
                <a:ext uri="{FF2B5EF4-FFF2-40B4-BE49-F238E27FC236}">
                  <a16:creationId xmlns:a16="http://schemas.microsoft.com/office/drawing/2014/main" id="{696361A2-3D99-819A-8A6E-B9D64C8D85F6}"/>
                </a:ext>
              </a:extLst>
            </p:cNvPr>
            <p:cNvGrpSpPr/>
            <p:nvPr/>
          </p:nvGrpSpPr>
          <p:grpSpPr>
            <a:xfrm>
              <a:off x="4702657" y="2448455"/>
              <a:ext cx="2738174" cy="1961091"/>
              <a:chOff x="4726913" y="2438401"/>
              <a:chExt cx="2738174" cy="1961091"/>
            </a:xfrm>
          </p:grpSpPr>
          <p:sp>
            <p:nvSpPr>
              <p:cNvPr id="184" name="Graphic 2" descr="Film strip outline">
                <a:extLst>
                  <a:ext uri="{FF2B5EF4-FFF2-40B4-BE49-F238E27FC236}">
                    <a16:creationId xmlns:a16="http://schemas.microsoft.com/office/drawing/2014/main" id="{ED7125BF-7840-9DF3-B6C0-E7DCCF5D00C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5" name="Straight Connector 184">
                <a:extLst>
                  <a:ext uri="{FF2B5EF4-FFF2-40B4-BE49-F238E27FC236}">
                    <a16:creationId xmlns:a16="http://schemas.microsoft.com/office/drawing/2014/main" id="{82863261-A963-F0AF-27E6-5AC5FF272D6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6" name="TextBox 185">
                <a:extLst>
                  <a:ext uri="{FF2B5EF4-FFF2-40B4-BE49-F238E27FC236}">
                    <a16:creationId xmlns:a16="http://schemas.microsoft.com/office/drawing/2014/main" id="{71AFEF5A-EFE5-0AD9-3FFE-08A906E1201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0" name="Group 159">
              <a:extLst>
                <a:ext uri="{FF2B5EF4-FFF2-40B4-BE49-F238E27FC236}">
                  <a16:creationId xmlns:a16="http://schemas.microsoft.com/office/drawing/2014/main" id="{1334E6A5-1DB5-E66D-D82C-2A0982EEA277}"/>
                </a:ext>
              </a:extLst>
            </p:cNvPr>
            <p:cNvGrpSpPr/>
            <p:nvPr/>
          </p:nvGrpSpPr>
          <p:grpSpPr>
            <a:xfrm>
              <a:off x="12732850" y="2448455"/>
              <a:ext cx="2738174" cy="1961091"/>
              <a:chOff x="4726913" y="2438401"/>
              <a:chExt cx="2738174" cy="1961091"/>
            </a:xfrm>
          </p:grpSpPr>
          <p:sp>
            <p:nvSpPr>
              <p:cNvPr id="181" name="Graphic 2" descr="Film strip outline">
                <a:extLst>
                  <a:ext uri="{FF2B5EF4-FFF2-40B4-BE49-F238E27FC236}">
                    <a16:creationId xmlns:a16="http://schemas.microsoft.com/office/drawing/2014/main" id="{78A322DA-55F2-1CF5-F2C5-9229A59B67B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2" name="Straight Connector 181">
                <a:extLst>
                  <a:ext uri="{FF2B5EF4-FFF2-40B4-BE49-F238E27FC236}">
                    <a16:creationId xmlns:a16="http://schemas.microsoft.com/office/drawing/2014/main" id="{D6D8CE2A-1CB3-641C-8460-F7AD41C1638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3" name="TextBox 182">
                <a:extLst>
                  <a:ext uri="{FF2B5EF4-FFF2-40B4-BE49-F238E27FC236}">
                    <a16:creationId xmlns:a16="http://schemas.microsoft.com/office/drawing/2014/main" id="{6B21E513-8968-3284-F4B0-D658BF5B7A4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1" name="Group 160">
              <a:extLst>
                <a:ext uri="{FF2B5EF4-FFF2-40B4-BE49-F238E27FC236}">
                  <a16:creationId xmlns:a16="http://schemas.microsoft.com/office/drawing/2014/main" id="{04E8ECAE-C961-6A81-1E9E-CB3E561F6D65}"/>
                </a:ext>
              </a:extLst>
            </p:cNvPr>
            <p:cNvGrpSpPr/>
            <p:nvPr/>
          </p:nvGrpSpPr>
          <p:grpSpPr>
            <a:xfrm>
              <a:off x="10063430" y="2448455"/>
              <a:ext cx="2738174" cy="1961091"/>
              <a:chOff x="4726913" y="2438401"/>
              <a:chExt cx="2738174" cy="1961091"/>
            </a:xfrm>
          </p:grpSpPr>
          <p:sp>
            <p:nvSpPr>
              <p:cNvPr id="178" name="Graphic 2" descr="Film strip outline">
                <a:extLst>
                  <a:ext uri="{FF2B5EF4-FFF2-40B4-BE49-F238E27FC236}">
                    <a16:creationId xmlns:a16="http://schemas.microsoft.com/office/drawing/2014/main" id="{A2B828AB-2ACB-9A8A-82C9-8A6BC30C2B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9" name="Straight Connector 178">
                <a:extLst>
                  <a:ext uri="{FF2B5EF4-FFF2-40B4-BE49-F238E27FC236}">
                    <a16:creationId xmlns:a16="http://schemas.microsoft.com/office/drawing/2014/main" id="{80503291-2D25-9768-4955-C112B2348FD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0" name="TextBox 179">
                <a:extLst>
                  <a:ext uri="{FF2B5EF4-FFF2-40B4-BE49-F238E27FC236}">
                    <a16:creationId xmlns:a16="http://schemas.microsoft.com/office/drawing/2014/main" id="{C103F7DA-3785-D8F9-84B4-202ADAF3D64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2" name="Group 161">
              <a:extLst>
                <a:ext uri="{FF2B5EF4-FFF2-40B4-BE49-F238E27FC236}">
                  <a16:creationId xmlns:a16="http://schemas.microsoft.com/office/drawing/2014/main" id="{158849A0-37A0-67DB-88EC-ED0F0F88C2C7}"/>
                </a:ext>
              </a:extLst>
            </p:cNvPr>
            <p:cNvGrpSpPr/>
            <p:nvPr/>
          </p:nvGrpSpPr>
          <p:grpSpPr>
            <a:xfrm>
              <a:off x="-3327365" y="2448454"/>
              <a:ext cx="2738174" cy="1961091"/>
              <a:chOff x="4726913" y="2438401"/>
              <a:chExt cx="2738174" cy="1961091"/>
            </a:xfrm>
          </p:grpSpPr>
          <p:sp>
            <p:nvSpPr>
              <p:cNvPr id="175" name="Graphic 2" descr="Film strip outline">
                <a:extLst>
                  <a:ext uri="{FF2B5EF4-FFF2-40B4-BE49-F238E27FC236}">
                    <a16:creationId xmlns:a16="http://schemas.microsoft.com/office/drawing/2014/main" id="{3679BF64-7DAB-B896-D7CF-E2506833E8A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6" name="Straight Connector 175">
                <a:extLst>
                  <a:ext uri="{FF2B5EF4-FFF2-40B4-BE49-F238E27FC236}">
                    <a16:creationId xmlns:a16="http://schemas.microsoft.com/office/drawing/2014/main" id="{872C3A98-000A-8FF1-4D26-2B6E2642453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7" name="TextBox 176">
                <a:extLst>
                  <a:ext uri="{FF2B5EF4-FFF2-40B4-BE49-F238E27FC236}">
                    <a16:creationId xmlns:a16="http://schemas.microsoft.com/office/drawing/2014/main" id="{F36F99AB-4246-7CAB-CBCC-C31EE51624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3" name="Group 162">
              <a:extLst>
                <a:ext uri="{FF2B5EF4-FFF2-40B4-BE49-F238E27FC236}">
                  <a16:creationId xmlns:a16="http://schemas.microsoft.com/office/drawing/2014/main" id="{BF6699A9-AD81-1793-C37D-88C90CB65724}"/>
                </a:ext>
              </a:extLst>
            </p:cNvPr>
            <p:cNvGrpSpPr/>
            <p:nvPr/>
          </p:nvGrpSpPr>
          <p:grpSpPr>
            <a:xfrm>
              <a:off x="-5996785" y="2448454"/>
              <a:ext cx="2738174" cy="1961091"/>
              <a:chOff x="4726913" y="2438401"/>
              <a:chExt cx="2738174" cy="1961091"/>
            </a:xfrm>
          </p:grpSpPr>
          <p:sp>
            <p:nvSpPr>
              <p:cNvPr id="172" name="Graphic 2" descr="Film strip outline">
                <a:extLst>
                  <a:ext uri="{FF2B5EF4-FFF2-40B4-BE49-F238E27FC236}">
                    <a16:creationId xmlns:a16="http://schemas.microsoft.com/office/drawing/2014/main" id="{6BE1208B-1EE3-33CF-8952-5379F1562D6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3" name="Straight Connector 172">
                <a:extLst>
                  <a:ext uri="{FF2B5EF4-FFF2-40B4-BE49-F238E27FC236}">
                    <a16:creationId xmlns:a16="http://schemas.microsoft.com/office/drawing/2014/main" id="{D64653F1-4CDC-FFB2-71C9-7DF0F029518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4" name="TextBox 173">
                <a:extLst>
                  <a:ext uri="{FF2B5EF4-FFF2-40B4-BE49-F238E27FC236}">
                    <a16:creationId xmlns:a16="http://schemas.microsoft.com/office/drawing/2014/main" id="{BD7AA141-5D3E-D198-700B-270B2A669DD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4" name="Group 163">
              <a:extLst>
                <a:ext uri="{FF2B5EF4-FFF2-40B4-BE49-F238E27FC236}">
                  <a16:creationId xmlns:a16="http://schemas.microsoft.com/office/drawing/2014/main" id="{EC5EB1FA-F858-AE5D-949E-29634C050F9D}"/>
                </a:ext>
              </a:extLst>
            </p:cNvPr>
            <p:cNvGrpSpPr/>
            <p:nvPr/>
          </p:nvGrpSpPr>
          <p:grpSpPr>
            <a:xfrm>
              <a:off x="2033408" y="2448454"/>
              <a:ext cx="2738174" cy="1961091"/>
              <a:chOff x="4726913" y="2438401"/>
              <a:chExt cx="2738174" cy="1961091"/>
            </a:xfrm>
          </p:grpSpPr>
          <p:sp>
            <p:nvSpPr>
              <p:cNvPr id="169" name="Graphic 2" descr="Film strip outline">
                <a:extLst>
                  <a:ext uri="{FF2B5EF4-FFF2-40B4-BE49-F238E27FC236}">
                    <a16:creationId xmlns:a16="http://schemas.microsoft.com/office/drawing/2014/main" id="{A9673C91-1D41-C1B9-4ABD-47D6176092E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0" name="Straight Connector 169">
                <a:extLst>
                  <a:ext uri="{FF2B5EF4-FFF2-40B4-BE49-F238E27FC236}">
                    <a16:creationId xmlns:a16="http://schemas.microsoft.com/office/drawing/2014/main" id="{7AB4A81D-6874-78EC-7FBF-9F030B89D65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1" name="TextBox 170">
                <a:extLst>
                  <a:ext uri="{FF2B5EF4-FFF2-40B4-BE49-F238E27FC236}">
                    <a16:creationId xmlns:a16="http://schemas.microsoft.com/office/drawing/2014/main" id="{19EC3301-B5CA-CC72-099E-E16E024AAFF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5" name="Group 164">
              <a:extLst>
                <a:ext uri="{FF2B5EF4-FFF2-40B4-BE49-F238E27FC236}">
                  <a16:creationId xmlns:a16="http://schemas.microsoft.com/office/drawing/2014/main" id="{E0AA318A-9FA7-CC3A-07BB-468C68F21532}"/>
                </a:ext>
              </a:extLst>
            </p:cNvPr>
            <p:cNvGrpSpPr/>
            <p:nvPr/>
          </p:nvGrpSpPr>
          <p:grpSpPr>
            <a:xfrm>
              <a:off x="-636012" y="2448454"/>
              <a:ext cx="2738174" cy="1961091"/>
              <a:chOff x="4726913" y="2438401"/>
              <a:chExt cx="2738174" cy="1961091"/>
            </a:xfrm>
          </p:grpSpPr>
          <p:sp>
            <p:nvSpPr>
              <p:cNvPr id="166" name="Graphic 2" descr="Film strip outline">
                <a:extLst>
                  <a:ext uri="{FF2B5EF4-FFF2-40B4-BE49-F238E27FC236}">
                    <a16:creationId xmlns:a16="http://schemas.microsoft.com/office/drawing/2014/main" id="{E43C1C8F-AD9C-BEDC-7D7E-50C2AD40EA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7" name="Straight Connector 166">
                <a:extLst>
                  <a:ext uri="{FF2B5EF4-FFF2-40B4-BE49-F238E27FC236}">
                    <a16:creationId xmlns:a16="http://schemas.microsoft.com/office/drawing/2014/main" id="{35731E6F-8F23-2CCC-A361-0873C8243D6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8" name="TextBox 167">
                <a:extLst>
                  <a:ext uri="{FF2B5EF4-FFF2-40B4-BE49-F238E27FC236}">
                    <a16:creationId xmlns:a16="http://schemas.microsoft.com/office/drawing/2014/main" id="{104C4C7B-DF9E-5402-16D7-C876BF96C57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90" name="!!Film_Tabe_1">
            <a:extLst>
              <a:ext uri="{FF2B5EF4-FFF2-40B4-BE49-F238E27FC236}">
                <a16:creationId xmlns:a16="http://schemas.microsoft.com/office/drawing/2014/main" id="{66111BDF-209F-480B-8699-7F8EB02514C9}"/>
              </a:ext>
            </a:extLst>
          </p:cNvPr>
          <p:cNvGrpSpPr/>
          <p:nvPr/>
        </p:nvGrpSpPr>
        <p:grpSpPr>
          <a:xfrm rot="16200000">
            <a:off x="-10905983" y="-186799"/>
            <a:ext cx="21467809" cy="1961092"/>
            <a:chOff x="-5996785" y="2448454"/>
            <a:chExt cx="21467809" cy="1961092"/>
          </a:xfrm>
          <a:effectLst>
            <a:outerShdw blurRad="12700" dist="50800" dir="2700000" algn="tl" rotWithShape="0">
              <a:schemeClr val="tx1">
                <a:alpha val="40000"/>
              </a:schemeClr>
            </a:outerShdw>
          </a:effectLst>
        </p:grpSpPr>
        <p:grpSp>
          <p:nvGrpSpPr>
            <p:cNvPr id="191" name="Group 190">
              <a:extLst>
                <a:ext uri="{FF2B5EF4-FFF2-40B4-BE49-F238E27FC236}">
                  <a16:creationId xmlns:a16="http://schemas.microsoft.com/office/drawing/2014/main" id="{7C3BA077-1D99-B829-E8F6-5C4EA62A2B32}"/>
                </a:ext>
              </a:extLst>
            </p:cNvPr>
            <p:cNvGrpSpPr/>
            <p:nvPr/>
          </p:nvGrpSpPr>
          <p:grpSpPr>
            <a:xfrm>
              <a:off x="7372077" y="2448455"/>
              <a:ext cx="2738174" cy="1961091"/>
              <a:chOff x="4726913" y="2438401"/>
              <a:chExt cx="2738174" cy="1961091"/>
            </a:xfrm>
          </p:grpSpPr>
          <p:sp>
            <p:nvSpPr>
              <p:cNvPr id="220" name="Graphic 2" descr="Film strip outline">
                <a:extLst>
                  <a:ext uri="{FF2B5EF4-FFF2-40B4-BE49-F238E27FC236}">
                    <a16:creationId xmlns:a16="http://schemas.microsoft.com/office/drawing/2014/main" id="{8D1CA3F0-5759-054B-E4C0-DF044F09588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1" name="Straight Connector 220">
                <a:extLst>
                  <a:ext uri="{FF2B5EF4-FFF2-40B4-BE49-F238E27FC236}">
                    <a16:creationId xmlns:a16="http://schemas.microsoft.com/office/drawing/2014/main" id="{ED3EA965-18A8-EED8-067F-9B8CA686510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2" name="TextBox 221">
                <a:extLst>
                  <a:ext uri="{FF2B5EF4-FFF2-40B4-BE49-F238E27FC236}">
                    <a16:creationId xmlns:a16="http://schemas.microsoft.com/office/drawing/2014/main" id="{E73E7EDA-E18E-CEC8-7A9A-27E097FB85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2" name="Group 191">
              <a:extLst>
                <a:ext uri="{FF2B5EF4-FFF2-40B4-BE49-F238E27FC236}">
                  <a16:creationId xmlns:a16="http://schemas.microsoft.com/office/drawing/2014/main" id="{2C85B9E5-2D48-9F00-62AA-07E9DB4E6EF9}"/>
                </a:ext>
              </a:extLst>
            </p:cNvPr>
            <p:cNvGrpSpPr/>
            <p:nvPr/>
          </p:nvGrpSpPr>
          <p:grpSpPr>
            <a:xfrm>
              <a:off x="4702657" y="2448455"/>
              <a:ext cx="2738174" cy="1961091"/>
              <a:chOff x="4726913" y="2438401"/>
              <a:chExt cx="2738174" cy="1961091"/>
            </a:xfrm>
          </p:grpSpPr>
          <p:sp>
            <p:nvSpPr>
              <p:cNvPr id="217" name="Graphic 2" descr="Film strip outline">
                <a:extLst>
                  <a:ext uri="{FF2B5EF4-FFF2-40B4-BE49-F238E27FC236}">
                    <a16:creationId xmlns:a16="http://schemas.microsoft.com/office/drawing/2014/main" id="{EA2B6617-8BF5-86E2-AA0E-4F65C88568E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8" name="Straight Connector 217">
                <a:extLst>
                  <a:ext uri="{FF2B5EF4-FFF2-40B4-BE49-F238E27FC236}">
                    <a16:creationId xmlns:a16="http://schemas.microsoft.com/office/drawing/2014/main" id="{547E1375-DA14-40F2-0771-20A2D67238A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9" name="TextBox 218">
                <a:extLst>
                  <a:ext uri="{FF2B5EF4-FFF2-40B4-BE49-F238E27FC236}">
                    <a16:creationId xmlns:a16="http://schemas.microsoft.com/office/drawing/2014/main" id="{019B13D0-8199-F64C-E1A9-C9D69A0A4B1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3" name="Group 192">
              <a:extLst>
                <a:ext uri="{FF2B5EF4-FFF2-40B4-BE49-F238E27FC236}">
                  <a16:creationId xmlns:a16="http://schemas.microsoft.com/office/drawing/2014/main" id="{A1E4F5AB-D151-B811-53D7-7084479E1F4F}"/>
                </a:ext>
              </a:extLst>
            </p:cNvPr>
            <p:cNvGrpSpPr/>
            <p:nvPr/>
          </p:nvGrpSpPr>
          <p:grpSpPr>
            <a:xfrm>
              <a:off x="12732850" y="2448455"/>
              <a:ext cx="2738174" cy="1961091"/>
              <a:chOff x="4726913" y="2438401"/>
              <a:chExt cx="2738174" cy="1961091"/>
            </a:xfrm>
          </p:grpSpPr>
          <p:sp>
            <p:nvSpPr>
              <p:cNvPr id="214" name="Graphic 2" descr="Film strip outline">
                <a:extLst>
                  <a:ext uri="{FF2B5EF4-FFF2-40B4-BE49-F238E27FC236}">
                    <a16:creationId xmlns:a16="http://schemas.microsoft.com/office/drawing/2014/main" id="{7F65CA4D-2174-B69A-1230-E136260EA01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5" name="Straight Connector 214">
                <a:extLst>
                  <a:ext uri="{FF2B5EF4-FFF2-40B4-BE49-F238E27FC236}">
                    <a16:creationId xmlns:a16="http://schemas.microsoft.com/office/drawing/2014/main" id="{10C99E1C-4BBC-A62E-8539-8090B0248C8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6" name="TextBox 215">
                <a:extLst>
                  <a:ext uri="{FF2B5EF4-FFF2-40B4-BE49-F238E27FC236}">
                    <a16:creationId xmlns:a16="http://schemas.microsoft.com/office/drawing/2014/main" id="{AF23D8F9-8B02-BEAA-C773-A76593E7452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4" name="Group 193">
              <a:extLst>
                <a:ext uri="{FF2B5EF4-FFF2-40B4-BE49-F238E27FC236}">
                  <a16:creationId xmlns:a16="http://schemas.microsoft.com/office/drawing/2014/main" id="{AC8557C1-64C8-A075-DC46-E8C60A10F4A7}"/>
                </a:ext>
              </a:extLst>
            </p:cNvPr>
            <p:cNvGrpSpPr/>
            <p:nvPr/>
          </p:nvGrpSpPr>
          <p:grpSpPr>
            <a:xfrm>
              <a:off x="10063430" y="2448455"/>
              <a:ext cx="2738174" cy="1961091"/>
              <a:chOff x="4726913" y="2438401"/>
              <a:chExt cx="2738174" cy="1961091"/>
            </a:xfrm>
          </p:grpSpPr>
          <p:sp>
            <p:nvSpPr>
              <p:cNvPr id="211" name="Graphic 2" descr="Film strip outline">
                <a:extLst>
                  <a:ext uri="{FF2B5EF4-FFF2-40B4-BE49-F238E27FC236}">
                    <a16:creationId xmlns:a16="http://schemas.microsoft.com/office/drawing/2014/main" id="{B2DBF763-E8E0-832A-20AA-236581ABC50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2" name="Straight Connector 211">
                <a:extLst>
                  <a:ext uri="{FF2B5EF4-FFF2-40B4-BE49-F238E27FC236}">
                    <a16:creationId xmlns:a16="http://schemas.microsoft.com/office/drawing/2014/main" id="{565EB253-7DF3-7B11-E944-A9E48D9B2E9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3" name="TextBox 212">
                <a:extLst>
                  <a:ext uri="{FF2B5EF4-FFF2-40B4-BE49-F238E27FC236}">
                    <a16:creationId xmlns:a16="http://schemas.microsoft.com/office/drawing/2014/main" id="{1981D516-6162-92B5-B82B-266DFD8E191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5" name="Group 194">
              <a:extLst>
                <a:ext uri="{FF2B5EF4-FFF2-40B4-BE49-F238E27FC236}">
                  <a16:creationId xmlns:a16="http://schemas.microsoft.com/office/drawing/2014/main" id="{3910C4DB-86C2-FBA9-664D-B955E5B28FB1}"/>
                </a:ext>
              </a:extLst>
            </p:cNvPr>
            <p:cNvGrpSpPr/>
            <p:nvPr/>
          </p:nvGrpSpPr>
          <p:grpSpPr>
            <a:xfrm>
              <a:off x="-3327365" y="2448454"/>
              <a:ext cx="2738174" cy="1961091"/>
              <a:chOff x="4726913" y="2438401"/>
              <a:chExt cx="2738174" cy="1961091"/>
            </a:xfrm>
          </p:grpSpPr>
          <p:sp>
            <p:nvSpPr>
              <p:cNvPr id="208" name="Graphic 2" descr="Film strip outline">
                <a:extLst>
                  <a:ext uri="{FF2B5EF4-FFF2-40B4-BE49-F238E27FC236}">
                    <a16:creationId xmlns:a16="http://schemas.microsoft.com/office/drawing/2014/main" id="{7BF94883-E2CF-86A2-611A-11A7F05B3E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9" name="Straight Connector 208">
                <a:extLst>
                  <a:ext uri="{FF2B5EF4-FFF2-40B4-BE49-F238E27FC236}">
                    <a16:creationId xmlns:a16="http://schemas.microsoft.com/office/drawing/2014/main" id="{546867EA-E5F3-125F-00CA-E649DFE2D2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0" name="TextBox 209">
                <a:extLst>
                  <a:ext uri="{FF2B5EF4-FFF2-40B4-BE49-F238E27FC236}">
                    <a16:creationId xmlns:a16="http://schemas.microsoft.com/office/drawing/2014/main" id="{A3B8CB3E-1E90-6F62-9F5E-11B6A4A1DFC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6" name="Group 195">
              <a:extLst>
                <a:ext uri="{FF2B5EF4-FFF2-40B4-BE49-F238E27FC236}">
                  <a16:creationId xmlns:a16="http://schemas.microsoft.com/office/drawing/2014/main" id="{6F498702-86C3-6121-9DBB-E2338B687A86}"/>
                </a:ext>
              </a:extLst>
            </p:cNvPr>
            <p:cNvGrpSpPr/>
            <p:nvPr/>
          </p:nvGrpSpPr>
          <p:grpSpPr>
            <a:xfrm>
              <a:off x="-5996785" y="2448454"/>
              <a:ext cx="2738174" cy="1961091"/>
              <a:chOff x="4726913" y="2438401"/>
              <a:chExt cx="2738174" cy="1961091"/>
            </a:xfrm>
          </p:grpSpPr>
          <p:sp>
            <p:nvSpPr>
              <p:cNvPr id="205" name="Graphic 2" descr="Film strip outline">
                <a:extLst>
                  <a:ext uri="{FF2B5EF4-FFF2-40B4-BE49-F238E27FC236}">
                    <a16:creationId xmlns:a16="http://schemas.microsoft.com/office/drawing/2014/main" id="{B4513141-7D99-5378-42B7-575073896F7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6" name="Straight Connector 205">
                <a:extLst>
                  <a:ext uri="{FF2B5EF4-FFF2-40B4-BE49-F238E27FC236}">
                    <a16:creationId xmlns:a16="http://schemas.microsoft.com/office/drawing/2014/main" id="{622DBADB-F8CC-4FDA-91F7-DF140D9AE10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7" name="TextBox 206">
                <a:extLst>
                  <a:ext uri="{FF2B5EF4-FFF2-40B4-BE49-F238E27FC236}">
                    <a16:creationId xmlns:a16="http://schemas.microsoft.com/office/drawing/2014/main" id="{79A6F45C-2966-33B2-7BED-F990A05DAC6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7" name="Group 196">
              <a:extLst>
                <a:ext uri="{FF2B5EF4-FFF2-40B4-BE49-F238E27FC236}">
                  <a16:creationId xmlns:a16="http://schemas.microsoft.com/office/drawing/2014/main" id="{15063F9F-CBE1-84C1-418B-77747ED08DB6}"/>
                </a:ext>
              </a:extLst>
            </p:cNvPr>
            <p:cNvGrpSpPr/>
            <p:nvPr/>
          </p:nvGrpSpPr>
          <p:grpSpPr>
            <a:xfrm>
              <a:off x="2033408" y="2448454"/>
              <a:ext cx="2738174" cy="1961091"/>
              <a:chOff x="4726913" y="2438401"/>
              <a:chExt cx="2738174" cy="1961091"/>
            </a:xfrm>
          </p:grpSpPr>
          <p:sp>
            <p:nvSpPr>
              <p:cNvPr id="202" name="Graphic 2" descr="Film strip outline">
                <a:extLst>
                  <a:ext uri="{FF2B5EF4-FFF2-40B4-BE49-F238E27FC236}">
                    <a16:creationId xmlns:a16="http://schemas.microsoft.com/office/drawing/2014/main" id="{324DA659-0328-C13C-AF65-8A38BEDA95E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3" name="Straight Connector 202">
                <a:extLst>
                  <a:ext uri="{FF2B5EF4-FFF2-40B4-BE49-F238E27FC236}">
                    <a16:creationId xmlns:a16="http://schemas.microsoft.com/office/drawing/2014/main" id="{4556CF3B-3579-2C92-C4DC-EE52AB485C1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4" name="TextBox 203">
                <a:extLst>
                  <a:ext uri="{FF2B5EF4-FFF2-40B4-BE49-F238E27FC236}">
                    <a16:creationId xmlns:a16="http://schemas.microsoft.com/office/drawing/2014/main" id="{905B6FFE-7DD8-9AFD-94E4-AD54ADC31E8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8" name="Group 197">
              <a:extLst>
                <a:ext uri="{FF2B5EF4-FFF2-40B4-BE49-F238E27FC236}">
                  <a16:creationId xmlns:a16="http://schemas.microsoft.com/office/drawing/2014/main" id="{7DDD00DF-44DB-4FFB-8FE0-856683AEF02B}"/>
                </a:ext>
              </a:extLst>
            </p:cNvPr>
            <p:cNvGrpSpPr/>
            <p:nvPr/>
          </p:nvGrpSpPr>
          <p:grpSpPr>
            <a:xfrm>
              <a:off x="-636012" y="2448454"/>
              <a:ext cx="2738174" cy="1961091"/>
              <a:chOff x="4726913" y="2438401"/>
              <a:chExt cx="2738174" cy="1961091"/>
            </a:xfrm>
          </p:grpSpPr>
          <p:sp>
            <p:nvSpPr>
              <p:cNvPr id="199" name="Graphic 2" descr="Film strip outline">
                <a:extLst>
                  <a:ext uri="{FF2B5EF4-FFF2-40B4-BE49-F238E27FC236}">
                    <a16:creationId xmlns:a16="http://schemas.microsoft.com/office/drawing/2014/main" id="{1ADD84DA-6F50-7AC4-F177-A240CFE7B99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0" name="Straight Connector 199">
                <a:extLst>
                  <a:ext uri="{FF2B5EF4-FFF2-40B4-BE49-F238E27FC236}">
                    <a16:creationId xmlns:a16="http://schemas.microsoft.com/office/drawing/2014/main" id="{D34C3D2A-F534-E68C-2209-6682CD7623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1" name="TextBox 200">
                <a:extLst>
                  <a:ext uri="{FF2B5EF4-FFF2-40B4-BE49-F238E27FC236}">
                    <a16:creationId xmlns:a16="http://schemas.microsoft.com/office/drawing/2014/main" id="{DB1015C6-271C-D903-D652-1F9458F0964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19380342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par>
                                <p:cTn id="12" presetID="10" presetClass="entr" presetSubtype="0" fill="hold" nodeType="withEffect">
                                  <p:stCondLst>
                                    <p:cond delay="25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par>
                                <p:cTn id="15" presetID="10" presetClass="entr" presetSubtype="0" fill="hold" nodeType="withEffect">
                                  <p:stCondLst>
                                    <p:cond delay="25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nodeType="withEffect">
                                  <p:stCondLst>
                                    <p:cond delay="25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25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nodeType="withEffect">
                                  <p:stCondLst>
                                    <p:cond delay="25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25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25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nodeType="withEffect">
                                  <p:stCondLst>
                                    <p:cond delay="25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25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par>
                                <p:cTn id="39" presetID="10" presetClass="entr" presetSubtype="0" fill="hold" nodeType="withEffect">
                                  <p:stCondLst>
                                    <p:cond delay="25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nodeType="withEffect">
                                  <p:stCondLst>
                                    <p:cond delay="25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F33621-F20B-38AF-18EF-E45F625EC127}"/>
            </a:ext>
          </a:extLst>
        </p:cNvPr>
        <p:cNvGrpSpPr/>
        <p:nvPr/>
      </p:nvGrpSpPr>
      <p:grpSpPr>
        <a:xfrm>
          <a:off x="0" y="0"/>
          <a:ext cx="0" cy="0"/>
          <a:chOff x="0" y="0"/>
          <a:chExt cx="0" cy="0"/>
        </a:xfrm>
      </p:grpSpPr>
      <p:pic>
        <p:nvPicPr>
          <p:cNvPr id="3" name="Icon" descr="Presentation with pie chart with solid fill">
            <a:extLst>
              <a:ext uri="{FF2B5EF4-FFF2-40B4-BE49-F238E27FC236}">
                <a16:creationId xmlns:a16="http://schemas.microsoft.com/office/drawing/2014/main" id="{33EB0C7B-A258-DA8E-E396-9725A006387D}"/>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611305" y="-666356"/>
            <a:ext cx="6248401" cy="6248402"/>
          </a:xfrm>
          <a:prstGeom prst="rect">
            <a:avLst/>
          </a:prstGeom>
        </p:spPr>
      </p:pic>
      <p:sp>
        <p:nvSpPr>
          <p:cNvPr id="10" name="Slide Number Placeholder 24">
            <a:extLst>
              <a:ext uri="{FF2B5EF4-FFF2-40B4-BE49-F238E27FC236}">
                <a16:creationId xmlns:a16="http://schemas.microsoft.com/office/drawing/2014/main" id="{D65F790B-33ED-0A95-0087-DBA1F4D2823D}"/>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22</a:t>
            </a:fld>
            <a:endParaRPr lang="en-AS" dirty="0"/>
          </a:p>
        </p:txBody>
      </p:sp>
      <p:graphicFrame>
        <p:nvGraphicFramePr>
          <p:cNvPr id="23" name="Table_Tale">
            <a:extLst>
              <a:ext uri="{FF2B5EF4-FFF2-40B4-BE49-F238E27FC236}">
                <a16:creationId xmlns:a16="http://schemas.microsoft.com/office/drawing/2014/main" id="{B8C64C9F-D747-608F-864A-B64B60D1EF9D}"/>
              </a:ext>
            </a:extLst>
          </p:cNvPr>
          <p:cNvGraphicFramePr>
            <a:graphicFrameLocks noGrp="1"/>
          </p:cNvGraphicFramePr>
          <p:nvPr>
            <p:extLst>
              <p:ext uri="{D42A27DB-BD31-4B8C-83A1-F6EECF244321}">
                <p14:modId xmlns:p14="http://schemas.microsoft.com/office/powerpoint/2010/main" val="4047080141"/>
              </p:ext>
            </p:extLst>
          </p:nvPr>
        </p:nvGraphicFramePr>
        <p:xfrm>
          <a:off x="3821827" y="4718842"/>
          <a:ext cx="1016000" cy="741680"/>
        </p:xfrm>
        <a:graphic>
          <a:graphicData uri="http://schemas.openxmlformats.org/drawingml/2006/table">
            <a:tbl>
              <a:tblPr bandRow="1" bandCol="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1950340043"/>
                    </a:ext>
                  </a:extLst>
                </a:gridCol>
              </a:tblGrid>
              <a:tr h="370840">
                <a:tc>
                  <a:txBody>
                    <a:bodyPr/>
                    <a:lstStyle/>
                    <a:p>
                      <a:pPr algn="ctr" fontAlgn="ctr">
                        <a:buNone/>
                      </a:pPr>
                      <a:r>
                        <a:rPr lang="en-AS" sz="1100" b="0" u="none" strike="noStrike" dirty="0">
                          <a:solidFill>
                            <a:srgbClr val="000000"/>
                          </a:solidFill>
                          <a:effectLst/>
                        </a:rPr>
                        <a:t>38.</a:t>
                      </a:r>
                      <a:r>
                        <a:rPr lang="en-US" sz="1100" b="0" u="none" strike="noStrike" dirty="0">
                          <a:solidFill>
                            <a:srgbClr val="000000"/>
                          </a:solidFill>
                          <a:effectLst/>
                        </a:rPr>
                        <a:t>3</a:t>
                      </a:r>
                      <a:endParaRPr lang="en-AS" sz="1100" b="0" i="0" u="none" strike="noStrike" dirty="0">
                        <a:solidFill>
                          <a:srgbClr val="000000"/>
                        </a:solidFill>
                        <a:effectLst/>
                        <a:latin typeface="Aptos Narrow" panose="020B0004020202020204" pitchFamily="34" charset="0"/>
                      </a:endParaRPr>
                    </a:p>
                  </a:txBody>
                  <a:tcPr marL="9525" marR="9525" marT="9525" marB="0" anchor="ctr">
                    <a:solidFill>
                      <a:srgbClr val="E7E7E7"/>
                    </a:solidFill>
                  </a:tcPr>
                </a:tc>
                <a:extLst>
                  <a:ext uri="{0D108BD9-81ED-4DB2-BD59-A6C34878D82A}">
                    <a16:rowId xmlns:a16="http://schemas.microsoft.com/office/drawing/2014/main" val="1838325332"/>
                  </a:ext>
                </a:extLst>
              </a:tr>
              <a:tr h="370840">
                <a:tc>
                  <a:txBody>
                    <a:bodyPr/>
                    <a:lstStyle/>
                    <a:p>
                      <a:pPr algn="ctr" fontAlgn="ctr">
                        <a:buNone/>
                      </a:pPr>
                      <a:r>
                        <a:rPr lang="en-AS" sz="1100" b="0" u="none" strike="noStrike" dirty="0">
                          <a:solidFill>
                            <a:srgbClr val="000000"/>
                          </a:solidFill>
                          <a:effectLst/>
                        </a:rPr>
                        <a:t>38.6</a:t>
                      </a:r>
                      <a:endParaRPr lang="en-A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2468728585"/>
                  </a:ext>
                </a:extLst>
              </a:tr>
            </a:tbl>
          </a:graphicData>
        </a:graphic>
      </p:graphicFrame>
      <p:graphicFrame>
        <p:nvGraphicFramePr>
          <p:cNvPr id="24" name="Table_BCRight">
            <a:extLst>
              <a:ext uri="{FF2B5EF4-FFF2-40B4-BE49-F238E27FC236}">
                <a16:creationId xmlns:a16="http://schemas.microsoft.com/office/drawing/2014/main" id="{B40B9290-7981-12B1-2418-D1A4F2B90E16}"/>
              </a:ext>
            </a:extLst>
          </p:cNvPr>
          <p:cNvGraphicFramePr>
            <a:graphicFrameLocks noGrp="1"/>
          </p:cNvGraphicFramePr>
          <p:nvPr>
            <p:extLst>
              <p:ext uri="{D42A27DB-BD31-4B8C-83A1-F6EECF244321}">
                <p14:modId xmlns:p14="http://schemas.microsoft.com/office/powerpoint/2010/main" val="923410181"/>
              </p:ext>
            </p:extLst>
          </p:nvPr>
        </p:nvGraphicFramePr>
        <p:xfrm>
          <a:off x="6870654" y="5089682"/>
          <a:ext cx="1016000" cy="37084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353175025"/>
                    </a:ext>
                  </a:extLst>
                </a:gridCol>
              </a:tblGrid>
              <a:tr h="370840">
                <a:tc>
                  <a:txBody>
                    <a:bodyPr/>
                    <a:lstStyle/>
                    <a:p>
                      <a:pPr marL="0" marR="0" algn="ctr">
                        <a:lnSpc>
                          <a:spcPct val="150000"/>
                        </a:lnSpc>
                        <a:spcAft>
                          <a:spcPts val="800"/>
                        </a:spcAft>
                        <a:buNone/>
                      </a:pPr>
                      <a:r>
                        <a:rPr lang="en-US" sz="1100" kern="100" dirty="0">
                          <a:solidFill>
                            <a:schemeClr val="tx1"/>
                          </a:solidFill>
                          <a:effectLst/>
                        </a:rPr>
                        <a:t>92</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26" name="Table_TCRight">
            <a:extLst>
              <a:ext uri="{FF2B5EF4-FFF2-40B4-BE49-F238E27FC236}">
                <a16:creationId xmlns:a16="http://schemas.microsoft.com/office/drawing/2014/main" id="{A1F85DCC-3D06-4357-8436-C54EE06146D5}"/>
              </a:ext>
            </a:extLst>
          </p:cNvPr>
          <p:cNvGraphicFramePr>
            <a:graphicFrameLocks noGrp="1"/>
          </p:cNvGraphicFramePr>
          <p:nvPr>
            <p:extLst>
              <p:ext uri="{D42A27DB-BD31-4B8C-83A1-F6EECF244321}">
                <p14:modId xmlns:p14="http://schemas.microsoft.com/office/powerpoint/2010/main" val="2464429028"/>
              </p:ext>
            </p:extLst>
          </p:nvPr>
        </p:nvGraphicFramePr>
        <p:xfrm>
          <a:off x="6870654" y="4348002"/>
          <a:ext cx="1016000" cy="370840"/>
        </p:xfrm>
        <a:graphic>
          <a:graphicData uri="http://schemas.openxmlformats.org/drawingml/2006/table">
            <a:tbl>
              <a:tblPr bandRow="1">
                <a:tableStyleId>{073A0DAA-6AF3-43AB-8588-CEC1D06C72B9}</a:tableStyleId>
              </a:tblPr>
              <a:tblGrid>
                <a:gridCol w="1016000">
                  <a:extLst>
                    <a:ext uri="{9D8B030D-6E8A-4147-A177-3AD203B41FA5}">
                      <a16:colId xmlns:a16="http://schemas.microsoft.com/office/drawing/2014/main" val="353175025"/>
                    </a:ext>
                  </a:extLst>
                </a:gridCol>
              </a:tblGrid>
              <a:tr h="370840">
                <a:tc>
                  <a:txBody>
                    <a:bodyPr/>
                    <a:lstStyle/>
                    <a:p>
                      <a:pPr marL="0" marR="0" algn="ctr">
                        <a:lnSpc>
                          <a:spcPct val="150000"/>
                        </a:lnSpc>
                        <a:spcAft>
                          <a:spcPts val="800"/>
                        </a:spcAft>
                        <a:buNone/>
                      </a:pPr>
                      <a:r>
                        <a:rPr lang="en-US" sz="1100" kern="100" dirty="0">
                          <a:solidFill>
                            <a:schemeClr val="tx1"/>
                          </a:solidFill>
                          <a:effectLst/>
                        </a:rPr>
                        <a:t>93</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bl>
          </a:graphicData>
        </a:graphic>
      </p:graphicFrame>
      <p:graphicFrame>
        <p:nvGraphicFramePr>
          <p:cNvPr id="27" name="Table_RRight">
            <a:extLst>
              <a:ext uri="{FF2B5EF4-FFF2-40B4-BE49-F238E27FC236}">
                <a16:creationId xmlns:a16="http://schemas.microsoft.com/office/drawing/2014/main" id="{9304BD4B-E319-3872-4AC6-3E7281C77170}"/>
              </a:ext>
            </a:extLst>
          </p:cNvPr>
          <p:cNvGraphicFramePr>
            <a:graphicFrameLocks noGrp="1"/>
          </p:cNvGraphicFramePr>
          <p:nvPr>
            <p:extLst>
              <p:ext uri="{D42A27DB-BD31-4B8C-83A1-F6EECF244321}">
                <p14:modId xmlns:p14="http://schemas.microsoft.com/office/powerpoint/2010/main" val="3130049190"/>
              </p:ext>
            </p:extLst>
          </p:nvPr>
        </p:nvGraphicFramePr>
        <p:xfrm>
          <a:off x="7885827" y="4346432"/>
          <a:ext cx="2516347" cy="741680"/>
        </p:xfrm>
        <a:graphic>
          <a:graphicData uri="http://schemas.openxmlformats.org/drawingml/2006/table">
            <a:tbl>
              <a:tblPr bandRow="1">
                <a:effectLst>
                  <a:outerShdw blurRad="50800" dist="38100" algn="l" rotWithShape="0">
                    <a:prstClr val="black">
                      <a:alpha val="40000"/>
                    </a:prstClr>
                  </a:outerShdw>
                </a:effectLst>
                <a:tableStyleId>{073A0DAA-6AF3-43AB-8588-CEC1D06C72B9}</a:tableStyleId>
              </a:tblPr>
              <a:tblGrid>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370840">
                <a:tc>
                  <a:txBody>
                    <a:bodyPr/>
                    <a:lstStyle/>
                    <a:p>
                      <a:pPr marL="0" marR="0" algn="ctr">
                        <a:lnSpc>
                          <a:spcPct val="150000"/>
                        </a:lnSpc>
                        <a:spcAft>
                          <a:spcPts val="800"/>
                        </a:spcAft>
                        <a:buNone/>
                      </a:pPr>
                      <a:r>
                        <a:rPr lang="en-US" sz="1100" kern="100" dirty="0">
                          <a:solidFill>
                            <a:schemeClr val="tx1"/>
                          </a:solidFill>
                          <a:effectLst/>
                        </a:rPr>
                        <a:t>−75 %</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solidFill>
                            <a:schemeClr val="tx1"/>
                          </a:solidFill>
                          <a:effectLst/>
                        </a:rPr>
                        <a:t>4.00×</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r h="370840">
                <a:tc>
                  <a:txBody>
                    <a:bodyPr/>
                    <a:lstStyle/>
                    <a:p>
                      <a:pPr marL="0" marR="0" algn="ctr">
                        <a:lnSpc>
                          <a:spcPct val="150000"/>
                        </a:lnSpc>
                        <a:spcAft>
                          <a:spcPts val="800"/>
                        </a:spcAft>
                        <a:buNone/>
                      </a:pPr>
                      <a:r>
                        <a:rPr lang="en-US" sz="1100" kern="100" dirty="0">
                          <a:solidFill>
                            <a:schemeClr val="tx1"/>
                          </a:solidFill>
                          <a:effectLst/>
                        </a:rPr>
                        <a:t>−72 %</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solidFill>
                            <a:schemeClr val="tx1"/>
                          </a:solidFill>
                          <a:effectLst/>
                        </a:rPr>
                        <a:t>3.57×</a:t>
                      </a:r>
                      <a:endParaRPr lang="en-US" sz="1100"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1838325332"/>
                  </a:ext>
                </a:extLst>
              </a:tr>
            </a:tbl>
          </a:graphicData>
        </a:graphic>
      </p:graphicFrame>
      <p:graphicFrame>
        <p:nvGraphicFramePr>
          <p:cNvPr id="28" name="Table_CRight">
            <a:extLst>
              <a:ext uri="{FF2B5EF4-FFF2-40B4-BE49-F238E27FC236}">
                <a16:creationId xmlns:a16="http://schemas.microsoft.com/office/drawing/2014/main" id="{697BE099-E0B3-FA52-F3B0-456532060708}"/>
              </a:ext>
            </a:extLst>
          </p:cNvPr>
          <p:cNvGraphicFramePr>
            <a:graphicFrameLocks noGrp="1"/>
          </p:cNvGraphicFramePr>
          <p:nvPr>
            <p:extLst>
              <p:ext uri="{D42A27DB-BD31-4B8C-83A1-F6EECF244321}">
                <p14:modId xmlns:p14="http://schemas.microsoft.com/office/powerpoint/2010/main" val="4144864175"/>
              </p:ext>
            </p:extLst>
          </p:nvPr>
        </p:nvGraphicFramePr>
        <p:xfrm>
          <a:off x="4837827" y="4349572"/>
          <a:ext cx="2032000" cy="111252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tblGrid>
              <a:tr h="370840">
                <a:tc>
                  <a:txBody>
                    <a:bodyPr/>
                    <a:lstStyle/>
                    <a:p>
                      <a:pPr marL="0" marR="0" algn="ctr">
                        <a:lnSpc>
                          <a:spcPct val="150000"/>
                        </a:lnSpc>
                        <a:spcAft>
                          <a:spcPts val="800"/>
                        </a:spcAft>
                        <a:buNone/>
                      </a:pPr>
                      <a:r>
                        <a:rPr lang="en-US" sz="1100" b="1" kern="100" dirty="0">
                          <a:solidFill>
                            <a:schemeClr val="tx1"/>
                          </a:solidFill>
                          <a:effectLst/>
                        </a:rPr>
                        <a:t>0.97</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1" kern="100" dirty="0">
                          <a:solidFill>
                            <a:schemeClr val="tx1"/>
                          </a:solidFill>
                          <a:effectLst/>
                        </a:rPr>
                        <a:t>0.98</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780347845"/>
                  </a:ext>
                </a:extLst>
              </a:tr>
              <a:tr h="370840">
                <a:tc>
                  <a:txBody>
                    <a:bodyPr/>
                    <a:lstStyle/>
                    <a:p>
                      <a:pPr marL="0" marR="0" algn="ctr">
                        <a:lnSpc>
                          <a:spcPct val="150000"/>
                        </a:lnSpc>
                        <a:spcAft>
                          <a:spcPts val="800"/>
                        </a:spcAft>
                        <a:buNone/>
                      </a:pPr>
                      <a:r>
                        <a:rPr lang="en-US" sz="1100" b="1" kern="100" dirty="0">
                          <a:solidFill>
                            <a:schemeClr val="tx1"/>
                          </a:solidFill>
                          <a:effectLst/>
                        </a:rPr>
                        <a:t>0.97</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1" kern="100" dirty="0">
                          <a:solidFill>
                            <a:schemeClr val="tx1"/>
                          </a:solidFill>
                          <a:effectLst/>
                        </a:rPr>
                        <a:t>0.98</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1838325332"/>
                  </a:ext>
                </a:extLst>
              </a:tr>
              <a:tr h="370840">
                <a:tc>
                  <a:txBody>
                    <a:bodyPr/>
                    <a:lstStyle/>
                    <a:p>
                      <a:pPr marL="0" marR="0" algn="ctr">
                        <a:lnSpc>
                          <a:spcPct val="150000"/>
                        </a:lnSpc>
                        <a:spcAft>
                          <a:spcPts val="800"/>
                        </a:spcAft>
                        <a:buNone/>
                      </a:pPr>
                      <a:r>
                        <a:rPr lang="en-US" sz="1100" b="1" kern="100" dirty="0">
                          <a:solidFill>
                            <a:schemeClr val="tx1"/>
                          </a:solidFill>
                          <a:effectLst/>
                        </a:rPr>
                        <a:t>0.97</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b="1" kern="100" dirty="0">
                          <a:solidFill>
                            <a:schemeClr val="tx1"/>
                          </a:solidFill>
                          <a:effectLst/>
                        </a:rPr>
                        <a:t>0.98</a:t>
                      </a:r>
                      <a:endParaRPr lang="en-US" sz="11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29" name="Table_Left">
            <a:extLst>
              <a:ext uri="{FF2B5EF4-FFF2-40B4-BE49-F238E27FC236}">
                <a16:creationId xmlns:a16="http://schemas.microsoft.com/office/drawing/2014/main" id="{F9E69C18-0AA9-13ED-28E9-A89510BE0CC0}"/>
              </a:ext>
            </a:extLst>
          </p:cNvPr>
          <p:cNvGraphicFramePr>
            <a:graphicFrameLocks noGrp="1"/>
          </p:cNvGraphicFramePr>
          <p:nvPr>
            <p:extLst>
              <p:ext uri="{D42A27DB-BD31-4B8C-83A1-F6EECF244321}">
                <p14:modId xmlns:p14="http://schemas.microsoft.com/office/powerpoint/2010/main" val="3175396214"/>
              </p:ext>
            </p:extLst>
          </p:nvPr>
        </p:nvGraphicFramePr>
        <p:xfrm>
          <a:off x="1789827" y="4349572"/>
          <a:ext cx="2032000" cy="111252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tblGrid>
              <a:tr h="370840">
                <a:tc>
                  <a:txBody>
                    <a:bodyPr/>
                    <a:lstStyle/>
                    <a:p>
                      <a:pPr algn="ctr" fontAlgn="ctr">
                        <a:buNone/>
                      </a:pPr>
                      <a:r>
                        <a:rPr lang="en-US" sz="1100" b="0" u="none" strike="noStrike" dirty="0">
                          <a:solidFill>
                            <a:srgbClr val="000000"/>
                          </a:solidFill>
                          <a:effectLst/>
                        </a:rPr>
                        <a:t>4</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l" fontAlgn="ctr">
                        <a:buNone/>
                      </a:pPr>
                      <a:r>
                        <a:rPr lang="en-US" sz="1100" b="0" u="none" strike="noStrike" dirty="0">
                          <a:solidFill>
                            <a:srgbClr val="000000"/>
                          </a:solidFill>
                          <a:effectLst/>
                        </a:rPr>
                        <a:t>Alpha VC (2022)</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780347845"/>
                  </a:ext>
                </a:extLst>
              </a:tr>
              <a:tr h="370840">
                <a:tc>
                  <a:txBody>
                    <a:bodyPr/>
                    <a:lstStyle/>
                    <a:p>
                      <a:pPr algn="ctr" fontAlgn="ctr">
                        <a:buNone/>
                      </a:pPr>
                      <a:r>
                        <a:rPr lang="en-AS" sz="1100" b="0" u="none" strike="noStrike">
                          <a:solidFill>
                            <a:srgbClr val="000000"/>
                          </a:solidFill>
                          <a:effectLst/>
                        </a:rPr>
                        <a:t>8</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HVFVC (2023)</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1838325332"/>
                  </a:ext>
                </a:extLst>
              </a:tr>
              <a:tr h="370840">
                <a:tc>
                  <a:txBody>
                    <a:bodyPr/>
                    <a:lstStyle/>
                    <a:p>
                      <a:pPr algn="ctr" fontAlgn="ctr">
                        <a:buNone/>
                      </a:pPr>
                      <a:r>
                        <a:rPr lang="en-AS" sz="1100" b="0" u="none" strike="noStrike">
                          <a:solidFill>
                            <a:srgbClr val="000000"/>
                          </a:solidFill>
                          <a:effectLst/>
                        </a:rPr>
                        <a:t>9</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Two-Stage Learning (2024)</a:t>
                      </a:r>
                      <a:endParaRPr lang="en-US" sz="1100" b="0"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2468728585"/>
                  </a:ext>
                </a:extLst>
              </a:tr>
            </a:tbl>
          </a:graphicData>
        </a:graphic>
      </p:graphicFrame>
      <p:graphicFrame>
        <p:nvGraphicFramePr>
          <p:cNvPr id="31" name="Table Body_1">
            <a:extLst>
              <a:ext uri="{FF2B5EF4-FFF2-40B4-BE49-F238E27FC236}">
                <a16:creationId xmlns:a16="http://schemas.microsoft.com/office/drawing/2014/main" id="{DF84D3BE-A010-6D87-4F43-899E60472BE9}"/>
              </a:ext>
            </a:extLst>
          </p:cNvPr>
          <p:cNvGraphicFramePr>
            <a:graphicFrameLocks noGrp="1"/>
          </p:cNvGraphicFramePr>
          <p:nvPr>
            <p:extLst>
              <p:ext uri="{D42A27DB-BD31-4B8C-83A1-F6EECF244321}">
                <p14:modId xmlns:p14="http://schemas.microsoft.com/office/powerpoint/2010/main" val="592285683"/>
              </p:ext>
            </p:extLst>
          </p:nvPr>
        </p:nvGraphicFramePr>
        <p:xfrm>
          <a:off x="1789827" y="2125498"/>
          <a:ext cx="8612347" cy="2225040"/>
        </p:xfrm>
        <a:graphic>
          <a:graphicData uri="http://schemas.openxmlformats.org/drawingml/2006/table">
            <a:tbl>
              <a:tblPr bandRow="1">
                <a:effectLst>
                  <a:outerShdw blurRad="50800" dist="38100" algn="l"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gridCol w="1016000">
                  <a:extLst>
                    <a:ext uri="{9D8B030D-6E8A-4147-A177-3AD203B41FA5}">
                      <a16:colId xmlns:a16="http://schemas.microsoft.com/office/drawing/2014/main" val="1950340043"/>
                    </a:ext>
                  </a:extLst>
                </a:gridCol>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gridCol w="1016000">
                  <a:extLst>
                    <a:ext uri="{9D8B030D-6E8A-4147-A177-3AD203B41FA5}">
                      <a16:colId xmlns:a16="http://schemas.microsoft.com/office/drawing/2014/main" val="353175025"/>
                    </a:ext>
                  </a:extLst>
                </a:gridCol>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370840">
                <a:tc>
                  <a:txBody>
                    <a:bodyPr/>
                    <a:lstStyle/>
                    <a:p>
                      <a:pPr algn="ctr" fontAlgn="ctr">
                        <a:buNone/>
                      </a:pPr>
                      <a:r>
                        <a:rPr lang="en-AS" sz="1100" b="0" u="none" strike="noStrike" dirty="0">
                          <a:solidFill>
                            <a:srgbClr val="000000"/>
                          </a:solidFill>
                          <a:effectLst/>
                        </a:rPr>
                        <a:t>1</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H.264 (AVC)</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dirty="0">
                          <a:effectLst/>
                        </a:rPr>
                        <a:t>34.2</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0.89</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0.91</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78</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1.00×</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165549535"/>
                  </a:ext>
                </a:extLst>
              </a:tr>
              <a:tr h="370840">
                <a:tc>
                  <a:txBody>
                    <a:bodyPr/>
                    <a:lstStyle/>
                    <a:p>
                      <a:pPr algn="ctr" fontAlgn="ctr">
                        <a:buNone/>
                      </a:pPr>
                      <a:r>
                        <a:rPr lang="en-AS" sz="1100" b="0" u="none" strike="noStrike">
                          <a:solidFill>
                            <a:srgbClr val="000000"/>
                          </a:solidFill>
                          <a:effectLst/>
                        </a:rPr>
                        <a:t>2</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H.265 (HEVC)</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dirty="0">
                          <a:effectLst/>
                        </a:rPr>
                        <a:t>35.8</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0.92</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85</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1.33×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18882799"/>
                  </a:ext>
                </a:extLst>
              </a:tr>
              <a:tr h="370840">
                <a:tc>
                  <a:txBody>
                    <a:bodyPr/>
                    <a:lstStyle/>
                    <a:p>
                      <a:pPr algn="ctr" fontAlgn="ctr">
                        <a:buNone/>
                      </a:pPr>
                      <a:r>
                        <a:rPr lang="en-AS" sz="1100" b="0" u="none" strike="noStrike">
                          <a:solidFill>
                            <a:srgbClr val="000000"/>
                          </a:solidFill>
                          <a:effectLst/>
                        </a:rPr>
                        <a:t>3</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DVC (2019)</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dirty="0">
                          <a:effectLst/>
                        </a:rPr>
                        <a:t>36.2</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0.94</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86</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−40 %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1.67×</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3072339475"/>
                  </a:ext>
                </a:extLst>
              </a:tr>
              <a:tr h="370840">
                <a:tc>
                  <a:txBody>
                    <a:bodyPr/>
                    <a:lstStyle/>
                    <a:p>
                      <a:pPr algn="ctr" fontAlgn="ctr">
                        <a:buNone/>
                      </a:pPr>
                      <a:r>
                        <a:rPr lang="en-AS" sz="1100" b="0" u="none" strike="noStrike">
                          <a:solidFill>
                            <a:srgbClr val="000000"/>
                          </a:solidFill>
                          <a:effectLst/>
                        </a:rPr>
                        <a:t>4</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Scale-Space Flow (2020)</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36.9</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0.94</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0.95</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88</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−55 %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2.22×</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52209871"/>
                  </a:ext>
                </a:extLst>
              </a:tr>
              <a:tr h="370840">
                <a:tc>
                  <a:txBody>
                    <a:bodyPr/>
                    <a:lstStyle/>
                    <a:p>
                      <a:pPr algn="ctr" fontAlgn="ctr">
                        <a:buNone/>
                      </a:pPr>
                      <a:r>
                        <a:rPr lang="en-AS" sz="1100" b="0" u="none" strike="noStrike">
                          <a:solidFill>
                            <a:srgbClr val="000000"/>
                          </a:solidFill>
                          <a:effectLst/>
                        </a:rPr>
                        <a:t>5</a:t>
                      </a:r>
                      <a:endParaRPr lang="en-AS" sz="1100" b="0" i="0" u="none" strike="noStrike">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Sandwiched VC (2023)</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37.3</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0.95</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0.96</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90</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−65 %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2.86×</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872988102"/>
                  </a:ext>
                </a:extLst>
              </a:tr>
              <a:tr h="370840">
                <a:tc>
                  <a:txBody>
                    <a:bodyPr/>
                    <a:lstStyle/>
                    <a:p>
                      <a:pPr algn="ctr" fontAlgn="ctr">
                        <a:buNone/>
                      </a:pPr>
                      <a:r>
                        <a:rPr lang="en-AS" sz="1100" b="0" u="none" strike="noStrike" dirty="0">
                          <a:solidFill>
                            <a:srgbClr val="000000"/>
                          </a:solidFill>
                          <a:effectLst/>
                        </a:rPr>
                        <a:t>6</a:t>
                      </a:r>
                      <a:endParaRPr lang="en-A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000000"/>
                          </a:solidFill>
                          <a:effectLst/>
                        </a:rPr>
                        <a:t>FVC (2021)</a:t>
                      </a:r>
                      <a:endParaRPr lang="en-US" sz="1100" b="0" i="0" u="none" strike="noStrike" dirty="0">
                        <a:solidFill>
                          <a:srgbClr val="000000"/>
                        </a:solidFill>
                        <a:effectLst/>
                        <a:latin typeface="Aptos Narrow" panose="020B0004020202020204" pitchFamily="34" charset="0"/>
                      </a:endParaRPr>
                    </a:p>
                  </a:txBody>
                  <a:tcPr marL="9525" marR="9525" marT="9525" marB="0" anchor="ctr"/>
                </a:tc>
                <a:tc>
                  <a:txBody>
                    <a:bodyPr/>
                    <a:lstStyle/>
                    <a:p>
                      <a:pPr marL="0" marR="0" algn="ctr">
                        <a:lnSpc>
                          <a:spcPct val="150000"/>
                        </a:lnSpc>
                        <a:spcAft>
                          <a:spcPts val="800"/>
                        </a:spcAft>
                        <a:buNone/>
                      </a:pPr>
                      <a:r>
                        <a:rPr lang="en-US" sz="1100" kern="100">
                          <a:effectLst/>
                        </a:rPr>
                        <a:t>38.0</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0.96</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a:effectLst/>
                        </a:rPr>
                        <a:t>0.97</a:t>
                      </a:r>
                      <a:endParaRPr lang="en-US" sz="1100" kern="10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91</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−70 %</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tc>
                  <a:txBody>
                    <a:bodyPr/>
                    <a:lstStyle/>
                    <a:p>
                      <a:pPr marL="0" marR="0" algn="ctr">
                        <a:lnSpc>
                          <a:spcPct val="150000"/>
                        </a:lnSpc>
                        <a:spcAft>
                          <a:spcPts val="800"/>
                        </a:spcAft>
                        <a:buNone/>
                      </a:pPr>
                      <a:r>
                        <a:rPr lang="en-US" sz="1100" kern="100" dirty="0">
                          <a:effectLst/>
                        </a:rPr>
                        <a:t>3.33×</a:t>
                      </a:r>
                      <a:endParaRPr lang="en-US" sz="1100" kern="100" dirty="0">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3702640663"/>
                  </a:ext>
                </a:extLst>
              </a:tr>
            </a:tbl>
          </a:graphicData>
        </a:graphic>
      </p:graphicFrame>
      <p:graphicFrame>
        <p:nvGraphicFramePr>
          <p:cNvPr id="32" name="Table_BRight_2_78">
            <a:extLst>
              <a:ext uri="{FF2B5EF4-FFF2-40B4-BE49-F238E27FC236}">
                <a16:creationId xmlns:a16="http://schemas.microsoft.com/office/drawing/2014/main" id="{6BF23690-9C9B-323C-B4C9-74AD8CC89FA2}"/>
              </a:ext>
            </a:extLst>
          </p:cNvPr>
          <p:cNvGraphicFramePr>
            <a:graphicFrameLocks noGrp="1"/>
          </p:cNvGraphicFramePr>
          <p:nvPr>
            <p:extLst>
              <p:ext uri="{D42A27DB-BD31-4B8C-83A1-F6EECF244321}">
                <p14:modId xmlns:p14="http://schemas.microsoft.com/office/powerpoint/2010/main" val="476504806"/>
              </p:ext>
            </p:extLst>
          </p:nvPr>
        </p:nvGraphicFramePr>
        <p:xfrm>
          <a:off x="7870327" y="5088112"/>
          <a:ext cx="1313175" cy="529200"/>
        </p:xfrm>
        <a:graphic>
          <a:graphicData uri="http://schemas.openxmlformats.org/drawingml/2006/table">
            <a:tbl>
              <a:tblPr bandRow="1">
                <a:effectLst>
                  <a:outerShdw blurRad="50800" dist="38100" dir="5400000" algn="t" rotWithShape="0">
                    <a:prstClr val="black">
                      <a:alpha val="40000"/>
                    </a:prstClr>
                  </a:outerShdw>
                </a:effectLst>
                <a:tableStyleId>{073A0DAA-6AF3-43AB-8588-CEC1D06C72B9}</a:tableStyleId>
              </a:tblPr>
              <a:tblGrid>
                <a:gridCol w="1313175">
                  <a:extLst>
                    <a:ext uri="{9D8B030D-6E8A-4147-A177-3AD203B41FA5}">
                      <a16:colId xmlns:a16="http://schemas.microsoft.com/office/drawing/2014/main" val="418094148"/>
                    </a:ext>
                  </a:extLst>
                </a:gridCol>
              </a:tblGrid>
              <a:tr h="529200">
                <a:tc>
                  <a:txBody>
                    <a:bodyPr/>
                    <a:lstStyle/>
                    <a:p>
                      <a:pPr marL="0" marR="0" algn="ctr">
                        <a:lnSpc>
                          <a:spcPct val="150000"/>
                        </a:lnSpc>
                        <a:spcAft>
                          <a:spcPts val="800"/>
                        </a:spcAft>
                        <a:buNone/>
                      </a:pPr>
                      <a:r>
                        <a:rPr lang="en-US" sz="1400" b="1" kern="100" dirty="0">
                          <a:solidFill>
                            <a:schemeClr val="tx1"/>
                          </a:solidFill>
                          <a:effectLst/>
                        </a:rPr>
                        <a:t>−78 %</a:t>
                      </a:r>
                      <a:endParaRPr lang="en-US" sz="14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4051" marR="64051" marT="0" marB="0" anchor="ctr"/>
                </a:tc>
                <a:extLst>
                  <a:ext uri="{0D108BD9-81ED-4DB2-BD59-A6C34878D82A}">
                    <a16:rowId xmlns:a16="http://schemas.microsoft.com/office/drawing/2014/main" val="2468728585"/>
                  </a:ext>
                </a:extLst>
              </a:tr>
            </a:tbl>
          </a:graphicData>
        </a:graphic>
      </p:graphicFrame>
      <p:graphicFrame>
        <p:nvGraphicFramePr>
          <p:cNvPr id="33" name="Table_Right_4.55">
            <a:extLst>
              <a:ext uri="{FF2B5EF4-FFF2-40B4-BE49-F238E27FC236}">
                <a16:creationId xmlns:a16="http://schemas.microsoft.com/office/drawing/2014/main" id="{DCEE0C2F-5B3F-B9F5-1F70-92B6D7C51CBB}"/>
              </a:ext>
            </a:extLst>
          </p:cNvPr>
          <p:cNvGraphicFramePr>
            <a:graphicFrameLocks noGrp="1"/>
          </p:cNvGraphicFramePr>
          <p:nvPr>
            <p:extLst>
              <p:ext uri="{D42A27DB-BD31-4B8C-83A1-F6EECF244321}">
                <p14:modId xmlns:p14="http://schemas.microsoft.com/office/powerpoint/2010/main" val="1323516515"/>
              </p:ext>
            </p:extLst>
          </p:nvPr>
        </p:nvGraphicFramePr>
        <p:xfrm>
          <a:off x="9181121" y="5088112"/>
          <a:ext cx="1321298" cy="529200"/>
        </p:xfrm>
        <a:graphic>
          <a:graphicData uri="http://schemas.openxmlformats.org/drawingml/2006/table">
            <a:tbl>
              <a:tblPr bandRow="1">
                <a:effectLst>
                  <a:outerShdw blurRad="50800" dist="38100" dir="2700000" algn="tl" rotWithShape="0">
                    <a:prstClr val="black">
                      <a:alpha val="40000"/>
                    </a:prstClr>
                  </a:outerShdw>
                </a:effectLst>
                <a:tableStyleId>{073A0DAA-6AF3-43AB-8588-CEC1D06C72B9}</a:tableStyleId>
              </a:tblPr>
              <a:tblGrid>
                <a:gridCol w="1321298">
                  <a:extLst>
                    <a:ext uri="{9D8B030D-6E8A-4147-A177-3AD203B41FA5}">
                      <a16:colId xmlns:a16="http://schemas.microsoft.com/office/drawing/2014/main" val="1836961150"/>
                    </a:ext>
                  </a:extLst>
                </a:gridCol>
              </a:tblGrid>
              <a:tr h="529200">
                <a:tc>
                  <a:txBody>
                    <a:bodyPr/>
                    <a:lstStyle/>
                    <a:p>
                      <a:pPr marL="0" marR="0" algn="ctr">
                        <a:lnSpc>
                          <a:spcPct val="150000"/>
                        </a:lnSpc>
                        <a:spcAft>
                          <a:spcPts val="800"/>
                        </a:spcAft>
                        <a:buNone/>
                      </a:pPr>
                      <a:r>
                        <a:rPr lang="en-US" sz="1400" b="1" kern="100" dirty="0">
                          <a:solidFill>
                            <a:schemeClr val="tx1"/>
                          </a:solidFill>
                          <a:effectLst/>
                        </a:rPr>
                        <a:t>4.55×</a:t>
                      </a:r>
                      <a:endParaRPr lang="en-US" sz="14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44884" marR="44884" marT="0" marB="0" anchor="ctr"/>
                </a:tc>
                <a:extLst>
                  <a:ext uri="{0D108BD9-81ED-4DB2-BD59-A6C34878D82A}">
                    <a16:rowId xmlns:a16="http://schemas.microsoft.com/office/drawing/2014/main" val="2468728585"/>
                  </a:ext>
                </a:extLst>
              </a:tr>
            </a:tbl>
          </a:graphicData>
        </a:graphic>
      </p:graphicFrame>
      <p:graphicFrame>
        <p:nvGraphicFramePr>
          <p:cNvPr id="34" name="Main Body_2">
            <a:extLst>
              <a:ext uri="{FF2B5EF4-FFF2-40B4-BE49-F238E27FC236}">
                <a16:creationId xmlns:a16="http://schemas.microsoft.com/office/drawing/2014/main" id="{9BA71523-A93A-923F-D381-64B40A4EA48D}"/>
              </a:ext>
            </a:extLst>
          </p:cNvPr>
          <p:cNvGraphicFramePr>
            <a:graphicFrameLocks noGrp="1"/>
          </p:cNvGraphicFramePr>
          <p:nvPr>
            <p:extLst>
              <p:ext uri="{D42A27DB-BD31-4B8C-83A1-F6EECF244321}">
                <p14:modId xmlns:p14="http://schemas.microsoft.com/office/powerpoint/2010/main" val="1805791241"/>
              </p:ext>
            </p:extLst>
          </p:nvPr>
        </p:nvGraphicFramePr>
        <p:xfrm>
          <a:off x="3649359" y="4270528"/>
          <a:ext cx="1360937" cy="528325"/>
        </p:xfrm>
        <a:graphic>
          <a:graphicData uri="http://schemas.openxmlformats.org/drawingml/2006/table">
            <a:tbl>
              <a:tblPr bandRow="1">
                <a:effectLst>
                  <a:outerShdw blurRad="63500" sx="102000" sy="102000" algn="ctr" rotWithShape="0">
                    <a:prstClr val="black">
                      <a:alpha val="40000"/>
                    </a:prstClr>
                  </a:outerShdw>
                </a:effectLst>
                <a:tableStyleId>{073A0DAA-6AF3-43AB-8588-CEC1D06C72B9}</a:tableStyleId>
              </a:tblPr>
              <a:tblGrid>
                <a:gridCol w="1360937">
                  <a:extLst>
                    <a:ext uri="{9D8B030D-6E8A-4147-A177-3AD203B41FA5}">
                      <a16:colId xmlns:a16="http://schemas.microsoft.com/office/drawing/2014/main" val="1950340043"/>
                    </a:ext>
                  </a:extLst>
                </a:gridCol>
              </a:tblGrid>
              <a:tr h="528325">
                <a:tc>
                  <a:txBody>
                    <a:bodyPr/>
                    <a:lstStyle/>
                    <a:p>
                      <a:pPr algn="ctr" fontAlgn="ctr">
                        <a:buNone/>
                      </a:pPr>
                      <a:r>
                        <a:rPr lang="en-AS" sz="1400" b="1" u="none" strike="noStrike" dirty="0">
                          <a:solidFill>
                            <a:srgbClr val="000000"/>
                          </a:solidFill>
                          <a:effectLst/>
                        </a:rPr>
                        <a:t>38.8</a:t>
                      </a:r>
                      <a:endParaRPr lang="en-AS" sz="1400" b="1" i="0" u="none" strike="noStrike" dirty="0">
                        <a:solidFill>
                          <a:srgbClr val="000000"/>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780347845"/>
                  </a:ext>
                </a:extLst>
              </a:tr>
            </a:tbl>
          </a:graphicData>
        </a:graphic>
      </p:graphicFrame>
      <p:graphicFrame>
        <p:nvGraphicFramePr>
          <p:cNvPr id="35" name="Table_Right_94">
            <a:extLst>
              <a:ext uri="{FF2B5EF4-FFF2-40B4-BE49-F238E27FC236}">
                <a16:creationId xmlns:a16="http://schemas.microsoft.com/office/drawing/2014/main" id="{BD28BE07-029C-17C1-61AF-1EF66A08B9D1}"/>
              </a:ext>
            </a:extLst>
          </p:cNvPr>
          <p:cNvGraphicFramePr>
            <a:graphicFrameLocks noGrp="1"/>
          </p:cNvGraphicFramePr>
          <p:nvPr>
            <p:extLst>
              <p:ext uri="{D42A27DB-BD31-4B8C-83A1-F6EECF244321}">
                <p14:modId xmlns:p14="http://schemas.microsoft.com/office/powerpoint/2010/main" val="824887211"/>
              </p:ext>
            </p:extLst>
          </p:nvPr>
        </p:nvGraphicFramePr>
        <p:xfrm>
          <a:off x="6698254" y="4643970"/>
          <a:ext cx="1360800" cy="529200"/>
        </p:xfrm>
        <a:graphic>
          <a:graphicData uri="http://schemas.openxmlformats.org/drawingml/2006/table">
            <a:tbl>
              <a:tblPr bandRow="1">
                <a:effectLst>
                  <a:outerShdw blurRad="63500" sx="102000" sy="102000" algn="ctr" rotWithShape="0">
                    <a:prstClr val="black">
                      <a:alpha val="40000"/>
                    </a:prstClr>
                  </a:outerShdw>
                </a:effectLst>
                <a:tableStyleId>{073A0DAA-6AF3-43AB-8588-CEC1D06C72B9}</a:tableStyleId>
              </a:tblPr>
              <a:tblGrid>
                <a:gridCol w="1360800">
                  <a:extLst>
                    <a:ext uri="{9D8B030D-6E8A-4147-A177-3AD203B41FA5}">
                      <a16:colId xmlns:a16="http://schemas.microsoft.com/office/drawing/2014/main" val="353175025"/>
                    </a:ext>
                  </a:extLst>
                </a:gridCol>
              </a:tblGrid>
              <a:tr h="529200">
                <a:tc>
                  <a:txBody>
                    <a:bodyPr/>
                    <a:lstStyle/>
                    <a:p>
                      <a:pPr marL="0" marR="0" algn="ctr">
                        <a:lnSpc>
                          <a:spcPct val="150000"/>
                        </a:lnSpc>
                        <a:spcAft>
                          <a:spcPts val="800"/>
                        </a:spcAft>
                        <a:buNone/>
                      </a:pPr>
                      <a:r>
                        <a:rPr lang="en-US" sz="1400" b="1" kern="100" dirty="0">
                          <a:solidFill>
                            <a:schemeClr val="tx1"/>
                          </a:solidFill>
                          <a:effectLst/>
                        </a:rPr>
                        <a:t>94</a:t>
                      </a:r>
                      <a:endParaRPr lang="en-US" sz="1400" b="1" kern="1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0116" marR="60116" marT="0" marB="0" anchor="ctr">
                    <a:solidFill>
                      <a:srgbClr val="E7E7E7"/>
                    </a:solidFill>
                  </a:tcPr>
                </a:tc>
                <a:extLst>
                  <a:ext uri="{0D108BD9-81ED-4DB2-BD59-A6C34878D82A}">
                    <a16:rowId xmlns:a16="http://schemas.microsoft.com/office/drawing/2014/main" val="1838325332"/>
                  </a:ext>
                </a:extLst>
              </a:tr>
            </a:tbl>
          </a:graphicData>
        </a:graphic>
      </p:graphicFrame>
      <p:graphicFrame>
        <p:nvGraphicFramePr>
          <p:cNvPr id="36" name="Table Head">
            <a:extLst>
              <a:ext uri="{FF2B5EF4-FFF2-40B4-BE49-F238E27FC236}">
                <a16:creationId xmlns:a16="http://schemas.microsoft.com/office/drawing/2014/main" id="{83973C09-BD5C-F592-567B-7307E487F96A}"/>
              </a:ext>
            </a:extLst>
          </p:cNvPr>
          <p:cNvGraphicFramePr>
            <a:graphicFrameLocks noGrp="1"/>
          </p:cNvGraphicFramePr>
          <p:nvPr>
            <p:extLst>
              <p:ext uri="{D42A27DB-BD31-4B8C-83A1-F6EECF244321}">
                <p14:modId xmlns:p14="http://schemas.microsoft.com/office/powerpoint/2010/main" val="2364020193"/>
              </p:ext>
            </p:extLst>
          </p:nvPr>
        </p:nvGraphicFramePr>
        <p:xfrm>
          <a:off x="1789827" y="1665837"/>
          <a:ext cx="8612347" cy="458574"/>
        </p:xfrm>
        <a:graphic>
          <a:graphicData uri="http://schemas.openxmlformats.org/drawingml/2006/table">
            <a:tbl>
              <a:tblPr firstRow="1" bandRow="1">
                <a:effectLst>
                  <a:outerShdw blurRad="50800" dist="38100" algn="l" rotWithShape="0">
                    <a:prstClr val="black">
                      <a:alpha val="40000"/>
                    </a:prstClr>
                  </a:outerShdw>
                </a:effectLst>
                <a:tableStyleId>{073A0DAA-6AF3-43AB-8588-CEC1D06C72B9}</a:tableStyleId>
              </a:tblPr>
              <a:tblGrid>
                <a:gridCol w="586566">
                  <a:extLst>
                    <a:ext uri="{9D8B030D-6E8A-4147-A177-3AD203B41FA5}">
                      <a16:colId xmlns:a16="http://schemas.microsoft.com/office/drawing/2014/main" val="375774654"/>
                    </a:ext>
                  </a:extLst>
                </a:gridCol>
                <a:gridCol w="1445434">
                  <a:extLst>
                    <a:ext uri="{9D8B030D-6E8A-4147-A177-3AD203B41FA5}">
                      <a16:colId xmlns:a16="http://schemas.microsoft.com/office/drawing/2014/main" val="4265548497"/>
                    </a:ext>
                  </a:extLst>
                </a:gridCol>
                <a:gridCol w="1016000">
                  <a:extLst>
                    <a:ext uri="{9D8B030D-6E8A-4147-A177-3AD203B41FA5}">
                      <a16:colId xmlns:a16="http://schemas.microsoft.com/office/drawing/2014/main" val="1950340043"/>
                    </a:ext>
                  </a:extLst>
                </a:gridCol>
                <a:gridCol w="1016000">
                  <a:extLst>
                    <a:ext uri="{9D8B030D-6E8A-4147-A177-3AD203B41FA5}">
                      <a16:colId xmlns:a16="http://schemas.microsoft.com/office/drawing/2014/main" val="2519154498"/>
                    </a:ext>
                  </a:extLst>
                </a:gridCol>
                <a:gridCol w="1016000">
                  <a:extLst>
                    <a:ext uri="{9D8B030D-6E8A-4147-A177-3AD203B41FA5}">
                      <a16:colId xmlns:a16="http://schemas.microsoft.com/office/drawing/2014/main" val="881682838"/>
                    </a:ext>
                  </a:extLst>
                </a:gridCol>
                <a:gridCol w="1016000">
                  <a:extLst>
                    <a:ext uri="{9D8B030D-6E8A-4147-A177-3AD203B41FA5}">
                      <a16:colId xmlns:a16="http://schemas.microsoft.com/office/drawing/2014/main" val="353175025"/>
                    </a:ext>
                  </a:extLst>
                </a:gridCol>
                <a:gridCol w="1293813">
                  <a:extLst>
                    <a:ext uri="{9D8B030D-6E8A-4147-A177-3AD203B41FA5}">
                      <a16:colId xmlns:a16="http://schemas.microsoft.com/office/drawing/2014/main" val="418094148"/>
                    </a:ext>
                  </a:extLst>
                </a:gridCol>
                <a:gridCol w="1222534">
                  <a:extLst>
                    <a:ext uri="{9D8B030D-6E8A-4147-A177-3AD203B41FA5}">
                      <a16:colId xmlns:a16="http://schemas.microsoft.com/office/drawing/2014/main" val="1836961150"/>
                    </a:ext>
                  </a:extLst>
                </a:gridCol>
              </a:tblGrid>
              <a:tr h="458574">
                <a:tc>
                  <a:txBody>
                    <a:bodyPr/>
                    <a:lstStyle/>
                    <a:p>
                      <a:pPr algn="ctr" fontAlgn="ctr">
                        <a:buNone/>
                      </a:pPr>
                      <a:r>
                        <a:rPr lang="en-US" sz="1100" b="0" u="none" strike="noStrike" dirty="0">
                          <a:solidFill>
                            <a:srgbClr val="FFFFFF"/>
                          </a:solidFill>
                          <a:effectLst/>
                        </a:rPr>
                        <a:t>No.</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Method</a:t>
                      </a:r>
                      <a:endParaRPr lang="en-US" sz="1100" b="0" i="0" u="none" strike="noStrike" dirty="0">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a:solidFill>
                            <a:srgbClr val="FFFFFF"/>
                          </a:solidFill>
                          <a:effectLst/>
                        </a:rPr>
                        <a:t>PSNR ↑</a:t>
                      </a:r>
                      <a:endParaRPr lang="en-US" sz="1100" b="0" i="0" u="none" strike="noStrike">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a:solidFill>
                            <a:srgbClr val="FFFFFF"/>
                          </a:solidFill>
                          <a:effectLst/>
                        </a:rPr>
                        <a:t>SSIM ↑</a:t>
                      </a:r>
                      <a:endParaRPr lang="en-US" sz="1100" b="0" i="0" u="none" strike="noStrike">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a:solidFill>
                            <a:srgbClr val="FFFFFF"/>
                          </a:solidFill>
                          <a:effectLst/>
                        </a:rPr>
                        <a:t>MS-SSIM ↑</a:t>
                      </a:r>
                      <a:endParaRPr lang="en-US" sz="1100" b="0" i="0" u="none" strike="noStrike">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a:solidFill>
                            <a:srgbClr val="FFFFFF"/>
                          </a:solidFill>
                          <a:effectLst/>
                        </a:rPr>
                        <a:t>VMAF ↑</a:t>
                      </a:r>
                      <a:endParaRPr lang="en-US" sz="1100" b="0" i="0" u="none" strike="noStrike">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a:solidFill>
                            <a:srgbClr val="FFFFFF"/>
                          </a:solidFill>
                          <a:effectLst/>
                        </a:rPr>
                        <a:t>BD-Rate ↓ (vs H.264)</a:t>
                      </a:r>
                      <a:endParaRPr lang="en-US" sz="1100" b="0" i="0" u="none" strike="noStrike">
                        <a:solidFill>
                          <a:srgbClr val="FFFFFF"/>
                        </a:solidFill>
                        <a:effectLst/>
                        <a:latin typeface="Aptos Narrow" panose="020B0004020202020204" pitchFamily="34" charset="0"/>
                      </a:endParaRPr>
                    </a:p>
                  </a:txBody>
                  <a:tcPr marL="9525" marR="9525" marT="9525" marB="0" anchor="ctr"/>
                </a:tc>
                <a:tc>
                  <a:txBody>
                    <a:bodyPr/>
                    <a:lstStyle/>
                    <a:p>
                      <a:pPr algn="ctr" fontAlgn="ctr">
                        <a:buNone/>
                      </a:pPr>
                      <a:r>
                        <a:rPr lang="en-US" sz="1100" b="0" u="none" strike="noStrike" dirty="0">
                          <a:solidFill>
                            <a:srgbClr val="FFFFFF"/>
                          </a:solidFill>
                          <a:effectLst/>
                        </a:rPr>
                        <a:t>Compression Rate ↑ (vs H.264)</a:t>
                      </a:r>
                      <a:endParaRPr lang="en-US" sz="1100" b="0" i="0" u="none" strike="noStrike" dirty="0">
                        <a:solidFill>
                          <a:srgbClr val="FFFFFF"/>
                        </a:solidFill>
                        <a:effectLst/>
                        <a:latin typeface="Aptos Narrow" panose="020B0004020202020204" pitchFamily="34" charset="0"/>
                      </a:endParaRPr>
                    </a:p>
                  </a:txBody>
                  <a:tcPr marL="9525" marR="9525" marT="9525" marB="0" anchor="ctr"/>
                </a:tc>
                <a:extLst>
                  <a:ext uri="{0D108BD9-81ED-4DB2-BD59-A6C34878D82A}">
                    <a16:rowId xmlns:a16="http://schemas.microsoft.com/office/drawing/2014/main" val="3739149052"/>
                  </a:ext>
                </a:extLst>
              </a:tr>
            </a:tbl>
          </a:graphicData>
        </a:graphic>
      </p:graphicFrame>
      <p:pic>
        <p:nvPicPr>
          <p:cNvPr id="37" name="Icon" descr="Presentation with pie chart with solid fill">
            <a:extLst>
              <a:ext uri="{FF2B5EF4-FFF2-40B4-BE49-F238E27FC236}">
                <a16:creationId xmlns:a16="http://schemas.microsoft.com/office/drawing/2014/main" id="{553A5D42-A64C-73B6-553F-14C9058F216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597945" y="467440"/>
            <a:ext cx="914400" cy="914400"/>
          </a:xfrm>
          <a:prstGeom prst="rect">
            <a:avLst/>
          </a:prstGeom>
          <a:effectLst>
            <a:outerShdw blurRad="25400" dist="127000" dir="19800000" sy="23000" kx="-1200000" algn="bl" rotWithShape="0">
              <a:prstClr val="black">
                <a:alpha val="81000"/>
              </a:prstClr>
            </a:outerShdw>
          </a:effectLst>
        </p:spPr>
      </p:pic>
      <p:sp>
        <p:nvSpPr>
          <p:cNvPr id="38" name="Title">
            <a:extLst>
              <a:ext uri="{FF2B5EF4-FFF2-40B4-BE49-F238E27FC236}">
                <a16:creationId xmlns:a16="http://schemas.microsoft.com/office/drawing/2014/main" id="{3DA112A2-0FE1-9BC1-884B-1028D7A7959B}"/>
              </a:ext>
            </a:extLst>
          </p:cNvPr>
          <p:cNvSpPr txBox="1">
            <a:spLocks/>
          </p:cNvSpPr>
          <p:nvPr/>
        </p:nvSpPr>
        <p:spPr>
          <a:xfrm>
            <a:off x="4805407" y="386031"/>
            <a:ext cx="3788648" cy="107721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fontAlgn="base">
              <a:lnSpc>
                <a:spcPct val="100000"/>
              </a:lnSpc>
              <a:spcBef>
                <a:spcPts val="0"/>
              </a:spcBef>
              <a:defRPr/>
            </a:pPr>
            <a:r>
              <a:rPr lang="en-US" sz="3200" dirty="0">
                <a:latin typeface="Times New Roman" panose="02020603050405020304" pitchFamily="18" charset="0"/>
                <a:ea typeface="+mn-ea"/>
                <a:cs typeface="Times New Roman" panose="02020603050405020304" pitchFamily="18" charset="0"/>
              </a:rPr>
              <a:t>Compare Results of Scientific Papers</a:t>
            </a:r>
          </a:p>
        </p:txBody>
      </p:sp>
      <p:grpSp>
        <p:nvGrpSpPr>
          <p:cNvPr id="11" name="!!Film_Tabe_2">
            <a:extLst>
              <a:ext uri="{FF2B5EF4-FFF2-40B4-BE49-F238E27FC236}">
                <a16:creationId xmlns:a16="http://schemas.microsoft.com/office/drawing/2014/main" id="{1A32C55D-45BD-E36C-D948-E74BABE72A70}"/>
              </a:ext>
            </a:extLst>
          </p:cNvPr>
          <p:cNvGrpSpPr/>
          <p:nvPr/>
        </p:nvGrpSpPr>
        <p:grpSpPr>
          <a:xfrm rot="16200000">
            <a:off x="1630177" y="5512330"/>
            <a:ext cx="21467809" cy="1961092"/>
            <a:chOff x="-5996785" y="2448454"/>
            <a:chExt cx="21467809" cy="1961092"/>
          </a:xfrm>
          <a:effectLst>
            <a:outerShdw blurRad="12700" dist="50800" dir="2700000" algn="tl" rotWithShape="0">
              <a:prstClr val="black">
                <a:alpha val="40000"/>
              </a:prstClr>
            </a:outerShdw>
          </a:effectLst>
        </p:grpSpPr>
        <p:grpSp>
          <p:nvGrpSpPr>
            <p:cNvPr id="12" name="Group 11">
              <a:extLst>
                <a:ext uri="{FF2B5EF4-FFF2-40B4-BE49-F238E27FC236}">
                  <a16:creationId xmlns:a16="http://schemas.microsoft.com/office/drawing/2014/main" id="{2F461632-3E73-629B-DAD7-00D1046BD097}"/>
                </a:ext>
              </a:extLst>
            </p:cNvPr>
            <p:cNvGrpSpPr/>
            <p:nvPr/>
          </p:nvGrpSpPr>
          <p:grpSpPr>
            <a:xfrm>
              <a:off x="7372077" y="2448455"/>
              <a:ext cx="2738174" cy="1961091"/>
              <a:chOff x="4726913" y="2438401"/>
              <a:chExt cx="2738174" cy="1961091"/>
            </a:xfrm>
          </p:grpSpPr>
          <p:sp>
            <p:nvSpPr>
              <p:cNvPr id="55" name="Graphic 2" descr="Film strip outline">
                <a:extLst>
                  <a:ext uri="{FF2B5EF4-FFF2-40B4-BE49-F238E27FC236}">
                    <a16:creationId xmlns:a16="http://schemas.microsoft.com/office/drawing/2014/main" id="{5B9FEA23-5ED1-35C6-CA3F-60D5BD10D8F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D2CFB427-31AC-1B22-23F6-A690315487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15F2784C-9B3E-036B-F4A5-58BAAF9BFD9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1570D532-EB7B-65B4-3D17-74F1FE751DD7}"/>
                </a:ext>
              </a:extLst>
            </p:cNvPr>
            <p:cNvGrpSpPr/>
            <p:nvPr/>
          </p:nvGrpSpPr>
          <p:grpSpPr>
            <a:xfrm>
              <a:off x="470265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1F7B01BD-C4B8-FDB6-58D6-B03BF92879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6E5D4997-C5F5-8628-9E60-1F7724DBF11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EDD4430A-81E9-1B72-40C4-3DA6F41F21B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16180D54-95EE-68CA-83FC-7A40C64EDC0D}"/>
                </a:ext>
              </a:extLst>
            </p:cNvPr>
            <p:cNvGrpSpPr/>
            <p:nvPr/>
          </p:nvGrpSpPr>
          <p:grpSpPr>
            <a:xfrm>
              <a:off x="12732850"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448BEE5D-1C3F-715D-0F45-53FB605115C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67D45D4F-DC76-96DD-AC46-E1556C3A897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CE8C2AEA-3752-34FC-2FDA-02EC3F2F22E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0D594450-11B0-6F1D-6FD2-E6F96078260F}"/>
                </a:ext>
              </a:extLst>
            </p:cNvPr>
            <p:cNvGrpSpPr/>
            <p:nvPr/>
          </p:nvGrpSpPr>
          <p:grpSpPr>
            <a:xfrm>
              <a:off x="1006343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48622AB0-EE5C-C0A9-FED9-FE9BA38432E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2ED10D8F-3564-CF96-2344-5C64332D58F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18EF36FB-AF6C-63B4-47BC-F27454A1B5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CB958613-E758-99A6-72E1-91C7060B766B}"/>
                </a:ext>
              </a:extLst>
            </p:cNvPr>
            <p:cNvGrpSpPr/>
            <p:nvPr/>
          </p:nvGrpSpPr>
          <p:grpSpPr>
            <a:xfrm>
              <a:off x="-3327365" y="2448454"/>
              <a:ext cx="2738174" cy="1961091"/>
              <a:chOff x="4726913" y="2438401"/>
              <a:chExt cx="2738174" cy="1961091"/>
            </a:xfrm>
          </p:grpSpPr>
          <p:sp>
            <p:nvSpPr>
              <p:cNvPr id="43" name="Graphic 2" descr="Film strip outline">
                <a:extLst>
                  <a:ext uri="{FF2B5EF4-FFF2-40B4-BE49-F238E27FC236}">
                    <a16:creationId xmlns:a16="http://schemas.microsoft.com/office/drawing/2014/main" id="{32BF8801-5C3A-9AF1-0D4A-AC57AFA788F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F4982E87-90A3-AE59-105B-907151891B0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611DB4FA-45AB-DACF-A6DE-B254E4B5A4F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E4013BD4-A3D9-562F-D149-A68449137B1C}"/>
                </a:ext>
              </a:extLst>
            </p:cNvPr>
            <p:cNvGrpSpPr/>
            <p:nvPr/>
          </p:nvGrpSpPr>
          <p:grpSpPr>
            <a:xfrm>
              <a:off x="-599678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FE68888C-F31D-3050-05AF-87604609B1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754651E9-E730-02B1-4EA7-E012B1B2A71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2CB6A92B-ECF2-91B2-9B40-2D54EEA076B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 name="Group 17">
              <a:extLst>
                <a:ext uri="{FF2B5EF4-FFF2-40B4-BE49-F238E27FC236}">
                  <a16:creationId xmlns:a16="http://schemas.microsoft.com/office/drawing/2014/main" id="{8FDF0935-1E49-9F9F-D1DF-C79FB8517CCD}"/>
                </a:ext>
              </a:extLst>
            </p:cNvPr>
            <p:cNvGrpSpPr/>
            <p:nvPr/>
          </p:nvGrpSpPr>
          <p:grpSpPr>
            <a:xfrm>
              <a:off x="2033408"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6619A89D-DA2C-2873-6F4E-4587379907A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0" name="Straight Connector 29">
                <a:extLst>
                  <a:ext uri="{FF2B5EF4-FFF2-40B4-BE49-F238E27FC236}">
                    <a16:creationId xmlns:a16="http://schemas.microsoft.com/office/drawing/2014/main" id="{E61356CA-A32C-E6B9-A419-ECE105D957D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A50D4F80-948A-DE4A-8F18-E5F8A411DD6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58FA9221-037A-5479-A395-FE81CF5BB63E}"/>
                </a:ext>
              </a:extLst>
            </p:cNvPr>
            <p:cNvGrpSpPr/>
            <p:nvPr/>
          </p:nvGrpSpPr>
          <p:grpSpPr>
            <a:xfrm>
              <a:off x="-636012" y="2448454"/>
              <a:ext cx="2738174" cy="1961091"/>
              <a:chOff x="4726913" y="2438401"/>
              <a:chExt cx="2738174" cy="1961091"/>
            </a:xfrm>
          </p:grpSpPr>
          <p:sp>
            <p:nvSpPr>
              <p:cNvPr id="20" name="Graphic 2" descr="Film strip outline">
                <a:extLst>
                  <a:ext uri="{FF2B5EF4-FFF2-40B4-BE49-F238E27FC236}">
                    <a16:creationId xmlns:a16="http://schemas.microsoft.com/office/drawing/2014/main" id="{9C3DC2B7-F80B-75C2-CF6D-93F727471DB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 name="Straight Connector 20">
                <a:extLst>
                  <a:ext uri="{FF2B5EF4-FFF2-40B4-BE49-F238E27FC236}">
                    <a16:creationId xmlns:a16="http://schemas.microsoft.com/office/drawing/2014/main" id="{844BFFC4-05D1-3B52-7B7D-1BB328B5463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7DCDBB04-865D-6C2D-7512-30F2893F0F1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8" name="!!Film_Tabe_1">
            <a:extLst>
              <a:ext uri="{FF2B5EF4-FFF2-40B4-BE49-F238E27FC236}">
                <a16:creationId xmlns:a16="http://schemas.microsoft.com/office/drawing/2014/main" id="{13870FA0-5AB3-24D0-616F-4D61EED256A6}"/>
              </a:ext>
            </a:extLst>
          </p:cNvPr>
          <p:cNvGrpSpPr/>
          <p:nvPr/>
        </p:nvGrpSpPr>
        <p:grpSpPr>
          <a:xfrm rot="16200000">
            <a:off x="-10905983" y="-186799"/>
            <a:ext cx="21467809" cy="1961092"/>
            <a:chOff x="-5996785" y="2448454"/>
            <a:chExt cx="21467809" cy="1961092"/>
          </a:xfrm>
          <a:effectLst>
            <a:outerShdw blurRad="12700" dist="50800" dir="2700000" algn="tl" rotWithShape="0">
              <a:schemeClr val="tx1">
                <a:alpha val="40000"/>
              </a:schemeClr>
            </a:outerShdw>
          </a:effectLst>
        </p:grpSpPr>
        <p:grpSp>
          <p:nvGrpSpPr>
            <p:cNvPr id="59" name="Group 58">
              <a:extLst>
                <a:ext uri="{FF2B5EF4-FFF2-40B4-BE49-F238E27FC236}">
                  <a16:creationId xmlns:a16="http://schemas.microsoft.com/office/drawing/2014/main" id="{74994B67-75C1-1D8C-776F-DE2CA5F35673}"/>
                </a:ext>
              </a:extLst>
            </p:cNvPr>
            <p:cNvGrpSpPr/>
            <p:nvPr/>
          </p:nvGrpSpPr>
          <p:grpSpPr>
            <a:xfrm>
              <a:off x="7372077" y="2448455"/>
              <a:ext cx="2738174" cy="1961091"/>
              <a:chOff x="4726913" y="2438401"/>
              <a:chExt cx="2738174" cy="1961091"/>
            </a:xfrm>
          </p:grpSpPr>
          <p:sp>
            <p:nvSpPr>
              <p:cNvPr id="88" name="Graphic 2" descr="Film strip outline">
                <a:extLst>
                  <a:ext uri="{FF2B5EF4-FFF2-40B4-BE49-F238E27FC236}">
                    <a16:creationId xmlns:a16="http://schemas.microsoft.com/office/drawing/2014/main" id="{E98C568B-0FDC-914C-7CB1-0E9C8EAFDF3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835541AC-0BF6-0D28-8BA3-0466AF13B3F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B35FD216-996C-B87E-5679-1442A83674B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7FC91BE0-DC00-7228-0B7B-121484D446D8}"/>
                </a:ext>
              </a:extLst>
            </p:cNvPr>
            <p:cNvGrpSpPr/>
            <p:nvPr/>
          </p:nvGrpSpPr>
          <p:grpSpPr>
            <a:xfrm>
              <a:off x="4702657"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2147B18D-C475-5970-FEAC-9BFAE8EC51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F05483DF-9F67-D7CE-2D82-5EE187FBADF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BF9069A5-7B3C-2F07-453D-E5F6FCCC56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B3F934E4-FE9A-A52D-8C6D-A6A1F1B0728A}"/>
                </a:ext>
              </a:extLst>
            </p:cNvPr>
            <p:cNvGrpSpPr/>
            <p:nvPr/>
          </p:nvGrpSpPr>
          <p:grpSpPr>
            <a:xfrm>
              <a:off x="12732850"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88F587FF-ADB9-854C-3245-564DBE68B28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6374BF17-6189-B60D-7CEB-4B62DDB665F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A9A62F79-6797-84BE-32E7-2A6200B5DC1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11DE866C-95E6-06C5-4FD9-2FC20EBAB2A0}"/>
                </a:ext>
              </a:extLst>
            </p:cNvPr>
            <p:cNvGrpSpPr/>
            <p:nvPr/>
          </p:nvGrpSpPr>
          <p:grpSpPr>
            <a:xfrm>
              <a:off x="10063430" y="2448455"/>
              <a:ext cx="2738174" cy="1961091"/>
              <a:chOff x="4726913" y="2438401"/>
              <a:chExt cx="2738174" cy="1961091"/>
            </a:xfrm>
          </p:grpSpPr>
          <p:sp>
            <p:nvSpPr>
              <p:cNvPr id="79" name="Graphic 2" descr="Film strip outline">
                <a:extLst>
                  <a:ext uri="{FF2B5EF4-FFF2-40B4-BE49-F238E27FC236}">
                    <a16:creationId xmlns:a16="http://schemas.microsoft.com/office/drawing/2014/main" id="{8C33C64F-3985-918D-3A91-8435FF01901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4A85B153-09F3-BF06-FCDA-87F197E24EE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3C64BDCF-3998-6112-2302-2F1162D8796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EF1463C1-7926-5107-E0B6-8ACE03AF2501}"/>
                </a:ext>
              </a:extLst>
            </p:cNvPr>
            <p:cNvGrpSpPr/>
            <p:nvPr/>
          </p:nvGrpSpPr>
          <p:grpSpPr>
            <a:xfrm>
              <a:off x="-3327365" y="2448454"/>
              <a:ext cx="2738174" cy="1961091"/>
              <a:chOff x="4726913" y="2438401"/>
              <a:chExt cx="2738174" cy="1961091"/>
            </a:xfrm>
          </p:grpSpPr>
          <p:sp>
            <p:nvSpPr>
              <p:cNvPr id="76" name="Graphic 2" descr="Film strip outline">
                <a:extLst>
                  <a:ext uri="{FF2B5EF4-FFF2-40B4-BE49-F238E27FC236}">
                    <a16:creationId xmlns:a16="http://schemas.microsoft.com/office/drawing/2014/main" id="{E0B54F09-3FB0-45CE-A46F-D6FF0E45C0C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6F1AABF0-BC37-C158-BE57-F8535CFD348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7961FAD0-7C93-5FD2-CE6D-68ED1317A06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740F03D7-B728-4AF8-4AF5-FA15C4C2EF76}"/>
                </a:ext>
              </a:extLst>
            </p:cNvPr>
            <p:cNvGrpSpPr/>
            <p:nvPr/>
          </p:nvGrpSpPr>
          <p:grpSpPr>
            <a:xfrm>
              <a:off x="-5996785"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B00DB456-E183-9E51-D437-6385B1650E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9AC510C1-6DEE-F882-379C-D961531B1BF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768833D5-FC95-B93D-7AC8-D175E61242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95664EA9-7B3E-7333-E673-6A8B35E2C3F9}"/>
                </a:ext>
              </a:extLst>
            </p:cNvPr>
            <p:cNvGrpSpPr/>
            <p:nvPr/>
          </p:nvGrpSpPr>
          <p:grpSpPr>
            <a:xfrm>
              <a:off x="2033408"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1F2D6D5B-39FD-7B5E-805E-B54F11060B3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4EB30623-9227-7AAC-3F6C-7AA44AC095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B57D0985-3FDA-1B4F-69F6-ADA6CC071A9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928F762F-6431-0346-803C-0B9744093BC8}"/>
                </a:ext>
              </a:extLst>
            </p:cNvPr>
            <p:cNvGrpSpPr/>
            <p:nvPr/>
          </p:nvGrpSpPr>
          <p:grpSpPr>
            <a:xfrm>
              <a:off x="-636012" y="2448454"/>
              <a:ext cx="2738174" cy="1961091"/>
              <a:chOff x="4726913" y="2438401"/>
              <a:chExt cx="2738174" cy="1961091"/>
            </a:xfrm>
          </p:grpSpPr>
          <p:sp>
            <p:nvSpPr>
              <p:cNvPr id="67" name="Graphic 2" descr="Film strip outline">
                <a:extLst>
                  <a:ext uri="{FF2B5EF4-FFF2-40B4-BE49-F238E27FC236}">
                    <a16:creationId xmlns:a16="http://schemas.microsoft.com/office/drawing/2014/main" id="{B28579FF-0195-F34C-3867-E7030C90D8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526DABA6-B770-6C61-8069-E52EA3BA194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40BCB1CB-5710-5879-A225-7EB4FDD31A8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6909861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A4A8AC-24D4-F774-421D-B674D1CDFDB2}"/>
            </a:ext>
          </a:extLst>
        </p:cNvPr>
        <p:cNvGrpSpPr/>
        <p:nvPr/>
      </p:nvGrpSpPr>
      <p:grpSpPr>
        <a:xfrm>
          <a:off x="0" y="0"/>
          <a:ext cx="0" cy="0"/>
          <a:chOff x="0" y="0"/>
          <a:chExt cx="0" cy="0"/>
        </a:xfrm>
      </p:grpSpPr>
      <p:pic>
        <p:nvPicPr>
          <p:cNvPr id="45" name="Graphic 44" descr="Upward trend with solid fill">
            <a:extLst>
              <a:ext uri="{FF2B5EF4-FFF2-40B4-BE49-F238E27FC236}">
                <a16:creationId xmlns:a16="http://schemas.microsoft.com/office/drawing/2014/main" id="{92BA59FE-68ED-896B-E002-6E079D7B386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559016" y="1004010"/>
            <a:ext cx="6248401" cy="6248401"/>
          </a:xfrm>
          <a:prstGeom prst="rect">
            <a:avLst/>
          </a:prstGeom>
          <a:effectLst/>
        </p:spPr>
      </p:pic>
      <p:sp>
        <p:nvSpPr>
          <p:cNvPr id="10" name="Slide Number Placeholder 24">
            <a:extLst>
              <a:ext uri="{FF2B5EF4-FFF2-40B4-BE49-F238E27FC236}">
                <a16:creationId xmlns:a16="http://schemas.microsoft.com/office/drawing/2014/main" id="{39996BBD-9A91-0AE9-74BD-B848319E7F85}"/>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23</a:t>
            </a:fld>
            <a:endParaRPr lang="en-AS" dirty="0"/>
          </a:p>
        </p:txBody>
      </p:sp>
      <p:grpSp>
        <p:nvGrpSpPr>
          <p:cNvPr id="90" name="x_axis">
            <a:extLst>
              <a:ext uri="{FF2B5EF4-FFF2-40B4-BE49-F238E27FC236}">
                <a16:creationId xmlns:a16="http://schemas.microsoft.com/office/drawing/2014/main" id="{9F665701-3E86-70A7-4D00-FCBA94594FD4}"/>
              </a:ext>
            </a:extLst>
          </p:cNvPr>
          <p:cNvGrpSpPr/>
          <p:nvPr/>
        </p:nvGrpSpPr>
        <p:grpSpPr>
          <a:xfrm>
            <a:off x="1689439" y="5708302"/>
            <a:ext cx="8023122" cy="522074"/>
            <a:chOff x="1504336" y="5736877"/>
            <a:chExt cx="8023122" cy="522074"/>
          </a:xfrm>
        </p:grpSpPr>
        <p:grpSp>
          <p:nvGrpSpPr>
            <p:cNvPr id="65" name="H_Main">
              <a:extLst>
                <a:ext uri="{FF2B5EF4-FFF2-40B4-BE49-F238E27FC236}">
                  <a16:creationId xmlns:a16="http://schemas.microsoft.com/office/drawing/2014/main" id="{28AB7761-1748-E5FF-4B92-FCDBD2FF80C9}"/>
                </a:ext>
              </a:extLst>
            </p:cNvPr>
            <p:cNvGrpSpPr/>
            <p:nvPr/>
          </p:nvGrpSpPr>
          <p:grpSpPr>
            <a:xfrm>
              <a:off x="1504336" y="5736877"/>
              <a:ext cx="8023122" cy="73987"/>
              <a:chOff x="1504336" y="5736877"/>
              <a:chExt cx="8023122" cy="73987"/>
            </a:xfrm>
          </p:grpSpPr>
          <p:grpSp>
            <p:nvGrpSpPr>
              <p:cNvPr id="64" name="H_lines">
                <a:extLst>
                  <a:ext uri="{FF2B5EF4-FFF2-40B4-BE49-F238E27FC236}">
                    <a16:creationId xmlns:a16="http://schemas.microsoft.com/office/drawing/2014/main" id="{799C1F12-7F7E-B564-58FE-B95D800A62F0}"/>
                  </a:ext>
                </a:extLst>
              </p:cNvPr>
              <p:cNvGrpSpPr/>
              <p:nvPr/>
            </p:nvGrpSpPr>
            <p:grpSpPr>
              <a:xfrm>
                <a:off x="1856299" y="5736877"/>
                <a:ext cx="7360920" cy="72000"/>
                <a:chOff x="1856299" y="5736877"/>
                <a:chExt cx="7360920" cy="72000"/>
              </a:xfrm>
            </p:grpSpPr>
            <p:cxnSp>
              <p:nvCxnSpPr>
                <p:cNvPr id="53" name="80">
                  <a:extLst>
                    <a:ext uri="{FF2B5EF4-FFF2-40B4-BE49-F238E27FC236}">
                      <a16:creationId xmlns:a16="http://schemas.microsoft.com/office/drawing/2014/main" id="{E01594BE-B094-4FA4-A198-73F44B007E36}"/>
                    </a:ext>
                  </a:extLst>
                </p:cNvPr>
                <p:cNvCxnSpPr>
                  <a:cxnSpLocks/>
                </p:cNvCxnSpPr>
                <p:nvPr/>
              </p:nvCxnSpPr>
              <p:spPr>
                <a:xfrm>
                  <a:off x="9217219"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52" name="70">
                  <a:extLst>
                    <a:ext uri="{FF2B5EF4-FFF2-40B4-BE49-F238E27FC236}">
                      <a16:creationId xmlns:a16="http://schemas.microsoft.com/office/drawing/2014/main" id="{58E392FC-A335-285B-9F84-23E06AD2FDCE}"/>
                    </a:ext>
                  </a:extLst>
                </p:cNvPr>
                <p:cNvCxnSpPr>
                  <a:cxnSpLocks/>
                </p:cNvCxnSpPr>
                <p:nvPr/>
              </p:nvCxnSpPr>
              <p:spPr>
                <a:xfrm>
                  <a:off x="8297104"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51" name="60">
                  <a:extLst>
                    <a:ext uri="{FF2B5EF4-FFF2-40B4-BE49-F238E27FC236}">
                      <a16:creationId xmlns:a16="http://schemas.microsoft.com/office/drawing/2014/main" id="{83B04CFD-738D-27A3-E1ED-33CA3B8F6703}"/>
                    </a:ext>
                  </a:extLst>
                </p:cNvPr>
                <p:cNvCxnSpPr>
                  <a:cxnSpLocks/>
                </p:cNvCxnSpPr>
                <p:nvPr/>
              </p:nvCxnSpPr>
              <p:spPr>
                <a:xfrm>
                  <a:off x="7376989"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49" name="40">
                  <a:extLst>
                    <a:ext uri="{FF2B5EF4-FFF2-40B4-BE49-F238E27FC236}">
                      <a16:creationId xmlns:a16="http://schemas.microsoft.com/office/drawing/2014/main" id="{4FC4962B-63E6-33CF-3D4F-8A20A8738193}"/>
                    </a:ext>
                  </a:extLst>
                </p:cNvPr>
                <p:cNvCxnSpPr>
                  <a:cxnSpLocks/>
                </p:cNvCxnSpPr>
                <p:nvPr/>
              </p:nvCxnSpPr>
              <p:spPr>
                <a:xfrm>
                  <a:off x="5536759"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48" name="30">
                  <a:extLst>
                    <a:ext uri="{FF2B5EF4-FFF2-40B4-BE49-F238E27FC236}">
                      <a16:creationId xmlns:a16="http://schemas.microsoft.com/office/drawing/2014/main" id="{90108F9D-CA9B-EA36-9C06-0AF8B9AEAC09}"/>
                    </a:ext>
                  </a:extLst>
                </p:cNvPr>
                <p:cNvCxnSpPr>
                  <a:cxnSpLocks/>
                </p:cNvCxnSpPr>
                <p:nvPr/>
              </p:nvCxnSpPr>
              <p:spPr>
                <a:xfrm>
                  <a:off x="4616644"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50" name="50">
                  <a:extLst>
                    <a:ext uri="{FF2B5EF4-FFF2-40B4-BE49-F238E27FC236}">
                      <a16:creationId xmlns:a16="http://schemas.microsoft.com/office/drawing/2014/main" id="{38544A8A-8C81-B091-D98A-C0D167AF9947}"/>
                    </a:ext>
                  </a:extLst>
                </p:cNvPr>
                <p:cNvCxnSpPr>
                  <a:cxnSpLocks/>
                </p:cNvCxnSpPr>
                <p:nvPr/>
              </p:nvCxnSpPr>
              <p:spPr>
                <a:xfrm>
                  <a:off x="6456874"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47" name="20">
                  <a:extLst>
                    <a:ext uri="{FF2B5EF4-FFF2-40B4-BE49-F238E27FC236}">
                      <a16:creationId xmlns:a16="http://schemas.microsoft.com/office/drawing/2014/main" id="{28638844-401D-656B-DA7F-1B7B78606BF3}"/>
                    </a:ext>
                  </a:extLst>
                </p:cNvPr>
                <p:cNvCxnSpPr>
                  <a:cxnSpLocks/>
                </p:cNvCxnSpPr>
                <p:nvPr/>
              </p:nvCxnSpPr>
              <p:spPr>
                <a:xfrm>
                  <a:off x="3696529"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46" name="10">
                  <a:extLst>
                    <a:ext uri="{FF2B5EF4-FFF2-40B4-BE49-F238E27FC236}">
                      <a16:creationId xmlns:a16="http://schemas.microsoft.com/office/drawing/2014/main" id="{0E4846BE-D1BC-2A59-4194-114772DAA69B}"/>
                    </a:ext>
                  </a:extLst>
                </p:cNvPr>
                <p:cNvCxnSpPr>
                  <a:cxnSpLocks/>
                </p:cNvCxnSpPr>
                <p:nvPr/>
              </p:nvCxnSpPr>
              <p:spPr>
                <a:xfrm>
                  <a:off x="2776414" y="5736877"/>
                  <a:ext cx="0" cy="72000"/>
                </a:xfrm>
                <a:prstGeom prst="line">
                  <a:avLst/>
                </a:prstGeom>
              </p:spPr>
              <p:style>
                <a:lnRef idx="2">
                  <a:schemeClr val="accent1"/>
                </a:lnRef>
                <a:fillRef idx="0">
                  <a:schemeClr val="accent1"/>
                </a:fillRef>
                <a:effectRef idx="1">
                  <a:schemeClr val="accent1"/>
                </a:effectRef>
                <a:fontRef idx="minor">
                  <a:schemeClr val="tx1"/>
                </a:fontRef>
              </p:style>
            </p:cxnSp>
            <p:cxnSp>
              <p:nvCxnSpPr>
                <p:cNvPr id="43" name="0">
                  <a:extLst>
                    <a:ext uri="{FF2B5EF4-FFF2-40B4-BE49-F238E27FC236}">
                      <a16:creationId xmlns:a16="http://schemas.microsoft.com/office/drawing/2014/main" id="{AD6FC3DB-3E70-8DC7-8C54-FB7CDE71A610}"/>
                    </a:ext>
                  </a:extLst>
                </p:cNvPr>
                <p:cNvCxnSpPr>
                  <a:cxnSpLocks/>
                </p:cNvCxnSpPr>
                <p:nvPr/>
              </p:nvCxnSpPr>
              <p:spPr>
                <a:xfrm>
                  <a:off x="1856299" y="5736877"/>
                  <a:ext cx="0" cy="72000"/>
                </a:xfrm>
                <a:prstGeom prst="line">
                  <a:avLst/>
                </a:prstGeom>
              </p:spPr>
              <p:style>
                <a:lnRef idx="2">
                  <a:schemeClr val="accent1"/>
                </a:lnRef>
                <a:fillRef idx="0">
                  <a:schemeClr val="accent1"/>
                </a:fillRef>
                <a:effectRef idx="1">
                  <a:schemeClr val="accent1"/>
                </a:effectRef>
                <a:fontRef idx="minor">
                  <a:schemeClr val="tx1"/>
                </a:fontRef>
              </p:style>
            </p:cxnSp>
          </p:grpSp>
          <p:cxnSp>
            <p:nvCxnSpPr>
              <p:cNvPr id="13" name="H-arrow">
                <a:extLst>
                  <a:ext uri="{FF2B5EF4-FFF2-40B4-BE49-F238E27FC236}">
                    <a16:creationId xmlns:a16="http://schemas.microsoft.com/office/drawing/2014/main" id="{F00E7199-7229-D48A-B745-7007C1F45AAA}"/>
                  </a:ext>
                </a:extLst>
              </p:cNvPr>
              <p:cNvCxnSpPr/>
              <p:nvPr/>
            </p:nvCxnSpPr>
            <p:spPr>
              <a:xfrm>
                <a:off x="1504336" y="5810864"/>
                <a:ext cx="8023122" cy="0"/>
              </a:xfrm>
              <a:prstGeom prst="straightConnector1">
                <a:avLst/>
              </a:prstGeom>
              <a:ln>
                <a:tailEnd type="triangle"/>
              </a:ln>
              <a:effectLst>
                <a:outerShdw blurRad="50800" dist="50800" dir="2700000" algn="tl" rotWithShape="0">
                  <a:prstClr val="black">
                    <a:alpha val="40000"/>
                  </a:prstClr>
                </a:outerShdw>
              </a:effectLst>
            </p:spPr>
            <p:style>
              <a:lnRef idx="2">
                <a:schemeClr val="accent1"/>
              </a:lnRef>
              <a:fillRef idx="0">
                <a:schemeClr val="accent1"/>
              </a:fillRef>
              <a:effectRef idx="1">
                <a:schemeClr val="accent1"/>
              </a:effectRef>
              <a:fontRef idx="minor">
                <a:schemeClr val="tx1"/>
              </a:fontRef>
            </p:style>
          </p:cxnSp>
        </p:grpSp>
        <p:grpSp>
          <p:nvGrpSpPr>
            <p:cNvPr id="81" name="H_Numbers">
              <a:extLst>
                <a:ext uri="{FF2B5EF4-FFF2-40B4-BE49-F238E27FC236}">
                  <a16:creationId xmlns:a16="http://schemas.microsoft.com/office/drawing/2014/main" id="{5F6ED0B8-F221-2FB7-3588-2EE52FAFA74F}"/>
                </a:ext>
              </a:extLst>
            </p:cNvPr>
            <p:cNvGrpSpPr/>
            <p:nvPr/>
          </p:nvGrpSpPr>
          <p:grpSpPr>
            <a:xfrm>
              <a:off x="1631299" y="5871182"/>
              <a:ext cx="7810295" cy="387769"/>
              <a:chOff x="1631299" y="5871182"/>
              <a:chExt cx="7810295" cy="387769"/>
            </a:xfrm>
          </p:grpSpPr>
          <p:sp>
            <p:nvSpPr>
              <p:cNvPr id="69" name="TextBox_80">
                <a:extLst>
                  <a:ext uri="{FF2B5EF4-FFF2-40B4-BE49-F238E27FC236}">
                    <a16:creationId xmlns:a16="http://schemas.microsoft.com/office/drawing/2014/main" id="{00570B6F-128C-701A-96D3-2CE647EA4733}"/>
                  </a:ext>
                </a:extLst>
              </p:cNvPr>
              <p:cNvSpPr txBox="1"/>
              <p:nvPr/>
            </p:nvSpPr>
            <p:spPr>
              <a:xfrm>
                <a:off x="8992843"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80</a:t>
                </a:r>
                <a:endParaRPr lang="en-AS" dirty="0">
                  <a:latin typeface="Times New Roman" panose="02020603050405020304" pitchFamily="18" charset="0"/>
                  <a:cs typeface="Times New Roman" panose="02020603050405020304" pitchFamily="18" charset="0"/>
                </a:endParaRPr>
              </a:p>
            </p:txBody>
          </p:sp>
          <p:sp>
            <p:nvSpPr>
              <p:cNvPr id="80" name="TextBox_70">
                <a:extLst>
                  <a:ext uri="{FF2B5EF4-FFF2-40B4-BE49-F238E27FC236}">
                    <a16:creationId xmlns:a16="http://schemas.microsoft.com/office/drawing/2014/main" id="{334E934B-5E8E-56B9-E40E-B81C5A2B2075}"/>
                  </a:ext>
                </a:extLst>
              </p:cNvPr>
              <p:cNvSpPr txBox="1"/>
              <p:nvPr/>
            </p:nvSpPr>
            <p:spPr>
              <a:xfrm>
                <a:off x="8072807"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70</a:t>
                </a:r>
                <a:endParaRPr lang="en-AS" dirty="0">
                  <a:latin typeface="Times New Roman" panose="02020603050405020304" pitchFamily="18" charset="0"/>
                  <a:cs typeface="Times New Roman" panose="02020603050405020304" pitchFamily="18" charset="0"/>
                </a:endParaRPr>
              </a:p>
            </p:txBody>
          </p:sp>
          <p:sp>
            <p:nvSpPr>
              <p:cNvPr id="79" name="TextBox_60">
                <a:extLst>
                  <a:ext uri="{FF2B5EF4-FFF2-40B4-BE49-F238E27FC236}">
                    <a16:creationId xmlns:a16="http://schemas.microsoft.com/office/drawing/2014/main" id="{613A6B0A-DA1A-8208-AF45-E266BB639D3C}"/>
                  </a:ext>
                </a:extLst>
              </p:cNvPr>
              <p:cNvSpPr txBox="1"/>
              <p:nvPr/>
            </p:nvSpPr>
            <p:spPr>
              <a:xfrm>
                <a:off x="7152770"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60</a:t>
                </a:r>
              </a:p>
            </p:txBody>
          </p:sp>
          <p:sp>
            <p:nvSpPr>
              <p:cNvPr id="77" name="TextBox_40">
                <a:extLst>
                  <a:ext uri="{FF2B5EF4-FFF2-40B4-BE49-F238E27FC236}">
                    <a16:creationId xmlns:a16="http://schemas.microsoft.com/office/drawing/2014/main" id="{157BB9D2-789C-5E33-318B-896E2622D774}"/>
                  </a:ext>
                </a:extLst>
              </p:cNvPr>
              <p:cNvSpPr txBox="1"/>
              <p:nvPr/>
            </p:nvSpPr>
            <p:spPr>
              <a:xfrm>
                <a:off x="5312696"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40</a:t>
                </a:r>
                <a:endParaRPr lang="en-AS" dirty="0">
                  <a:latin typeface="Times New Roman" panose="02020603050405020304" pitchFamily="18" charset="0"/>
                  <a:cs typeface="Times New Roman" panose="02020603050405020304" pitchFamily="18" charset="0"/>
                </a:endParaRPr>
              </a:p>
            </p:txBody>
          </p:sp>
          <p:sp>
            <p:nvSpPr>
              <p:cNvPr id="78" name="TextBox_50">
                <a:extLst>
                  <a:ext uri="{FF2B5EF4-FFF2-40B4-BE49-F238E27FC236}">
                    <a16:creationId xmlns:a16="http://schemas.microsoft.com/office/drawing/2014/main" id="{94B1840E-9E61-3EC5-5F3B-0F4FAEAF1ED5}"/>
                  </a:ext>
                </a:extLst>
              </p:cNvPr>
              <p:cNvSpPr txBox="1"/>
              <p:nvPr/>
            </p:nvSpPr>
            <p:spPr>
              <a:xfrm>
                <a:off x="6232733"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50</a:t>
                </a:r>
                <a:endParaRPr lang="en-AS" dirty="0">
                  <a:latin typeface="Times New Roman" panose="02020603050405020304" pitchFamily="18" charset="0"/>
                  <a:cs typeface="Times New Roman" panose="02020603050405020304" pitchFamily="18" charset="0"/>
                </a:endParaRPr>
              </a:p>
            </p:txBody>
          </p:sp>
          <p:sp>
            <p:nvSpPr>
              <p:cNvPr id="76" name="TextBox_30">
                <a:extLst>
                  <a:ext uri="{FF2B5EF4-FFF2-40B4-BE49-F238E27FC236}">
                    <a16:creationId xmlns:a16="http://schemas.microsoft.com/office/drawing/2014/main" id="{C84A7002-5969-6BA4-CB02-30ABD74AE6DE}"/>
                  </a:ext>
                </a:extLst>
              </p:cNvPr>
              <p:cNvSpPr txBox="1"/>
              <p:nvPr/>
            </p:nvSpPr>
            <p:spPr>
              <a:xfrm>
                <a:off x="4392659"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30</a:t>
                </a:r>
                <a:endParaRPr lang="en-AS" dirty="0">
                  <a:latin typeface="Times New Roman" panose="02020603050405020304" pitchFamily="18" charset="0"/>
                  <a:cs typeface="Times New Roman" panose="02020603050405020304" pitchFamily="18" charset="0"/>
                </a:endParaRPr>
              </a:p>
            </p:txBody>
          </p:sp>
          <p:sp>
            <p:nvSpPr>
              <p:cNvPr id="75" name="TextBox_20">
                <a:extLst>
                  <a:ext uri="{FF2B5EF4-FFF2-40B4-BE49-F238E27FC236}">
                    <a16:creationId xmlns:a16="http://schemas.microsoft.com/office/drawing/2014/main" id="{51F6BAE6-9258-5A71-9E74-3AD3542B455A}"/>
                  </a:ext>
                </a:extLst>
              </p:cNvPr>
              <p:cNvSpPr txBox="1"/>
              <p:nvPr/>
            </p:nvSpPr>
            <p:spPr>
              <a:xfrm>
                <a:off x="3472622"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20</a:t>
                </a:r>
                <a:endParaRPr lang="en-AS" dirty="0">
                  <a:latin typeface="Times New Roman" panose="02020603050405020304" pitchFamily="18" charset="0"/>
                  <a:cs typeface="Times New Roman" panose="02020603050405020304" pitchFamily="18" charset="0"/>
                </a:endParaRPr>
              </a:p>
            </p:txBody>
          </p:sp>
          <p:sp>
            <p:nvSpPr>
              <p:cNvPr id="68" name="TextBox_10">
                <a:extLst>
                  <a:ext uri="{FF2B5EF4-FFF2-40B4-BE49-F238E27FC236}">
                    <a16:creationId xmlns:a16="http://schemas.microsoft.com/office/drawing/2014/main" id="{BE3A8275-572C-D09C-E383-C3D347582132}"/>
                  </a:ext>
                </a:extLst>
              </p:cNvPr>
              <p:cNvSpPr txBox="1"/>
              <p:nvPr/>
            </p:nvSpPr>
            <p:spPr>
              <a:xfrm>
                <a:off x="2552585" y="5889619"/>
                <a:ext cx="448751"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10</a:t>
                </a:r>
                <a:endParaRPr lang="en-AS" dirty="0">
                  <a:latin typeface="Times New Roman" panose="02020603050405020304" pitchFamily="18" charset="0"/>
                  <a:cs typeface="Times New Roman" panose="02020603050405020304" pitchFamily="18" charset="0"/>
                </a:endParaRPr>
              </a:p>
            </p:txBody>
          </p:sp>
          <p:sp>
            <p:nvSpPr>
              <p:cNvPr id="67" name="TextBox_0">
                <a:extLst>
                  <a:ext uri="{FF2B5EF4-FFF2-40B4-BE49-F238E27FC236}">
                    <a16:creationId xmlns:a16="http://schemas.microsoft.com/office/drawing/2014/main" id="{43099349-F634-3386-B59C-2D2B8D16AD88}"/>
                  </a:ext>
                </a:extLst>
              </p:cNvPr>
              <p:cNvSpPr txBox="1"/>
              <p:nvPr/>
            </p:nvSpPr>
            <p:spPr>
              <a:xfrm>
                <a:off x="1631299" y="5871182"/>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0</a:t>
                </a:r>
                <a:endParaRPr lang="en-AS" dirty="0">
                  <a:latin typeface="Times New Roman" panose="02020603050405020304" pitchFamily="18" charset="0"/>
                  <a:cs typeface="Times New Roman" panose="02020603050405020304" pitchFamily="18" charset="0"/>
                </a:endParaRPr>
              </a:p>
            </p:txBody>
          </p:sp>
        </p:grpSp>
      </p:grpSp>
      <p:sp>
        <p:nvSpPr>
          <p:cNvPr id="129" name="x-title">
            <a:extLst>
              <a:ext uri="{FF2B5EF4-FFF2-40B4-BE49-F238E27FC236}">
                <a16:creationId xmlns:a16="http://schemas.microsoft.com/office/drawing/2014/main" id="{0B5BFC91-6215-1F81-9737-A873161A98C2}"/>
              </a:ext>
            </a:extLst>
          </p:cNvPr>
          <p:cNvSpPr txBox="1"/>
          <p:nvPr/>
        </p:nvSpPr>
        <p:spPr>
          <a:xfrm>
            <a:off x="3748856" y="6334125"/>
            <a:ext cx="3904289" cy="369332"/>
          </a:xfrm>
          <a:prstGeom prst="rect">
            <a:avLst/>
          </a:prstGeom>
          <a:noFill/>
          <a:effectLst>
            <a:outerShdw blurRad="50800" dist="38100" dir="5400000" algn="t" rotWithShape="0">
              <a:prstClr val="black">
                <a:alpha val="40000"/>
              </a:prstClr>
            </a:outerShdw>
          </a:effectLst>
        </p:spPr>
        <p:txBody>
          <a:bodyPr wrap="square" rtlCol="0">
            <a:spAutoFit/>
          </a:bodyPr>
          <a:lstStyle/>
          <a:p>
            <a:pPr algn="ctr"/>
            <a:r>
              <a:rPr lang="en-US" dirty="0">
                <a:latin typeface="Times New Roman" panose="02020603050405020304" pitchFamily="18" charset="0"/>
                <a:cs typeface="Times New Roman" panose="02020603050405020304" pitchFamily="18" charset="0"/>
              </a:rPr>
              <a:t>Bitrate Reduction % (Higher is Better)</a:t>
            </a:r>
            <a:endParaRPr lang="en-AS" dirty="0">
              <a:latin typeface="Times New Roman" panose="02020603050405020304" pitchFamily="18" charset="0"/>
              <a:cs typeface="Times New Roman" panose="02020603050405020304" pitchFamily="18" charset="0"/>
            </a:endParaRPr>
          </a:p>
        </p:txBody>
      </p:sp>
      <p:grpSp>
        <p:nvGrpSpPr>
          <p:cNvPr id="89" name="y_axis">
            <a:extLst>
              <a:ext uri="{FF2B5EF4-FFF2-40B4-BE49-F238E27FC236}">
                <a16:creationId xmlns:a16="http://schemas.microsoft.com/office/drawing/2014/main" id="{519CA718-8C4B-8782-BDF2-EA0709120CFC}"/>
              </a:ext>
            </a:extLst>
          </p:cNvPr>
          <p:cNvGrpSpPr/>
          <p:nvPr/>
        </p:nvGrpSpPr>
        <p:grpSpPr>
          <a:xfrm>
            <a:off x="1209557" y="1111967"/>
            <a:ext cx="557258" cy="4679846"/>
            <a:chOff x="1019692" y="1140542"/>
            <a:chExt cx="557258" cy="4679846"/>
          </a:xfrm>
        </p:grpSpPr>
        <p:grpSp>
          <p:nvGrpSpPr>
            <p:cNvPr id="66" name="V_Main">
              <a:extLst>
                <a:ext uri="{FF2B5EF4-FFF2-40B4-BE49-F238E27FC236}">
                  <a16:creationId xmlns:a16="http://schemas.microsoft.com/office/drawing/2014/main" id="{9963522A-47B8-1AF1-CA61-7FDCA0C4DD2A}"/>
                </a:ext>
              </a:extLst>
            </p:cNvPr>
            <p:cNvGrpSpPr/>
            <p:nvPr/>
          </p:nvGrpSpPr>
          <p:grpSpPr>
            <a:xfrm>
              <a:off x="1504336" y="1140542"/>
              <a:ext cx="72614" cy="4679846"/>
              <a:chOff x="1504336" y="1140542"/>
              <a:chExt cx="72614" cy="4679846"/>
            </a:xfrm>
          </p:grpSpPr>
          <p:grpSp>
            <p:nvGrpSpPr>
              <p:cNvPr id="63" name="V_lines">
                <a:extLst>
                  <a:ext uri="{FF2B5EF4-FFF2-40B4-BE49-F238E27FC236}">
                    <a16:creationId xmlns:a16="http://schemas.microsoft.com/office/drawing/2014/main" id="{4DAE8B65-2A72-3E36-B777-8427B2166676}"/>
                  </a:ext>
                </a:extLst>
              </p:cNvPr>
              <p:cNvGrpSpPr/>
              <p:nvPr/>
            </p:nvGrpSpPr>
            <p:grpSpPr>
              <a:xfrm>
                <a:off x="1504950" y="1463040"/>
                <a:ext cx="72000" cy="4053840"/>
                <a:chOff x="1504950" y="1463040"/>
                <a:chExt cx="72000" cy="4053840"/>
              </a:xfrm>
            </p:grpSpPr>
            <p:cxnSp>
              <p:nvCxnSpPr>
                <p:cNvPr id="62" name="34">
                  <a:extLst>
                    <a:ext uri="{FF2B5EF4-FFF2-40B4-BE49-F238E27FC236}">
                      <a16:creationId xmlns:a16="http://schemas.microsoft.com/office/drawing/2014/main" id="{B3853416-CDF2-5C22-4F63-278E37E99B95}"/>
                    </a:ext>
                  </a:extLst>
                </p:cNvPr>
                <p:cNvCxnSpPr>
                  <a:cxnSpLocks/>
                </p:cNvCxnSpPr>
                <p:nvPr/>
              </p:nvCxnSpPr>
              <p:spPr>
                <a:xfrm>
                  <a:off x="1504950" y="5516880"/>
                  <a:ext cx="72000"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61" name="35">
                  <a:extLst>
                    <a:ext uri="{FF2B5EF4-FFF2-40B4-BE49-F238E27FC236}">
                      <a16:creationId xmlns:a16="http://schemas.microsoft.com/office/drawing/2014/main" id="{7EB88840-4120-D1BE-D87C-22842336CCB8}"/>
                    </a:ext>
                  </a:extLst>
                </p:cNvPr>
                <p:cNvCxnSpPr>
                  <a:cxnSpLocks/>
                </p:cNvCxnSpPr>
                <p:nvPr/>
              </p:nvCxnSpPr>
              <p:spPr>
                <a:xfrm>
                  <a:off x="1504950" y="4706112"/>
                  <a:ext cx="72000"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60" name="36">
                  <a:extLst>
                    <a:ext uri="{FF2B5EF4-FFF2-40B4-BE49-F238E27FC236}">
                      <a16:creationId xmlns:a16="http://schemas.microsoft.com/office/drawing/2014/main" id="{9CDE4981-2E67-7AAB-9DF5-BD392839F1F7}"/>
                    </a:ext>
                  </a:extLst>
                </p:cNvPr>
                <p:cNvCxnSpPr>
                  <a:cxnSpLocks/>
                </p:cNvCxnSpPr>
                <p:nvPr/>
              </p:nvCxnSpPr>
              <p:spPr>
                <a:xfrm>
                  <a:off x="1504950" y="3895344"/>
                  <a:ext cx="72000"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59" name="37">
                  <a:extLst>
                    <a:ext uri="{FF2B5EF4-FFF2-40B4-BE49-F238E27FC236}">
                      <a16:creationId xmlns:a16="http://schemas.microsoft.com/office/drawing/2014/main" id="{7D4B2557-B204-8083-4F7D-18EB550C55E7}"/>
                    </a:ext>
                  </a:extLst>
                </p:cNvPr>
                <p:cNvCxnSpPr>
                  <a:cxnSpLocks/>
                </p:cNvCxnSpPr>
                <p:nvPr/>
              </p:nvCxnSpPr>
              <p:spPr>
                <a:xfrm>
                  <a:off x="1504950" y="3084576"/>
                  <a:ext cx="72000"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58" name="38">
                  <a:extLst>
                    <a:ext uri="{FF2B5EF4-FFF2-40B4-BE49-F238E27FC236}">
                      <a16:creationId xmlns:a16="http://schemas.microsoft.com/office/drawing/2014/main" id="{6851DD66-FF99-1D71-87C7-512CADA2A6EA}"/>
                    </a:ext>
                  </a:extLst>
                </p:cNvPr>
                <p:cNvCxnSpPr>
                  <a:cxnSpLocks/>
                </p:cNvCxnSpPr>
                <p:nvPr/>
              </p:nvCxnSpPr>
              <p:spPr>
                <a:xfrm>
                  <a:off x="1504950" y="2273808"/>
                  <a:ext cx="72000"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57" name="39">
                  <a:extLst>
                    <a:ext uri="{FF2B5EF4-FFF2-40B4-BE49-F238E27FC236}">
                      <a16:creationId xmlns:a16="http://schemas.microsoft.com/office/drawing/2014/main" id="{8E9CF6A2-1DA6-56F5-A0AB-A9D8E09A9C9B}"/>
                    </a:ext>
                  </a:extLst>
                </p:cNvPr>
                <p:cNvCxnSpPr>
                  <a:cxnSpLocks/>
                </p:cNvCxnSpPr>
                <p:nvPr/>
              </p:nvCxnSpPr>
              <p:spPr>
                <a:xfrm>
                  <a:off x="1504950" y="1463040"/>
                  <a:ext cx="72000" cy="0"/>
                </a:xfrm>
                <a:prstGeom prst="line">
                  <a:avLst/>
                </a:prstGeom>
              </p:spPr>
              <p:style>
                <a:lnRef idx="2">
                  <a:schemeClr val="accent1"/>
                </a:lnRef>
                <a:fillRef idx="0">
                  <a:schemeClr val="accent1"/>
                </a:fillRef>
                <a:effectRef idx="1">
                  <a:schemeClr val="accent1"/>
                </a:effectRef>
                <a:fontRef idx="minor">
                  <a:schemeClr val="tx1"/>
                </a:fontRef>
              </p:style>
            </p:cxnSp>
          </p:grpSp>
          <p:cxnSp>
            <p:nvCxnSpPr>
              <p:cNvPr id="30" name="V-arrow">
                <a:extLst>
                  <a:ext uri="{FF2B5EF4-FFF2-40B4-BE49-F238E27FC236}">
                    <a16:creationId xmlns:a16="http://schemas.microsoft.com/office/drawing/2014/main" id="{36F852E6-7ACF-C182-F648-AC0A530E97AC}"/>
                  </a:ext>
                </a:extLst>
              </p:cNvPr>
              <p:cNvCxnSpPr>
                <a:cxnSpLocks/>
              </p:cNvCxnSpPr>
              <p:nvPr/>
            </p:nvCxnSpPr>
            <p:spPr>
              <a:xfrm flipV="1">
                <a:off x="1504336" y="1140542"/>
                <a:ext cx="0" cy="4679846"/>
              </a:xfrm>
              <a:prstGeom prst="straightConnector1">
                <a:avLst/>
              </a:prstGeom>
              <a:ln>
                <a:tailEnd type="triangle"/>
              </a:ln>
              <a:effectLst>
                <a:outerShdw blurRad="50800" dist="50800" algn="l" rotWithShape="0">
                  <a:prstClr val="black">
                    <a:alpha val="40000"/>
                  </a:prstClr>
                </a:outerShdw>
              </a:effectLst>
            </p:spPr>
            <p:style>
              <a:lnRef idx="2">
                <a:schemeClr val="accent1"/>
              </a:lnRef>
              <a:fillRef idx="0">
                <a:schemeClr val="accent1"/>
              </a:fillRef>
              <a:effectRef idx="1">
                <a:schemeClr val="accent1"/>
              </a:effectRef>
              <a:fontRef idx="minor">
                <a:schemeClr val="tx1"/>
              </a:fontRef>
            </p:style>
          </p:cxnSp>
        </p:grpSp>
        <p:grpSp>
          <p:nvGrpSpPr>
            <p:cNvPr id="88" name="V_Numbers">
              <a:extLst>
                <a:ext uri="{FF2B5EF4-FFF2-40B4-BE49-F238E27FC236}">
                  <a16:creationId xmlns:a16="http://schemas.microsoft.com/office/drawing/2014/main" id="{8CDC4841-DF60-0DC8-9855-CDBAC82DBEE4}"/>
                </a:ext>
              </a:extLst>
            </p:cNvPr>
            <p:cNvGrpSpPr/>
            <p:nvPr/>
          </p:nvGrpSpPr>
          <p:grpSpPr>
            <a:xfrm>
              <a:off x="1019692" y="1278374"/>
              <a:ext cx="450000" cy="4423172"/>
              <a:chOff x="1019692" y="1278374"/>
              <a:chExt cx="450000" cy="4423172"/>
            </a:xfrm>
          </p:grpSpPr>
          <p:sp>
            <p:nvSpPr>
              <p:cNvPr id="82" name="TextBox_34">
                <a:extLst>
                  <a:ext uri="{FF2B5EF4-FFF2-40B4-BE49-F238E27FC236}">
                    <a16:creationId xmlns:a16="http://schemas.microsoft.com/office/drawing/2014/main" id="{456DD95C-BF85-FB9B-73AA-28ACFF6DB4C4}"/>
                  </a:ext>
                </a:extLst>
              </p:cNvPr>
              <p:cNvSpPr txBox="1"/>
              <p:nvPr/>
            </p:nvSpPr>
            <p:spPr>
              <a:xfrm>
                <a:off x="1019692" y="5332214"/>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34</a:t>
                </a:r>
                <a:endParaRPr lang="en-AS" dirty="0">
                  <a:latin typeface="Times New Roman" panose="02020603050405020304" pitchFamily="18" charset="0"/>
                  <a:cs typeface="Times New Roman" panose="02020603050405020304" pitchFamily="18" charset="0"/>
                </a:endParaRPr>
              </a:p>
            </p:txBody>
          </p:sp>
          <p:sp>
            <p:nvSpPr>
              <p:cNvPr id="87" name="TextBox_35">
                <a:extLst>
                  <a:ext uri="{FF2B5EF4-FFF2-40B4-BE49-F238E27FC236}">
                    <a16:creationId xmlns:a16="http://schemas.microsoft.com/office/drawing/2014/main" id="{E819059E-6E8E-B6E8-056F-B195DEC012C3}"/>
                  </a:ext>
                </a:extLst>
              </p:cNvPr>
              <p:cNvSpPr txBox="1"/>
              <p:nvPr/>
            </p:nvSpPr>
            <p:spPr>
              <a:xfrm>
                <a:off x="1019692" y="4521446"/>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35</a:t>
                </a:r>
                <a:endParaRPr lang="en-AS" dirty="0">
                  <a:latin typeface="Times New Roman" panose="02020603050405020304" pitchFamily="18" charset="0"/>
                  <a:cs typeface="Times New Roman" panose="02020603050405020304" pitchFamily="18" charset="0"/>
                </a:endParaRPr>
              </a:p>
            </p:txBody>
          </p:sp>
          <p:sp>
            <p:nvSpPr>
              <p:cNvPr id="86" name="TextBox_36">
                <a:extLst>
                  <a:ext uri="{FF2B5EF4-FFF2-40B4-BE49-F238E27FC236}">
                    <a16:creationId xmlns:a16="http://schemas.microsoft.com/office/drawing/2014/main" id="{90616BFB-80E5-9F7C-6F78-7B0E5BB593BC}"/>
                  </a:ext>
                </a:extLst>
              </p:cNvPr>
              <p:cNvSpPr txBox="1"/>
              <p:nvPr/>
            </p:nvSpPr>
            <p:spPr>
              <a:xfrm>
                <a:off x="1019692" y="3710678"/>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36</a:t>
                </a:r>
                <a:endParaRPr lang="en-AS" dirty="0">
                  <a:latin typeface="Times New Roman" panose="02020603050405020304" pitchFamily="18" charset="0"/>
                  <a:cs typeface="Times New Roman" panose="02020603050405020304" pitchFamily="18" charset="0"/>
                </a:endParaRPr>
              </a:p>
            </p:txBody>
          </p:sp>
          <p:sp>
            <p:nvSpPr>
              <p:cNvPr id="85" name="TextBox_37">
                <a:extLst>
                  <a:ext uri="{FF2B5EF4-FFF2-40B4-BE49-F238E27FC236}">
                    <a16:creationId xmlns:a16="http://schemas.microsoft.com/office/drawing/2014/main" id="{93DA6ACE-A398-74CB-C5A4-3DE609AE7435}"/>
                  </a:ext>
                </a:extLst>
              </p:cNvPr>
              <p:cNvSpPr txBox="1"/>
              <p:nvPr/>
            </p:nvSpPr>
            <p:spPr>
              <a:xfrm>
                <a:off x="1019692" y="2899910"/>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37</a:t>
                </a:r>
                <a:endParaRPr lang="en-AS" dirty="0">
                  <a:latin typeface="Times New Roman" panose="02020603050405020304" pitchFamily="18" charset="0"/>
                  <a:cs typeface="Times New Roman" panose="02020603050405020304" pitchFamily="18" charset="0"/>
                </a:endParaRPr>
              </a:p>
            </p:txBody>
          </p:sp>
          <p:sp>
            <p:nvSpPr>
              <p:cNvPr id="84" name="TextBox_38">
                <a:extLst>
                  <a:ext uri="{FF2B5EF4-FFF2-40B4-BE49-F238E27FC236}">
                    <a16:creationId xmlns:a16="http://schemas.microsoft.com/office/drawing/2014/main" id="{5BFBFD15-2609-704A-078D-5C72BD62EF6D}"/>
                  </a:ext>
                </a:extLst>
              </p:cNvPr>
              <p:cNvSpPr txBox="1"/>
              <p:nvPr/>
            </p:nvSpPr>
            <p:spPr>
              <a:xfrm>
                <a:off x="1019692" y="2089142"/>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38</a:t>
                </a:r>
                <a:endParaRPr lang="en-AS" dirty="0">
                  <a:latin typeface="Times New Roman" panose="02020603050405020304" pitchFamily="18" charset="0"/>
                  <a:cs typeface="Times New Roman" panose="02020603050405020304" pitchFamily="18" charset="0"/>
                </a:endParaRPr>
              </a:p>
            </p:txBody>
          </p:sp>
          <p:sp>
            <p:nvSpPr>
              <p:cNvPr id="83" name="TextBox_39">
                <a:extLst>
                  <a:ext uri="{FF2B5EF4-FFF2-40B4-BE49-F238E27FC236}">
                    <a16:creationId xmlns:a16="http://schemas.microsoft.com/office/drawing/2014/main" id="{41C01232-BD69-1D49-8086-CA391D65DE09}"/>
                  </a:ext>
                </a:extLst>
              </p:cNvPr>
              <p:cNvSpPr txBox="1"/>
              <p:nvPr/>
            </p:nvSpPr>
            <p:spPr>
              <a:xfrm>
                <a:off x="1019692" y="1278374"/>
                <a:ext cx="45000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39</a:t>
                </a:r>
                <a:endParaRPr lang="en-AS" dirty="0">
                  <a:latin typeface="Times New Roman" panose="02020603050405020304" pitchFamily="18" charset="0"/>
                  <a:cs typeface="Times New Roman" panose="02020603050405020304" pitchFamily="18" charset="0"/>
                </a:endParaRPr>
              </a:p>
            </p:txBody>
          </p:sp>
        </p:grpSp>
      </p:grpSp>
      <p:sp>
        <p:nvSpPr>
          <p:cNvPr id="127" name="y-title">
            <a:extLst>
              <a:ext uri="{FF2B5EF4-FFF2-40B4-BE49-F238E27FC236}">
                <a16:creationId xmlns:a16="http://schemas.microsoft.com/office/drawing/2014/main" id="{CFDFA6F1-A210-F3C2-8D34-D5F5F7A1D399}"/>
              </a:ext>
            </a:extLst>
          </p:cNvPr>
          <p:cNvSpPr txBox="1"/>
          <p:nvPr/>
        </p:nvSpPr>
        <p:spPr>
          <a:xfrm>
            <a:off x="778161" y="2014952"/>
            <a:ext cx="461665" cy="2873877"/>
          </a:xfrm>
          <a:prstGeom prst="rect">
            <a:avLst/>
          </a:prstGeom>
          <a:noFill/>
          <a:effectLst>
            <a:outerShdw blurRad="50800" dist="38100" algn="l" rotWithShape="0">
              <a:prstClr val="black">
                <a:alpha val="40000"/>
              </a:prstClr>
            </a:outerShdw>
          </a:effectLst>
        </p:spPr>
        <p:txBody>
          <a:bodyPr vert="vert270" wrap="square" rtlCol="0">
            <a:spAutoFit/>
          </a:bodyPr>
          <a:lstStyle/>
          <a:p>
            <a:pPr algn="ctr"/>
            <a:r>
              <a:rPr lang="en-US" dirty="0">
                <a:latin typeface="Times New Roman" panose="02020603050405020304" pitchFamily="18" charset="0"/>
                <a:cs typeface="Times New Roman" panose="02020603050405020304" pitchFamily="18" charset="0"/>
              </a:rPr>
              <a:t>PSNR (dB) (Higher is Better)</a:t>
            </a:r>
            <a:endParaRPr lang="en-AS" dirty="0">
              <a:latin typeface="Times New Roman" panose="02020603050405020304" pitchFamily="18" charset="0"/>
              <a:cs typeface="Times New Roman" panose="02020603050405020304" pitchFamily="18" charset="0"/>
            </a:endParaRPr>
          </a:p>
        </p:txBody>
      </p:sp>
      <p:grpSp>
        <p:nvGrpSpPr>
          <p:cNvPr id="104" name="V_DLines">
            <a:extLst>
              <a:ext uri="{FF2B5EF4-FFF2-40B4-BE49-F238E27FC236}">
                <a16:creationId xmlns:a16="http://schemas.microsoft.com/office/drawing/2014/main" id="{8B506032-33EF-48A0-164C-9A9D7DA94EB7}"/>
              </a:ext>
            </a:extLst>
          </p:cNvPr>
          <p:cNvGrpSpPr/>
          <p:nvPr/>
        </p:nvGrpSpPr>
        <p:grpSpPr>
          <a:xfrm>
            <a:off x="2041402" y="1197072"/>
            <a:ext cx="7360919" cy="4548140"/>
            <a:chOff x="1851537" y="1225647"/>
            <a:chExt cx="7360919" cy="4548140"/>
          </a:xfrm>
        </p:grpSpPr>
        <p:cxnSp>
          <p:nvCxnSpPr>
            <p:cNvPr id="103" name="L9">
              <a:extLst>
                <a:ext uri="{FF2B5EF4-FFF2-40B4-BE49-F238E27FC236}">
                  <a16:creationId xmlns:a16="http://schemas.microsoft.com/office/drawing/2014/main" id="{D89F44E8-50B7-AD8D-DB51-B2E311FE7526}"/>
                </a:ext>
              </a:extLst>
            </p:cNvPr>
            <p:cNvCxnSpPr>
              <a:cxnSpLocks/>
            </p:cNvCxnSpPr>
            <p:nvPr/>
          </p:nvCxnSpPr>
          <p:spPr>
            <a:xfrm>
              <a:off x="8292342"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02" name="L8">
              <a:extLst>
                <a:ext uri="{FF2B5EF4-FFF2-40B4-BE49-F238E27FC236}">
                  <a16:creationId xmlns:a16="http://schemas.microsoft.com/office/drawing/2014/main" id="{CEDFFD9E-895F-6350-2A46-C169153CF805}"/>
                </a:ext>
              </a:extLst>
            </p:cNvPr>
            <p:cNvCxnSpPr>
              <a:cxnSpLocks/>
            </p:cNvCxnSpPr>
            <p:nvPr/>
          </p:nvCxnSpPr>
          <p:spPr>
            <a:xfrm>
              <a:off x="7372227"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01" name="L7">
              <a:extLst>
                <a:ext uri="{FF2B5EF4-FFF2-40B4-BE49-F238E27FC236}">
                  <a16:creationId xmlns:a16="http://schemas.microsoft.com/office/drawing/2014/main" id="{3A8B8DFF-9653-8D00-1EF2-86935D17BB47}"/>
                </a:ext>
              </a:extLst>
            </p:cNvPr>
            <p:cNvCxnSpPr>
              <a:cxnSpLocks/>
            </p:cNvCxnSpPr>
            <p:nvPr/>
          </p:nvCxnSpPr>
          <p:spPr>
            <a:xfrm>
              <a:off x="6452112"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00" name="L6">
              <a:extLst>
                <a:ext uri="{FF2B5EF4-FFF2-40B4-BE49-F238E27FC236}">
                  <a16:creationId xmlns:a16="http://schemas.microsoft.com/office/drawing/2014/main" id="{78C03DD5-4712-1B90-A94B-A57AAE1F8C0D}"/>
                </a:ext>
              </a:extLst>
            </p:cNvPr>
            <p:cNvCxnSpPr>
              <a:cxnSpLocks/>
            </p:cNvCxnSpPr>
            <p:nvPr/>
          </p:nvCxnSpPr>
          <p:spPr>
            <a:xfrm>
              <a:off x="5531997"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99" name="L5">
              <a:extLst>
                <a:ext uri="{FF2B5EF4-FFF2-40B4-BE49-F238E27FC236}">
                  <a16:creationId xmlns:a16="http://schemas.microsoft.com/office/drawing/2014/main" id="{902B29E1-2AB5-416D-4D44-4A9FDB1C8B25}"/>
                </a:ext>
              </a:extLst>
            </p:cNvPr>
            <p:cNvCxnSpPr>
              <a:cxnSpLocks/>
            </p:cNvCxnSpPr>
            <p:nvPr/>
          </p:nvCxnSpPr>
          <p:spPr>
            <a:xfrm>
              <a:off x="4611882"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98" name="L4">
              <a:extLst>
                <a:ext uri="{FF2B5EF4-FFF2-40B4-BE49-F238E27FC236}">
                  <a16:creationId xmlns:a16="http://schemas.microsoft.com/office/drawing/2014/main" id="{6D07C8AE-C4D0-517A-8FED-ED44C338F0FE}"/>
                </a:ext>
              </a:extLst>
            </p:cNvPr>
            <p:cNvCxnSpPr>
              <a:cxnSpLocks/>
            </p:cNvCxnSpPr>
            <p:nvPr/>
          </p:nvCxnSpPr>
          <p:spPr>
            <a:xfrm>
              <a:off x="3691767"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97" name="L3">
              <a:extLst>
                <a:ext uri="{FF2B5EF4-FFF2-40B4-BE49-F238E27FC236}">
                  <a16:creationId xmlns:a16="http://schemas.microsoft.com/office/drawing/2014/main" id="{2C03C6A7-D16B-5395-6700-32C90A0C487E}"/>
                </a:ext>
              </a:extLst>
            </p:cNvPr>
            <p:cNvCxnSpPr>
              <a:cxnSpLocks/>
            </p:cNvCxnSpPr>
            <p:nvPr/>
          </p:nvCxnSpPr>
          <p:spPr>
            <a:xfrm>
              <a:off x="2771652"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96" name="L2">
              <a:extLst>
                <a:ext uri="{FF2B5EF4-FFF2-40B4-BE49-F238E27FC236}">
                  <a16:creationId xmlns:a16="http://schemas.microsoft.com/office/drawing/2014/main" id="{7D115845-4A7C-7B63-429C-8F0F4EB742EE}"/>
                </a:ext>
              </a:extLst>
            </p:cNvPr>
            <p:cNvCxnSpPr>
              <a:cxnSpLocks/>
            </p:cNvCxnSpPr>
            <p:nvPr/>
          </p:nvCxnSpPr>
          <p:spPr>
            <a:xfrm>
              <a:off x="9212456" y="124088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94" name="L1">
              <a:extLst>
                <a:ext uri="{FF2B5EF4-FFF2-40B4-BE49-F238E27FC236}">
                  <a16:creationId xmlns:a16="http://schemas.microsoft.com/office/drawing/2014/main" id="{8BE3CDB8-C256-0044-80DA-E55CE70D1177}"/>
                </a:ext>
              </a:extLst>
            </p:cNvPr>
            <p:cNvCxnSpPr>
              <a:cxnSpLocks/>
            </p:cNvCxnSpPr>
            <p:nvPr/>
          </p:nvCxnSpPr>
          <p:spPr>
            <a:xfrm>
              <a:off x="1851537" y="1225647"/>
              <a:ext cx="0" cy="453290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grpSp>
      <p:grpSp>
        <p:nvGrpSpPr>
          <p:cNvPr id="113" name="H_DLine">
            <a:extLst>
              <a:ext uri="{FF2B5EF4-FFF2-40B4-BE49-F238E27FC236}">
                <a16:creationId xmlns:a16="http://schemas.microsoft.com/office/drawing/2014/main" id="{2F87EFF1-1C37-2583-A0F3-5210C49338FB}"/>
              </a:ext>
            </a:extLst>
          </p:cNvPr>
          <p:cNvGrpSpPr/>
          <p:nvPr/>
        </p:nvGrpSpPr>
        <p:grpSpPr>
          <a:xfrm>
            <a:off x="1765817" y="1434465"/>
            <a:ext cx="7766168" cy="4053840"/>
            <a:chOff x="1575952" y="1463040"/>
            <a:chExt cx="7766168" cy="4053840"/>
          </a:xfrm>
        </p:grpSpPr>
        <p:cxnSp>
          <p:nvCxnSpPr>
            <p:cNvPr id="106" name="HL1">
              <a:extLst>
                <a:ext uri="{FF2B5EF4-FFF2-40B4-BE49-F238E27FC236}">
                  <a16:creationId xmlns:a16="http://schemas.microsoft.com/office/drawing/2014/main" id="{E60DF3F4-31B7-E217-7481-FC6EDB4A0DB2}"/>
                </a:ext>
              </a:extLst>
            </p:cNvPr>
            <p:cNvCxnSpPr>
              <a:cxnSpLocks/>
            </p:cNvCxnSpPr>
            <p:nvPr/>
          </p:nvCxnSpPr>
          <p:spPr>
            <a:xfrm>
              <a:off x="1575952" y="5516880"/>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2" name="HL2">
              <a:extLst>
                <a:ext uri="{FF2B5EF4-FFF2-40B4-BE49-F238E27FC236}">
                  <a16:creationId xmlns:a16="http://schemas.microsoft.com/office/drawing/2014/main" id="{969C928D-A0D7-AA66-56BA-951AB27D29AD}"/>
                </a:ext>
              </a:extLst>
            </p:cNvPr>
            <p:cNvCxnSpPr>
              <a:cxnSpLocks/>
            </p:cNvCxnSpPr>
            <p:nvPr/>
          </p:nvCxnSpPr>
          <p:spPr>
            <a:xfrm>
              <a:off x="1575952" y="4706112"/>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1" name="HL3">
              <a:extLst>
                <a:ext uri="{FF2B5EF4-FFF2-40B4-BE49-F238E27FC236}">
                  <a16:creationId xmlns:a16="http://schemas.microsoft.com/office/drawing/2014/main" id="{1BBAF956-954A-4D2F-4B11-919E12961FC1}"/>
                </a:ext>
              </a:extLst>
            </p:cNvPr>
            <p:cNvCxnSpPr>
              <a:cxnSpLocks/>
            </p:cNvCxnSpPr>
            <p:nvPr/>
          </p:nvCxnSpPr>
          <p:spPr>
            <a:xfrm>
              <a:off x="1575952" y="3895344"/>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0" name="HL4">
              <a:extLst>
                <a:ext uri="{FF2B5EF4-FFF2-40B4-BE49-F238E27FC236}">
                  <a16:creationId xmlns:a16="http://schemas.microsoft.com/office/drawing/2014/main" id="{629387FE-B00C-6943-3E6D-FCE0FC24E4B9}"/>
                </a:ext>
              </a:extLst>
            </p:cNvPr>
            <p:cNvCxnSpPr>
              <a:cxnSpLocks/>
            </p:cNvCxnSpPr>
            <p:nvPr/>
          </p:nvCxnSpPr>
          <p:spPr>
            <a:xfrm>
              <a:off x="1575952" y="3084576"/>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09" name="HL5">
              <a:extLst>
                <a:ext uri="{FF2B5EF4-FFF2-40B4-BE49-F238E27FC236}">
                  <a16:creationId xmlns:a16="http://schemas.microsoft.com/office/drawing/2014/main" id="{C1E872F2-3A7E-D759-B6D5-1FC5FFF8EC92}"/>
                </a:ext>
              </a:extLst>
            </p:cNvPr>
            <p:cNvCxnSpPr>
              <a:cxnSpLocks/>
            </p:cNvCxnSpPr>
            <p:nvPr/>
          </p:nvCxnSpPr>
          <p:spPr>
            <a:xfrm>
              <a:off x="1575952" y="2273808"/>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08" name="HL6">
              <a:extLst>
                <a:ext uri="{FF2B5EF4-FFF2-40B4-BE49-F238E27FC236}">
                  <a16:creationId xmlns:a16="http://schemas.microsoft.com/office/drawing/2014/main" id="{8BAAEBC7-3F80-4EFB-653D-EB03B5EDBBF8}"/>
                </a:ext>
              </a:extLst>
            </p:cNvPr>
            <p:cNvCxnSpPr>
              <a:cxnSpLocks/>
            </p:cNvCxnSpPr>
            <p:nvPr/>
          </p:nvCxnSpPr>
          <p:spPr>
            <a:xfrm>
              <a:off x="1575952" y="1463040"/>
              <a:ext cx="7766168" cy="0"/>
            </a:xfrm>
            <a:prstGeom prst="line">
              <a:avLst/>
            </a:prstGeom>
            <a:ln>
              <a:solidFill>
                <a:schemeClr val="bg2">
                  <a:lumMod val="75000"/>
                </a:schemeClr>
              </a:solidFill>
              <a:prstDash val="dash"/>
            </a:ln>
          </p:spPr>
          <p:style>
            <a:lnRef idx="2">
              <a:schemeClr val="accent1"/>
            </a:lnRef>
            <a:fillRef idx="0">
              <a:schemeClr val="accent1"/>
            </a:fillRef>
            <a:effectRef idx="1">
              <a:schemeClr val="accent1"/>
            </a:effectRef>
            <a:fontRef idx="minor">
              <a:schemeClr val="tx1"/>
            </a:fontRef>
          </p:style>
        </p:cxnSp>
      </p:grpSp>
      <p:grpSp>
        <p:nvGrpSpPr>
          <p:cNvPr id="126" name="Makes">
            <a:extLst>
              <a:ext uri="{FF2B5EF4-FFF2-40B4-BE49-F238E27FC236}">
                <a16:creationId xmlns:a16="http://schemas.microsoft.com/office/drawing/2014/main" id="{CBCD8805-0E04-C30D-BC4C-434FBFCC4FF4}"/>
              </a:ext>
            </a:extLst>
          </p:cNvPr>
          <p:cNvGrpSpPr/>
          <p:nvPr/>
        </p:nvGrpSpPr>
        <p:grpSpPr>
          <a:xfrm>
            <a:off x="1903215" y="1478239"/>
            <a:ext cx="7442497" cy="4126620"/>
            <a:chOff x="2160390" y="1506814"/>
            <a:chExt cx="7442497" cy="4126620"/>
          </a:xfrm>
          <a:effectLst/>
        </p:grpSpPr>
        <p:sp>
          <p:nvSpPr>
            <p:cNvPr id="123" name="x-9">
              <a:extLst>
                <a:ext uri="{FF2B5EF4-FFF2-40B4-BE49-F238E27FC236}">
                  <a16:creationId xmlns:a16="http://schemas.microsoft.com/office/drawing/2014/main" id="{A30E1D74-B806-13D7-351D-9DC25C89F41E}"/>
                </a:ext>
              </a:extLst>
            </p:cNvPr>
            <p:cNvSpPr/>
            <p:nvPr/>
          </p:nvSpPr>
          <p:spPr>
            <a:xfrm>
              <a:off x="9373987" y="1662181"/>
              <a:ext cx="228900" cy="228900"/>
            </a:xfrm>
            <a:prstGeom prst="mathMultiply">
              <a:avLst>
                <a:gd name="adj1" fmla="val 0"/>
              </a:avLst>
            </a:prstGeom>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4" name="x-8">
              <a:extLst>
                <a:ext uri="{FF2B5EF4-FFF2-40B4-BE49-F238E27FC236}">
                  <a16:creationId xmlns:a16="http://schemas.microsoft.com/office/drawing/2014/main" id="{AE40FE3D-412D-B3E2-E88C-7F832B55C1AC}"/>
                </a:ext>
              </a:extLst>
            </p:cNvPr>
            <p:cNvSpPr/>
            <p:nvPr/>
          </p:nvSpPr>
          <p:spPr>
            <a:xfrm>
              <a:off x="9107133" y="1506814"/>
              <a:ext cx="228900" cy="228900"/>
            </a:xfrm>
            <a:prstGeom prst="mathMultiply">
              <a:avLst>
                <a:gd name="adj1" fmla="val 0"/>
              </a:avLst>
            </a:prstGeom>
            <a:ln>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2" name="x-7">
              <a:extLst>
                <a:ext uri="{FF2B5EF4-FFF2-40B4-BE49-F238E27FC236}">
                  <a16:creationId xmlns:a16="http://schemas.microsoft.com/office/drawing/2014/main" id="{7C25412C-F447-3822-0302-608F4910C66C}"/>
                </a:ext>
              </a:extLst>
            </p:cNvPr>
            <p:cNvSpPr/>
            <p:nvPr/>
          </p:nvSpPr>
          <p:spPr>
            <a:xfrm>
              <a:off x="8840279" y="1891081"/>
              <a:ext cx="228900" cy="228900"/>
            </a:xfrm>
            <a:prstGeom prst="mathMultiply">
              <a:avLst>
                <a:gd name="adj1" fmla="val 0"/>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1" name="x-6">
              <a:extLst>
                <a:ext uri="{FF2B5EF4-FFF2-40B4-BE49-F238E27FC236}">
                  <a16:creationId xmlns:a16="http://schemas.microsoft.com/office/drawing/2014/main" id="{CD20B9EA-22E8-DC8E-39AA-05056E3BCAB3}"/>
                </a:ext>
              </a:extLst>
            </p:cNvPr>
            <p:cNvSpPr/>
            <p:nvPr/>
          </p:nvSpPr>
          <p:spPr>
            <a:xfrm>
              <a:off x="8631924" y="2159358"/>
              <a:ext cx="228900" cy="228900"/>
            </a:xfrm>
            <a:prstGeom prst="mathMultiply">
              <a:avLst>
                <a:gd name="adj1" fmla="val 0"/>
              </a:avLst>
            </a:prstGeom>
            <a:ln>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0" name="x-5">
              <a:extLst>
                <a:ext uri="{FF2B5EF4-FFF2-40B4-BE49-F238E27FC236}">
                  <a16:creationId xmlns:a16="http://schemas.microsoft.com/office/drawing/2014/main" id="{C05B9EFF-9BAB-9552-F1B0-9CA4B33B62D3}"/>
                </a:ext>
              </a:extLst>
            </p:cNvPr>
            <p:cNvSpPr/>
            <p:nvPr/>
          </p:nvSpPr>
          <p:spPr>
            <a:xfrm>
              <a:off x="8164874" y="2783430"/>
              <a:ext cx="228900" cy="228900"/>
            </a:xfrm>
            <a:prstGeom prst="mathMultiply">
              <a:avLst>
                <a:gd name="adj1" fmla="val 0"/>
              </a:avLst>
            </a:prstGeom>
            <a:ln>
              <a:solidFill>
                <a:schemeClr val="tx2">
                  <a:lumMod val="90000"/>
                  <a:lumOff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9" name="x-4">
              <a:extLst>
                <a:ext uri="{FF2B5EF4-FFF2-40B4-BE49-F238E27FC236}">
                  <a16:creationId xmlns:a16="http://schemas.microsoft.com/office/drawing/2014/main" id="{02E4811E-05D6-0606-DBC2-B0B61047B363}"/>
                </a:ext>
              </a:extLst>
            </p:cNvPr>
            <p:cNvSpPr/>
            <p:nvPr/>
          </p:nvSpPr>
          <p:spPr>
            <a:xfrm>
              <a:off x="7244759" y="3078637"/>
              <a:ext cx="228900" cy="228900"/>
            </a:xfrm>
            <a:prstGeom prst="mathMultiply">
              <a:avLst>
                <a:gd name="adj1" fmla="val 0"/>
              </a:avLst>
            </a:prstGeom>
            <a:ln>
              <a:solidFill>
                <a:srgbClr val="FC3EB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118" name="x-3">
              <a:extLst>
                <a:ext uri="{FF2B5EF4-FFF2-40B4-BE49-F238E27FC236}">
                  <a16:creationId xmlns:a16="http://schemas.microsoft.com/office/drawing/2014/main" id="{0E2044F3-4857-EA06-DE58-E0C590F9D6F7}"/>
                </a:ext>
              </a:extLst>
            </p:cNvPr>
            <p:cNvSpPr/>
            <p:nvPr/>
          </p:nvSpPr>
          <p:spPr>
            <a:xfrm>
              <a:off x="5868955" y="3632232"/>
              <a:ext cx="228900" cy="228900"/>
            </a:xfrm>
            <a:prstGeom prst="mathMultiply">
              <a:avLst>
                <a:gd name="adj1" fmla="val 0"/>
              </a:avLst>
            </a:prstGeom>
            <a:ln>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7" name="x-2">
              <a:extLst>
                <a:ext uri="{FF2B5EF4-FFF2-40B4-BE49-F238E27FC236}">
                  <a16:creationId xmlns:a16="http://schemas.microsoft.com/office/drawing/2014/main" id="{FB4F8937-E343-9D05-EEAE-D3A66CC43F81}"/>
                </a:ext>
              </a:extLst>
            </p:cNvPr>
            <p:cNvSpPr/>
            <p:nvPr/>
          </p:nvSpPr>
          <p:spPr>
            <a:xfrm>
              <a:off x="4486954" y="3927886"/>
              <a:ext cx="228900" cy="228900"/>
            </a:xfrm>
            <a:prstGeom prst="mathMultiply">
              <a:avLst>
                <a:gd name="adj1" fmla="val 0"/>
              </a:avLst>
            </a:prstGeom>
            <a:ln>
              <a:solidFill>
                <a:schemeClr val="tx2">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5" name="x-1">
              <a:extLst>
                <a:ext uri="{FF2B5EF4-FFF2-40B4-BE49-F238E27FC236}">
                  <a16:creationId xmlns:a16="http://schemas.microsoft.com/office/drawing/2014/main" id="{5F694372-DC7D-6251-434C-466B93C31F45}"/>
                </a:ext>
              </a:extLst>
            </p:cNvPr>
            <p:cNvSpPr/>
            <p:nvPr/>
          </p:nvSpPr>
          <p:spPr>
            <a:xfrm>
              <a:off x="2160390" y="5404534"/>
              <a:ext cx="228900" cy="228900"/>
            </a:xfrm>
            <a:prstGeom prst="mathMultiply">
              <a:avLst>
                <a:gd name="adj1" fmla="val 0"/>
              </a:avLst>
            </a:prstGeom>
            <a:ln>
              <a:solidFill>
                <a:srgbClr val="FC800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sp>
        <p:nvSpPr>
          <p:cNvPr id="11" name="Title">
            <a:extLst>
              <a:ext uri="{FF2B5EF4-FFF2-40B4-BE49-F238E27FC236}">
                <a16:creationId xmlns:a16="http://schemas.microsoft.com/office/drawing/2014/main" id="{2F3DBB9B-5E1C-3AAA-FACA-7AB06ED5D636}"/>
              </a:ext>
            </a:extLst>
          </p:cNvPr>
          <p:cNvSpPr txBox="1">
            <a:spLocks noGrp="1"/>
          </p:cNvSpPr>
          <p:nvPr>
            <p:ph type="title" idx="4294967295"/>
          </p:nvPr>
        </p:nvSpPr>
        <p:spPr>
          <a:xfrm>
            <a:off x="2017665" y="178447"/>
            <a:ext cx="8023122"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Combine</a:t>
            </a:r>
            <a:r>
              <a:rPr lang="en-US" sz="3200" dirty="0">
                <a:latin typeface="Times New Roman" panose="02020603050405020304" pitchFamily="18" charset="0"/>
                <a:ea typeface="Tahoma" panose="020B0604030504040204" pitchFamily="34" charset="0"/>
                <a:cs typeface="Times New Roman" panose="02020603050405020304" pitchFamily="18" charset="0"/>
              </a:rPr>
              <a:t>d Rate-Distortion Tradeoff </a:t>
            </a:r>
            <a:endParaRPr kumimoji="0" lang="en-US" sz="32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30" name="legoun">
            <a:extLst>
              <a:ext uri="{FF2B5EF4-FFF2-40B4-BE49-F238E27FC236}">
                <a16:creationId xmlns:a16="http://schemas.microsoft.com/office/drawing/2014/main" id="{8D693E0F-6DB4-DA31-7938-32FAE35858B8}"/>
              </a:ext>
            </a:extLst>
          </p:cNvPr>
          <p:cNvSpPr/>
          <p:nvPr/>
        </p:nvSpPr>
        <p:spPr>
          <a:xfrm>
            <a:off x="1971764" y="962362"/>
            <a:ext cx="2476398" cy="2628479"/>
          </a:xfrm>
          <a:prstGeom prst="rect">
            <a:avLst/>
          </a:prstGeom>
          <a:solidFill>
            <a:srgbClr val="EEEEEE"/>
          </a:solidFill>
          <a:ln w="19050">
            <a:solidFill>
              <a:schemeClr val="bg2">
                <a:lumMod val="7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Times New Roman" panose="02020603050405020304" pitchFamily="18" charset="0"/>
              <a:buChar char="x"/>
            </a:pPr>
            <a:r>
              <a:rPr lang="en-US" dirty="0">
                <a:solidFill>
                  <a:srgbClr val="FC8004"/>
                </a:solidFill>
                <a:latin typeface="Times New Roman" panose="02020603050405020304" pitchFamily="18" charset="0"/>
                <a:cs typeface="Times New Roman" panose="02020603050405020304" pitchFamily="18" charset="0"/>
              </a:rPr>
              <a:t>H.264</a:t>
            </a:r>
          </a:p>
          <a:p>
            <a:pPr marL="285750" indent="-285750">
              <a:buFont typeface="Times New Roman" panose="02020603050405020304" pitchFamily="18" charset="0"/>
              <a:buChar char="x"/>
            </a:pPr>
            <a:r>
              <a:rPr lang="en-US" dirty="0">
                <a:solidFill>
                  <a:srgbClr val="4E95D9"/>
                </a:solidFill>
                <a:latin typeface="Times New Roman" panose="02020603050405020304" pitchFamily="18" charset="0"/>
                <a:cs typeface="Times New Roman" panose="02020603050405020304" pitchFamily="18" charset="0"/>
              </a:rPr>
              <a:t>H.265</a:t>
            </a:r>
          </a:p>
          <a:p>
            <a:pPr marL="285750" indent="-285750">
              <a:buFont typeface="Times New Roman" panose="02020603050405020304" pitchFamily="18" charset="0"/>
              <a:buChar char="x"/>
            </a:pPr>
            <a:r>
              <a:rPr lang="en-US" dirty="0">
                <a:solidFill>
                  <a:srgbClr val="408029"/>
                </a:solidFill>
                <a:latin typeface="Times New Roman" panose="02020603050405020304" pitchFamily="18" charset="0"/>
                <a:cs typeface="Times New Roman" panose="02020603050405020304" pitchFamily="18" charset="0"/>
              </a:rPr>
              <a:t>DVC</a:t>
            </a:r>
          </a:p>
          <a:p>
            <a:pPr marL="285750" indent="-285750">
              <a:buFont typeface="Times New Roman" panose="02020603050405020304" pitchFamily="18" charset="0"/>
              <a:buChar char="x"/>
            </a:pPr>
            <a:r>
              <a:rPr lang="en-US" dirty="0">
                <a:solidFill>
                  <a:srgbClr val="FC3EB8"/>
                </a:solidFill>
                <a:latin typeface="Times New Roman" panose="02020603050405020304" pitchFamily="18" charset="0"/>
                <a:cs typeface="Times New Roman" panose="02020603050405020304" pitchFamily="18" charset="0"/>
              </a:rPr>
              <a:t>Scale-Space Flow</a:t>
            </a:r>
          </a:p>
          <a:p>
            <a:pPr marL="285750" indent="-285750">
              <a:buFont typeface="Times New Roman" panose="02020603050405020304" pitchFamily="18" charset="0"/>
              <a:buChar char="x"/>
            </a:pPr>
            <a:r>
              <a:rPr lang="en-US" dirty="0">
                <a:solidFill>
                  <a:srgbClr val="1F456A"/>
                </a:solidFill>
                <a:latin typeface="Times New Roman" panose="02020603050405020304" pitchFamily="18" charset="0"/>
                <a:cs typeface="Times New Roman" panose="02020603050405020304" pitchFamily="18" charset="0"/>
              </a:rPr>
              <a:t>Sandwiched VC </a:t>
            </a:r>
          </a:p>
          <a:p>
            <a:pPr marL="285750" indent="-285750">
              <a:buFont typeface="Times New Roman" panose="02020603050405020304" pitchFamily="18" charset="0"/>
              <a:buChar char="x"/>
            </a:pPr>
            <a:r>
              <a:rPr lang="en-US" dirty="0">
                <a:solidFill>
                  <a:srgbClr val="C2531B"/>
                </a:solidFill>
                <a:latin typeface="Times New Roman" panose="02020603050405020304" pitchFamily="18" charset="0"/>
                <a:cs typeface="Times New Roman" panose="02020603050405020304" pitchFamily="18" charset="0"/>
              </a:rPr>
              <a:t>FVC</a:t>
            </a:r>
          </a:p>
          <a:p>
            <a:pPr marL="285750" indent="-285750">
              <a:buFont typeface="Times New Roman" panose="02020603050405020304" pitchFamily="18" charset="0"/>
              <a:buChar char="x"/>
            </a:pPr>
            <a:r>
              <a:rPr lang="en-US" dirty="0">
                <a:solidFill>
                  <a:srgbClr val="7030A0"/>
                </a:solidFill>
                <a:latin typeface="Times New Roman" panose="02020603050405020304" pitchFamily="18" charset="0"/>
                <a:cs typeface="Times New Roman" panose="02020603050405020304" pitchFamily="18" charset="0"/>
              </a:rPr>
              <a:t>Alpha VC</a:t>
            </a:r>
          </a:p>
          <a:p>
            <a:pPr marL="285750" indent="-285750">
              <a:buFont typeface="Times New Roman" panose="02020603050405020304" pitchFamily="18" charset="0"/>
              <a:buChar char="x"/>
            </a:pPr>
            <a:r>
              <a:rPr lang="en-US" dirty="0">
                <a:solidFill>
                  <a:srgbClr val="070707"/>
                </a:solidFill>
                <a:latin typeface="Times New Roman" panose="02020603050405020304" pitchFamily="18" charset="0"/>
                <a:cs typeface="Times New Roman" panose="02020603050405020304" pitchFamily="18" charset="0"/>
              </a:rPr>
              <a:t>HVFVC</a:t>
            </a:r>
          </a:p>
          <a:p>
            <a:pPr marL="285750" indent="-285750">
              <a:buFont typeface="Times New Roman" panose="02020603050405020304" pitchFamily="18" charset="0"/>
              <a:buChar char="x"/>
            </a:pPr>
            <a:r>
              <a:rPr lang="en-US" dirty="0">
                <a:solidFill>
                  <a:srgbClr val="FE0707"/>
                </a:solidFill>
                <a:latin typeface="Times New Roman" panose="02020603050405020304" pitchFamily="18" charset="0"/>
                <a:cs typeface="Times New Roman" panose="02020603050405020304" pitchFamily="18" charset="0"/>
              </a:rPr>
              <a:t>Two-Stage Learning</a:t>
            </a:r>
          </a:p>
        </p:txBody>
      </p:sp>
      <p:pic>
        <p:nvPicPr>
          <p:cNvPr id="14" name="Graphic 13" descr="Scatterplot with solid fill">
            <a:extLst>
              <a:ext uri="{FF2B5EF4-FFF2-40B4-BE49-F238E27FC236}">
                <a16:creationId xmlns:a16="http://schemas.microsoft.com/office/drawing/2014/main" id="{CF1A1E4B-D959-9935-F250-D2C67D945B8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20825" y="105144"/>
            <a:ext cx="720000" cy="720000"/>
          </a:xfrm>
          <a:prstGeom prst="rect">
            <a:avLst/>
          </a:prstGeom>
        </p:spPr>
      </p:pic>
      <p:grpSp>
        <p:nvGrpSpPr>
          <p:cNvPr id="149" name="!!Film_Tabe_2">
            <a:extLst>
              <a:ext uri="{FF2B5EF4-FFF2-40B4-BE49-F238E27FC236}">
                <a16:creationId xmlns:a16="http://schemas.microsoft.com/office/drawing/2014/main" id="{DAA04297-35F6-9465-3CA5-22B256B155ED}"/>
              </a:ext>
            </a:extLst>
          </p:cNvPr>
          <p:cNvGrpSpPr/>
          <p:nvPr/>
        </p:nvGrpSpPr>
        <p:grpSpPr>
          <a:xfrm rot="16200000">
            <a:off x="1660481" y="8274146"/>
            <a:ext cx="21467809" cy="1961092"/>
            <a:chOff x="-5996785" y="2448454"/>
            <a:chExt cx="21467809" cy="1961092"/>
          </a:xfrm>
          <a:effectLst>
            <a:outerShdw blurRad="12700" dist="50800" dir="2700000" algn="tl" rotWithShape="0">
              <a:prstClr val="black">
                <a:alpha val="40000"/>
              </a:prstClr>
            </a:outerShdw>
          </a:effectLst>
        </p:grpSpPr>
        <p:grpSp>
          <p:nvGrpSpPr>
            <p:cNvPr id="150" name="Group 149">
              <a:extLst>
                <a:ext uri="{FF2B5EF4-FFF2-40B4-BE49-F238E27FC236}">
                  <a16:creationId xmlns:a16="http://schemas.microsoft.com/office/drawing/2014/main" id="{E2CA72D4-E806-1F1E-43DB-B6D884439AB8}"/>
                </a:ext>
              </a:extLst>
            </p:cNvPr>
            <p:cNvGrpSpPr/>
            <p:nvPr/>
          </p:nvGrpSpPr>
          <p:grpSpPr>
            <a:xfrm>
              <a:off x="7372077" y="2448455"/>
              <a:ext cx="2738174" cy="1961091"/>
              <a:chOff x="4726913" y="2438401"/>
              <a:chExt cx="2738174" cy="1961091"/>
            </a:xfrm>
          </p:grpSpPr>
          <p:sp>
            <p:nvSpPr>
              <p:cNvPr id="179" name="Graphic 2" descr="Film strip outline">
                <a:extLst>
                  <a:ext uri="{FF2B5EF4-FFF2-40B4-BE49-F238E27FC236}">
                    <a16:creationId xmlns:a16="http://schemas.microsoft.com/office/drawing/2014/main" id="{A2918701-6716-B60B-9295-4311C7D2D4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0" name="Straight Connector 179">
                <a:extLst>
                  <a:ext uri="{FF2B5EF4-FFF2-40B4-BE49-F238E27FC236}">
                    <a16:creationId xmlns:a16="http://schemas.microsoft.com/office/drawing/2014/main" id="{F30AFDC9-30EF-8E65-B340-AB691D93DB8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1" name="TextBox 180">
                <a:extLst>
                  <a:ext uri="{FF2B5EF4-FFF2-40B4-BE49-F238E27FC236}">
                    <a16:creationId xmlns:a16="http://schemas.microsoft.com/office/drawing/2014/main" id="{6B0FBF7E-BEEF-1611-5551-D866E8DD683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1" name="Group 150">
              <a:extLst>
                <a:ext uri="{FF2B5EF4-FFF2-40B4-BE49-F238E27FC236}">
                  <a16:creationId xmlns:a16="http://schemas.microsoft.com/office/drawing/2014/main" id="{47692788-20A0-0C00-FE40-69D7FAF49686}"/>
                </a:ext>
              </a:extLst>
            </p:cNvPr>
            <p:cNvGrpSpPr/>
            <p:nvPr/>
          </p:nvGrpSpPr>
          <p:grpSpPr>
            <a:xfrm>
              <a:off x="4702657" y="2448455"/>
              <a:ext cx="2738174" cy="1961091"/>
              <a:chOff x="4726913" y="2438401"/>
              <a:chExt cx="2738174" cy="1961091"/>
            </a:xfrm>
          </p:grpSpPr>
          <p:sp>
            <p:nvSpPr>
              <p:cNvPr id="176" name="Graphic 2" descr="Film strip outline">
                <a:extLst>
                  <a:ext uri="{FF2B5EF4-FFF2-40B4-BE49-F238E27FC236}">
                    <a16:creationId xmlns:a16="http://schemas.microsoft.com/office/drawing/2014/main" id="{CB6289A6-6C2B-25A3-BB49-C86D937D453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7" name="Straight Connector 176">
                <a:extLst>
                  <a:ext uri="{FF2B5EF4-FFF2-40B4-BE49-F238E27FC236}">
                    <a16:creationId xmlns:a16="http://schemas.microsoft.com/office/drawing/2014/main" id="{218F0004-8A15-4809-7B92-3CFB65ECEA2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8" name="TextBox 177">
                <a:extLst>
                  <a:ext uri="{FF2B5EF4-FFF2-40B4-BE49-F238E27FC236}">
                    <a16:creationId xmlns:a16="http://schemas.microsoft.com/office/drawing/2014/main" id="{FAC0A93E-A39C-EE45-E302-25B5D310C3F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2" name="Group 151">
              <a:extLst>
                <a:ext uri="{FF2B5EF4-FFF2-40B4-BE49-F238E27FC236}">
                  <a16:creationId xmlns:a16="http://schemas.microsoft.com/office/drawing/2014/main" id="{EC79479D-5895-C00D-FA61-A60CC4DA870B}"/>
                </a:ext>
              </a:extLst>
            </p:cNvPr>
            <p:cNvGrpSpPr/>
            <p:nvPr/>
          </p:nvGrpSpPr>
          <p:grpSpPr>
            <a:xfrm>
              <a:off x="12732850" y="2448455"/>
              <a:ext cx="2738174" cy="1961091"/>
              <a:chOff x="4726913" y="2438401"/>
              <a:chExt cx="2738174" cy="1961091"/>
            </a:xfrm>
          </p:grpSpPr>
          <p:sp>
            <p:nvSpPr>
              <p:cNvPr id="173" name="Graphic 2" descr="Film strip outline">
                <a:extLst>
                  <a:ext uri="{FF2B5EF4-FFF2-40B4-BE49-F238E27FC236}">
                    <a16:creationId xmlns:a16="http://schemas.microsoft.com/office/drawing/2014/main" id="{9DF75DB7-75DE-61AC-9B2A-5BE87D0A6B4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4" name="Straight Connector 173">
                <a:extLst>
                  <a:ext uri="{FF2B5EF4-FFF2-40B4-BE49-F238E27FC236}">
                    <a16:creationId xmlns:a16="http://schemas.microsoft.com/office/drawing/2014/main" id="{11174C7B-69AE-390E-A182-DE3FC889640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5" name="TextBox 174">
                <a:extLst>
                  <a:ext uri="{FF2B5EF4-FFF2-40B4-BE49-F238E27FC236}">
                    <a16:creationId xmlns:a16="http://schemas.microsoft.com/office/drawing/2014/main" id="{328540B2-791E-C24A-EF0F-C061E88B808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3" name="Group 152">
              <a:extLst>
                <a:ext uri="{FF2B5EF4-FFF2-40B4-BE49-F238E27FC236}">
                  <a16:creationId xmlns:a16="http://schemas.microsoft.com/office/drawing/2014/main" id="{F57219F5-AFD2-9E84-AC4A-EC458F6BFBF5}"/>
                </a:ext>
              </a:extLst>
            </p:cNvPr>
            <p:cNvGrpSpPr/>
            <p:nvPr/>
          </p:nvGrpSpPr>
          <p:grpSpPr>
            <a:xfrm>
              <a:off x="10063430" y="2448455"/>
              <a:ext cx="2738174" cy="1961091"/>
              <a:chOff x="4726913" y="2438401"/>
              <a:chExt cx="2738174" cy="1961091"/>
            </a:xfrm>
          </p:grpSpPr>
          <p:sp>
            <p:nvSpPr>
              <p:cNvPr id="170" name="Graphic 2" descr="Film strip outline">
                <a:extLst>
                  <a:ext uri="{FF2B5EF4-FFF2-40B4-BE49-F238E27FC236}">
                    <a16:creationId xmlns:a16="http://schemas.microsoft.com/office/drawing/2014/main" id="{8CB439FE-9E81-FF83-C1DD-4A3562BB82A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1" name="Straight Connector 170">
                <a:extLst>
                  <a:ext uri="{FF2B5EF4-FFF2-40B4-BE49-F238E27FC236}">
                    <a16:creationId xmlns:a16="http://schemas.microsoft.com/office/drawing/2014/main" id="{6E9E4234-1EA6-19A5-FFE2-9AE765B0564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2" name="TextBox 171">
                <a:extLst>
                  <a:ext uri="{FF2B5EF4-FFF2-40B4-BE49-F238E27FC236}">
                    <a16:creationId xmlns:a16="http://schemas.microsoft.com/office/drawing/2014/main" id="{FB156C24-C63D-CC91-87B9-D68894C3DA6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4" name="Group 153">
              <a:extLst>
                <a:ext uri="{FF2B5EF4-FFF2-40B4-BE49-F238E27FC236}">
                  <a16:creationId xmlns:a16="http://schemas.microsoft.com/office/drawing/2014/main" id="{51868330-64D6-8210-4EDA-212076403BCC}"/>
                </a:ext>
              </a:extLst>
            </p:cNvPr>
            <p:cNvGrpSpPr/>
            <p:nvPr/>
          </p:nvGrpSpPr>
          <p:grpSpPr>
            <a:xfrm>
              <a:off x="-3327365" y="2448454"/>
              <a:ext cx="2738174" cy="1961091"/>
              <a:chOff x="4726913" y="2438401"/>
              <a:chExt cx="2738174" cy="1961091"/>
            </a:xfrm>
          </p:grpSpPr>
          <p:sp>
            <p:nvSpPr>
              <p:cNvPr id="167" name="Graphic 2" descr="Film strip outline">
                <a:extLst>
                  <a:ext uri="{FF2B5EF4-FFF2-40B4-BE49-F238E27FC236}">
                    <a16:creationId xmlns:a16="http://schemas.microsoft.com/office/drawing/2014/main" id="{D06FAE14-E675-6EAD-52A0-174DA92994C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8" name="Straight Connector 167">
                <a:extLst>
                  <a:ext uri="{FF2B5EF4-FFF2-40B4-BE49-F238E27FC236}">
                    <a16:creationId xmlns:a16="http://schemas.microsoft.com/office/drawing/2014/main" id="{5277CBDF-539D-B112-E1C2-8140CAAF11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9" name="TextBox 168">
                <a:extLst>
                  <a:ext uri="{FF2B5EF4-FFF2-40B4-BE49-F238E27FC236}">
                    <a16:creationId xmlns:a16="http://schemas.microsoft.com/office/drawing/2014/main" id="{FD9D2323-C68E-F21D-D705-A04423534CE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5" name="Group 154">
              <a:extLst>
                <a:ext uri="{FF2B5EF4-FFF2-40B4-BE49-F238E27FC236}">
                  <a16:creationId xmlns:a16="http://schemas.microsoft.com/office/drawing/2014/main" id="{00139653-B992-EF75-6CD0-DC62E881ADE6}"/>
                </a:ext>
              </a:extLst>
            </p:cNvPr>
            <p:cNvGrpSpPr/>
            <p:nvPr/>
          </p:nvGrpSpPr>
          <p:grpSpPr>
            <a:xfrm>
              <a:off x="-5996785" y="2448454"/>
              <a:ext cx="2738174" cy="1961091"/>
              <a:chOff x="4726913" y="2438401"/>
              <a:chExt cx="2738174" cy="1961091"/>
            </a:xfrm>
          </p:grpSpPr>
          <p:sp>
            <p:nvSpPr>
              <p:cNvPr id="164" name="Graphic 2" descr="Film strip outline">
                <a:extLst>
                  <a:ext uri="{FF2B5EF4-FFF2-40B4-BE49-F238E27FC236}">
                    <a16:creationId xmlns:a16="http://schemas.microsoft.com/office/drawing/2014/main" id="{0E2CDFA3-CC6C-EC1D-260D-4C93D164FC3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5" name="Straight Connector 164">
                <a:extLst>
                  <a:ext uri="{FF2B5EF4-FFF2-40B4-BE49-F238E27FC236}">
                    <a16:creationId xmlns:a16="http://schemas.microsoft.com/office/drawing/2014/main" id="{3592D6EE-E8EE-BAB9-0B44-472925BB6A0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6" name="TextBox 165">
                <a:extLst>
                  <a:ext uri="{FF2B5EF4-FFF2-40B4-BE49-F238E27FC236}">
                    <a16:creationId xmlns:a16="http://schemas.microsoft.com/office/drawing/2014/main" id="{C6FE8B44-12BF-D5A9-B96D-EE387C58ECB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6" name="Group 155">
              <a:extLst>
                <a:ext uri="{FF2B5EF4-FFF2-40B4-BE49-F238E27FC236}">
                  <a16:creationId xmlns:a16="http://schemas.microsoft.com/office/drawing/2014/main" id="{8523E126-746C-9A81-91EE-6FE09C0177EA}"/>
                </a:ext>
              </a:extLst>
            </p:cNvPr>
            <p:cNvGrpSpPr/>
            <p:nvPr/>
          </p:nvGrpSpPr>
          <p:grpSpPr>
            <a:xfrm>
              <a:off x="2033408" y="2448454"/>
              <a:ext cx="2738174" cy="1961091"/>
              <a:chOff x="4726913" y="2438401"/>
              <a:chExt cx="2738174" cy="1961091"/>
            </a:xfrm>
          </p:grpSpPr>
          <p:sp>
            <p:nvSpPr>
              <p:cNvPr id="161" name="Graphic 2" descr="Film strip outline">
                <a:extLst>
                  <a:ext uri="{FF2B5EF4-FFF2-40B4-BE49-F238E27FC236}">
                    <a16:creationId xmlns:a16="http://schemas.microsoft.com/office/drawing/2014/main" id="{BA8C43B4-33E7-B7E7-8B60-54E365D751D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2" name="Straight Connector 161">
                <a:extLst>
                  <a:ext uri="{FF2B5EF4-FFF2-40B4-BE49-F238E27FC236}">
                    <a16:creationId xmlns:a16="http://schemas.microsoft.com/office/drawing/2014/main" id="{834CD194-B2D0-07EA-0D52-FC228952B68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3" name="TextBox 162">
                <a:extLst>
                  <a:ext uri="{FF2B5EF4-FFF2-40B4-BE49-F238E27FC236}">
                    <a16:creationId xmlns:a16="http://schemas.microsoft.com/office/drawing/2014/main" id="{B1388838-3C0D-F49A-7136-D4EA83EAB22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7" name="Group 156">
              <a:extLst>
                <a:ext uri="{FF2B5EF4-FFF2-40B4-BE49-F238E27FC236}">
                  <a16:creationId xmlns:a16="http://schemas.microsoft.com/office/drawing/2014/main" id="{E7055773-4EF8-6B3C-7DDE-D3F0E658A831}"/>
                </a:ext>
              </a:extLst>
            </p:cNvPr>
            <p:cNvGrpSpPr/>
            <p:nvPr/>
          </p:nvGrpSpPr>
          <p:grpSpPr>
            <a:xfrm>
              <a:off x="-636012" y="2448454"/>
              <a:ext cx="2738174" cy="1961091"/>
              <a:chOff x="4726913" y="2438401"/>
              <a:chExt cx="2738174" cy="1961091"/>
            </a:xfrm>
          </p:grpSpPr>
          <p:sp>
            <p:nvSpPr>
              <p:cNvPr id="158" name="Graphic 2" descr="Film strip outline">
                <a:extLst>
                  <a:ext uri="{FF2B5EF4-FFF2-40B4-BE49-F238E27FC236}">
                    <a16:creationId xmlns:a16="http://schemas.microsoft.com/office/drawing/2014/main" id="{BE7F37EA-271F-3DE3-4FDF-5957B5FB8B1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9" name="Straight Connector 158">
                <a:extLst>
                  <a:ext uri="{FF2B5EF4-FFF2-40B4-BE49-F238E27FC236}">
                    <a16:creationId xmlns:a16="http://schemas.microsoft.com/office/drawing/2014/main" id="{F6FF29D9-7F97-7BEB-6031-0DDA1E7C54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0" name="TextBox 159">
                <a:extLst>
                  <a:ext uri="{FF2B5EF4-FFF2-40B4-BE49-F238E27FC236}">
                    <a16:creationId xmlns:a16="http://schemas.microsoft.com/office/drawing/2014/main" id="{198C6BB2-7240-6877-2A95-48D7FF81C77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82" name="!!Film_Tabe_1">
            <a:extLst>
              <a:ext uri="{FF2B5EF4-FFF2-40B4-BE49-F238E27FC236}">
                <a16:creationId xmlns:a16="http://schemas.microsoft.com/office/drawing/2014/main" id="{7918CFA0-B7CB-161F-B7BA-9E94B9DC94BB}"/>
              </a:ext>
            </a:extLst>
          </p:cNvPr>
          <p:cNvGrpSpPr/>
          <p:nvPr/>
        </p:nvGrpSpPr>
        <p:grpSpPr>
          <a:xfrm rot="16200000">
            <a:off x="-10964951" y="-2654193"/>
            <a:ext cx="21467809" cy="1961092"/>
            <a:chOff x="-5996785" y="2448454"/>
            <a:chExt cx="21467809" cy="1961092"/>
          </a:xfrm>
          <a:effectLst>
            <a:outerShdw blurRad="12700" dist="50800" dir="2700000" algn="tl" rotWithShape="0">
              <a:schemeClr val="tx1">
                <a:alpha val="40000"/>
              </a:schemeClr>
            </a:outerShdw>
          </a:effectLst>
        </p:grpSpPr>
        <p:grpSp>
          <p:nvGrpSpPr>
            <p:cNvPr id="183" name="Group 182">
              <a:extLst>
                <a:ext uri="{FF2B5EF4-FFF2-40B4-BE49-F238E27FC236}">
                  <a16:creationId xmlns:a16="http://schemas.microsoft.com/office/drawing/2014/main" id="{9E7D8D6C-7EA0-0D45-F718-EC0BA6EB2E99}"/>
                </a:ext>
              </a:extLst>
            </p:cNvPr>
            <p:cNvGrpSpPr/>
            <p:nvPr/>
          </p:nvGrpSpPr>
          <p:grpSpPr>
            <a:xfrm>
              <a:off x="7372077" y="2448455"/>
              <a:ext cx="2738174" cy="1961091"/>
              <a:chOff x="4726913" y="2438401"/>
              <a:chExt cx="2738174" cy="1961091"/>
            </a:xfrm>
          </p:grpSpPr>
          <p:sp>
            <p:nvSpPr>
              <p:cNvPr id="212" name="Graphic 2" descr="Film strip outline">
                <a:extLst>
                  <a:ext uri="{FF2B5EF4-FFF2-40B4-BE49-F238E27FC236}">
                    <a16:creationId xmlns:a16="http://schemas.microsoft.com/office/drawing/2014/main" id="{B679308C-3E27-26F0-3D02-281F6E7C434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3" name="Straight Connector 212">
                <a:extLst>
                  <a:ext uri="{FF2B5EF4-FFF2-40B4-BE49-F238E27FC236}">
                    <a16:creationId xmlns:a16="http://schemas.microsoft.com/office/drawing/2014/main" id="{A11F703C-37E7-0E2C-B266-0A6AC6005D5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4" name="TextBox 213">
                <a:extLst>
                  <a:ext uri="{FF2B5EF4-FFF2-40B4-BE49-F238E27FC236}">
                    <a16:creationId xmlns:a16="http://schemas.microsoft.com/office/drawing/2014/main" id="{F3B2AD07-8075-72A7-E0F0-5A963ED356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4" name="Group 183">
              <a:extLst>
                <a:ext uri="{FF2B5EF4-FFF2-40B4-BE49-F238E27FC236}">
                  <a16:creationId xmlns:a16="http://schemas.microsoft.com/office/drawing/2014/main" id="{A2A2D94E-B767-18EF-5081-CAD2198BA053}"/>
                </a:ext>
              </a:extLst>
            </p:cNvPr>
            <p:cNvGrpSpPr/>
            <p:nvPr/>
          </p:nvGrpSpPr>
          <p:grpSpPr>
            <a:xfrm>
              <a:off x="4702657" y="2448455"/>
              <a:ext cx="2738174" cy="1961091"/>
              <a:chOff x="4726913" y="2438401"/>
              <a:chExt cx="2738174" cy="1961091"/>
            </a:xfrm>
          </p:grpSpPr>
          <p:sp>
            <p:nvSpPr>
              <p:cNvPr id="209" name="Graphic 2" descr="Film strip outline">
                <a:extLst>
                  <a:ext uri="{FF2B5EF4-FFF2-40B4-BE49-F238E27FC236}">
                    <a16:creationId xmlns:a16="http://schemas.microsoft.com/office/drawing/2014/main" id="{B930067F-4E82-351F-BC12-70D9764C67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0" name="Straight Connector 209">
                <a:extLst>
                  <a:ext uri="{FF2B5EF4-FFF2-40B4-BE49-F238E27FC236}">
                    <a16:creationId xmlns:a16="http://schemas.microsoft.com/office/drawing/2014/main" id="{9D342537-52AD-6815-BE84-9DA23C36B16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1" name="TextBox 210">
                <a:extLst>
                  <a:ext uri="{FF2B5EF4-FFF2-40B4-BE49-F238E27FC236}">
                    <a16:creationId xmlns:a16="http://schemas.microsoft.com/office/drawing/2014/main" id="{A162A176-2F75-0B88-54F2-C3E7BF6E01B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5" name="Group 184">
              <a:extLst>
                <a:ext uri="{FF2B5EF4-FFF2-40B4-BE49-F238E27FC236}">
                  <a16:creationId xmlns:a16="http://schemas.microsoft.com/office/drawing/2014/main" id="{5B0A3A35-5EA7-F052-E4F1-7A4415E2E467}"/>
                </a:ext>
              </a:extLst>
            </p:cNvPr>
            <p:cNvGrpSpPr/>
            <p:nvPr/>
          </p:nvGrpSpPr>
          <p:grpSpPr>
            <a:xfrm>
              <a:off x="12732850" y="2448455"/>
              <a:ext cx="2738174" cy="1961091"/>
              <a:chOff x="4726913" y="2438401"/>
              <a:chExt cx="2738174" cy="1961091"/>
            </a:xfrm>
          </p:grpSpPr>
          <p:sp>
            <p:nvSpPr>
              <p:cNvPr id="206" name="Graphic 2" descr="Film strip outline">
                <a:extLst>
                  <a:ext uri="{FF2B5EF4-FFF2-40B4-BE49-F238E27FC236}">
                    <a16:creationId xmlns:a16="http://schemas.microsoft.com/office/drawing/2014/main" id="{4DB6692F-8FA7-B0D9-0796-9B79BC9DEFE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7" name="Straight Connector 206">
                <a:extLst>
                  <a:ext uri="{FF2B5EF4-FFF2-40B4-BE49-F238E27FC236}">
                    <a16:creationId xmlns:a16="http://schemas.microsoft.com/office/drawing/2014/main" id="{01DEAC1F-1EE8-28CA-8337-0EAB26E6343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8" name="TextBox 207">
                <a:extLst>
                  <a:ext uri="{FF2B5EF4-FFF2-40B4-BE49-F238E27FC236}">
                    <a16:creationId xmlns:a16="http://schemas.microsoft.com/office/drawing/2014/main" id="{055ED377-80A2-067D-B80E-30814682E79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6" name="Group 185">
              <a:extLst>
                <a:ext uri="{FF2B5EF4-FFF2-40B4-BE49-F238E27FC236}">
                  <a16:creationId xmlns:a16="http://schemas.microsoft.com/office/drawing/2014/main" id="{F906E48B-2E65-71C5-FBAA-31685DB0B9DF}"/>
                </a:ext>
              </a:extLst>
            </p:cNvPr>
            <p:cNvGrpSpPr/>
            <p:nvPr/>
          </p:nvGrpSpPr>
          <p:grpSpPr>
            <a:xfrm>
              <a:off x="10063430" y="2448455"/>
              <a:ext cx="2738174" cy="1961091"/>
              <a:chOff x="4726913" y="2438401"/>
              <a:chExt cx="2738174" cy="1961091"/>
            </a:xfrm>
          </p:grpSpPr>
          <p:sp>
            <p:nvSpPr>
              <p:cNvPr id="203" name="Graphic 2" descr="Film strip outline">
                <a:extLst>
                  <a:ext uri="{FF2B5EF4-FFF2-40B4-BE49-F238E27FC236}">
                    <a16:creationId xmlns:a16="http://schemas.microsoft.com/office/drawing/2014/main" id="{4B9C7DD4-E516-A1AD-978B-66A57DA94BF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4" name="Straight Connector 203">
                <a:extLst>
                  <a:ext uri="{FF2B5EF4-FFF2-40B4-BE49-F238E27FC236}">
                    <a16:creationId xmlns:a16="http://schemas.microsoft.com/office/drawing/2014/main" id="{B7343F7D-FCD3-1E3C-FA3E-860E9CAC4E3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5EAFA29F-FE69-0CFB-91A9-905D319B34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7" name="Group 186">
              <a:extLst>
                <a:ext uri="{FF2B5EF4-FFF2-40B4-BE49-F238E27FC236}">
                  <a16:creationId xmlns:a16="http://schemas.microsoft.com/office/drawing/2014/main" id="{41AF47F5-5358-2064-E476-94F5561CD609}"/>
                </a:ext>
              </a:extLst>
            </p:cNvPr>
            <p:cNvGrpSpPr/>
            <p:nvPr/>
          </p:nvGrpSpPr>
          <p:grpSpPr>
            <a:xfrm>
              <a:off x="-3327365" y="2448454"/>
              <a:ext cx="2738174" cy="1961091"/>
              <a:chOff x="4726913" y="2438401"/>
              <a:chExt cx="2738174" cy="1961091"/>
            </a:xfrm>
          </p:grpSpPr>
          <p:sp>
            <p:nvSpPr>
              <p:cNvPr id="200" name="Graphic 2" descr="Film strip outline">
                <a:extLst>
                  <a:ext uri="{FF2B5EF4-FFF2-40B4-BE49-F238E27FC236}">
                    <a16:creationId xmlns:a16="http://schemas.microsoft.com/office/drawing/2014/main" id="{20A5ACFC-43E5-7106-26A7-E45681E3D1E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1" name="Straight Connector 200">
                <a:extLst>
                  <a:ext uri="{FF2B5EF4-FFF2-40B4-BE49-F238E27FC236}">
                    <a16:creationId xmlns:a16="http://schemas.microsoft.com/office/drawing/2014/main" id="{53885C91-D6C2-5B36-C3C8-560433CD02A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2" name="TextBox 201">
                <a:extLst>
                  <a:ext uri="{FF2B5EF4-FFF2-40B4-BE49-F238E27FC236}">
                    <a16:creationId xmlns:a16="http://schemas.microsoft.com/office/drawing/2014/main" id="{77A274DD-D859-8E9D-08A6-27AC9269668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8" name="Group 187">
              <a:extLst>
                <a:ext uri="{FF2B5EF4-FFF2-40B4-BE49-F238E27FC236}">
                  <a16:creationId xmlns:a16="http://schemas.microsoft.com/office/drawing/2014/main" id="{0CF4674F-1D5C-66E9-BF6B-0A58EEA38EE1}"/>
                </a:ext>
              </a:extLst>
            </p:cNvPr>
            <p:cNvGrpSpPr/>
            <p:nvPr/>
          </p:nvGrpSpPr>
          <p:grpSpPr>
            <a:xfrm>
              <a:off x="-5996785" y="2448454"/>
              <a:ext cx="2738174" cy="1961091"/>
              <a:chOff x="4726913" y="2438401"/>
              <a:chExt cx="2738174" cy="1961091"/>
            </a:xfrm>
          </p:grpSpPr>
          <p:sp>
            <p:nvSpPr>
              <p:cNvPr id="197" name="Graphic 2" descr="Film strip outline">
                <a:extLst>
                  <a:ext uri="{FF2B5EF4-FFF2-40B4-BE49-F238E27FC236}">
                    <a16:creationId xmlns:a16="http://schemas.microsoft.com/office/drawing/2014/main" id="{09CCB51F-511D-A759-BCEE-62C681A6ED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8" name="Straight Connector 197">
                <a:extLst>
                  <a:ext uri="{FF2B5EF4-FFF2-40B4-BE49-F238E27FC236}">
                    <a16:creationId xmlns:a16="http://schemas.microsoft.com/office/drawing/2014/main" id="{F3518F20-5062-FE61-435D-398408604F3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9" name="TextBox 198">
                <a:extLst>
                  <a:ext uri="{FF2B5EF4-FFF2-40B4-BE49-F238E27FC236}">
                    <a16:creationId xmlns:a16="http://schemas.microsoft.com/office/drawing/2014/main" id="{24C8A400-9BD9-830C-D9CC-05CF4FCE766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9" name="Group 188">
              <a:extLst>
                <a:ext uri="{FF2B5EF4-FFF2-40B4-BE49-F238E27FC236}">
                  <a16:creationId xmlns:a16="http://schemas.microsoft.com/office/drawing/2014/main" id="{EAF20FED-64A6-FDE7-4429-B033FA80BD5A}"/>
                </a:ext>
              </a:extLst>
            </p:cNvPr>
            <p:cNvGrpSpPr/>
            <p:nvPr/>
          </p:nvGrpSpPr>
          <p:grpSpPr>
            <a:xfrm>
              <a:off x="2033408" y="2448454"/>
              <a:ext cx="2738174" cy="1961091"/>
              <a:chOff x="4726913" y="2438401"/>
              <a:chExt cx="2738174" cy="1961091"/>
            </a:xfrm>
          </p:grpSpPr>
          <p:sp>
            <p:nvSpPr>
              <p:cNvPr id="194" name="Graphic 2" descr="Film strip outline">
                <a:extLst>
                  <a:ext uri="{FF2B5EF4-FFF2-40B4-BE49-F238E27FC236}">
                    <a16:creationId xmlns:a16="http://schemas.microsoft.com/office/drawing/2014/main" id="{0F9527BD-1CB3-B9CE-D848-73955869CBF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5" name="Straight Connector 194">
                <a:extLst>
                  <a:ext uri="{FF2B5EF4-FFF2-40B4-BE49-F238E27FC236}">
                    <a16:creationId xmlns:a16="http://schemas.microsoft.com/office/drawing/2014/main" id="{0281687A-850B-F8D9-3149-5B66824678D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6" name="TextBox 195">
                <a:extLst>
                  <a:ext uri="{FF2B5EF4-FFF2-40B4-BE49-F238E27FC236}">
                    <a16:creationId xmlns:a16="http://schemas.microsoft.com/office/drawing/2014/main" id="{A1069C5F-0A33-204D-2A9F-9DE344CB574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0" name="Group 189">
              <a:extLst>
                <a:ext uri="{FF2B5EF4-FFF2-40B4-BE49-F238E27FC236}">
                  <a16:creationId xmlns:a16="http://schemas.microsoft.com/office/drawing/2014/main" id="{720A41D6-EF39-09C9-35A5-E4DC8184A2D9}"/>
                </a:ext>
              </a:extLst>
            </p:cNvPr>
            <p:cNvGrpSpPr/>
            <p:nvPr/>
          </p:nvGrpSpPr>
          <p:grpSpPr>
            <a:xfrm>
              <a:off x="-636012" y="2448454"/>
              <a:ext cx="2738174" cy="1961091"/>
              <a:chOff x="4726913" y="2438401"/>
              <a:chExt cx="2738174" cy="1961091"/>
            </a:xfrm>
          </p:grpSpPr>
          <p:sp>
            <p:nvSpPr>
              <p:cNvPr id="191" name="Graphic 2" descr="Film strip outline">
                <a:extLst>
                  <a:ext uri="{FF2B5EF4-FFF2-40B4-BE49-F238E27FC236}">
                    <a16:creationId xmlns:a16="http://schemas.microsoft.com/office/drawing/2014/main" id="{CACF4EDE-750D-C7EF-E01A-89AB27E160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2" name="Straight Connector 191">
                <a:extLst>
                  <a:ext uri="{FF2B5EF4-FFF2-40B4-BE49-F238E27FC236}">
                    <a16:creationId xmlns:a16="http://schemas.microsoft.com/office/drawing/2014/main" id="{9773D63B-E184-CE07-6B5C-29FA9D06B77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3" name="TextBox 192">
                <a:extLst>
                  <a:ext uri="{FF2B5EF4-FFF2-40B4-BE49-F238E27FC236}">
                    <a16:creationId xmlns:a16="http://schemas.microsoft.com/office/drawing/2014/main" id="{7065C951-A98B-8773-4279-230B6C12734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2" name="Group 1">
            <a:extLst>
              <a:ext uri="{FF2B5EF4-FFF2-40B4-BE49-F238E27FC236}">
                <a16:creationId xmlns:a16="http://schemas.microsoft.com/office/drawing/2014/main" id="{8D2BDF9C-58FD-A0E6-AF8C-76EDE03D8DF6}"/>
              </a:ext>
            </a:extLst>
          </p:cNvPr>
          <p:cNvGrpSpPr/>
          <p:nvPr/>
        </p:nvGrpSpPr>
        <p:grpSpPr>
          <a:xfrm rot="7200000">
            <a:off x="-7567453" y="-2134397"/>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3" name="Graphic 37" descr="Film strip outline">
              <a:extLst>
                <a:ext uri="{FF2B5EF4-FFF2-40B4-BE49-F238E27FC236}">
                  <a16:creationId xmlns:a16="http://schemas.microsoft.com/office/drawing/2014/main" id="{E3313C7F-7866-90DA-4E5F-C53DCE1F49B1}"/>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4" name="Graphic 37" descr="Film strip outline">
              <a:extLst>
                <a:ext uri="{FF2B5EF4-FFF2-40B4-BE49-F238E27FC236}">
                  <a16:creationId xmlns:a16="http://schemas.microsoft.com/office/drawing/2014/main" id="{48A7726B-429B-7519-76A7-FA86A13B99D9}"/>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5" name="Graphic 37" descr="Film strip outline">
              <a:extLst>
                <a:ext uri="{FF2B5EF4-FFF2-40B4-BE49-F238E27FC236}">
                  <a16:creationId xmlns:a16="http://schemas.microsoft.com/office/drawing/2014/main" id="{4C49FFDA-72D0-7236-A292-F839B6CE94C5}"/>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6" name="Graphic 37" descr="Film strip outline">
              <a:extLst>
                <a:ext uri="{FF2B5EF4-FFF2-40B4-BE49-F238E27FC236}">
                  <a16:creationId xmlns:a16="http://schemas.microsoft.com/office/drawing/2014/main" id="{AA88DB0C-6F12-6D98-9675-9DCAF6A7F92F}"/>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6" name="Freeform: Shape 25">
            <a:extLst>
              <a:ext uri="{FF2B5EF4-FFF2-40B4-BE49-F238E27FC236}">
                <a16:creationId xmlns:a16="http://schemas.microsoft.com/office/drawing/2014/main" id="{C5192BBA-8436-AE06-0FA6-31CD065C3FA4}"/>
              </a:ext>
            </a:extLst>
          </p:cNvPr>
          <p:cNvSpPr/>
          <p:nvPr/>
        </p:nvSpPr>
        <p:spPr>
          <a:xfrm>
            <a:off x="123658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7" name="Rectangle 26">
            <a:extLst>
              <a:ext uri="{FF2B5EF4-FFF2-40B4-BE49-F238E27FC236}">
                <a16:creationId xmlns:a16="http://schemas.microsoft.com/office/drawing/2014/main" id="{E2B43650-7C50-2D39-0118-DC1D9DD85513}"/>
              </a:ext>
            </a:extLst>
          </p:cNvPr>
          <p:cNvSpPr/>
          <p:nvPr/>
        </p:nvSpPr>
        <p:spPr>
          <a:xfrm>
            <a:off x="140424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8" name="Rectangle 27">
            <a:extLst>
              <a:ext uri="{FF2B5EF4-FFF2-40B4-BE49-F238E27FC236}">
                <a16:creationId xmlns:a16="http://schemas.microsoft.com/office/drawing/2014/main" id="{7D8DC1B5-36B3-CF66-8858-61CD884A327F}"/>
              </a:ext>
            </a:extLst>
          </p:cNvPr>
          <p:cNvSpPr>
            <a:spLocks/>
          </p:cNvSpPr>
          <p:nvPr/>
        </p:nvSpPr>
        <p:spPr>
          <a:xfrm>
            <a:off x="1404242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BFEAF3C5-845E-AE30-91E5-EE9EA54B0B95}"/>
              </a:ext>
            </a:extLst>
          </p:cNvPr>
          <p:cNvSpPr>
            <a:spLocks/>
          </p:cNvSpPr>
          <p:nvPr/>
        </p:nvSpPr>
        <p:spPr>
          <a:xfrm>
            <a:off x="140424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45850349-62EA-9EB9-8B34-E6AE979CC434}"/>
              </a:ext>
            </a:extLst>
          </p:cNvPr>
          <p:cNvSpPr>
            <a:spLocks/>
          </p:cNvSpPr>
          <p:nvPr/>
        </p:nvSpPr>
        <p:spPr>
          <a:xfrm>
            <a:off x="140424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2" name="Rectangle 31">
            <a:extLst>
              <a:ext uri="{FF2B5EF4-FFF2-40B4-BE49-F238E27FC236}">
                <a16:creationId xmlns:a16="http://schemas.microsoft.com/office/drawing/2014/main" id="{C6E36E59-00E6-C574-AA32-5076578ACC90}"/>
              </a:ext>
            </a:extLst>
          </p:cNvPr>
          <p:cNvSpPr>
            <a:spLocks/>
          </p:cNvSpPr>
          <p:nvPr/>
        </p:nvSpPr>
        <p:spPr>
          <a:xfrm>
            <a:off x="140424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3" name="Rectangle 32">
            <a:extLst>
              <a:ext uri="{FF2B5EF4-FFF2-40B4-BE49-F238E27FC236}">
                <a16:creationId xmlns:a16="http://schemas.microsoft.com/office/drawing/2014/main" id="{B72F63CB-00E8-FF92-AEDB-D07837D8EC19}"/>
              </a:ext>
            </a:extLst>
          </p:cNvPr>
          <p:cNvSpPr>
            <a:spLocks/>
          </p:cNvSpPr>
          <p:nvPr/>
        </p:nvSpPr>
        <p:spPr>
          <a:xfrm>
            <a:off x="140424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4" name="Rectangle 33">
            <a:extLst>
              <a:ext uri="{FF2B5EF4-FFF2-40B4-BE49-F238E27FC236}">
                <a16:creationId xmlns:a16="http://schemas.microsoft.com/office/drawing/2014/main" id="{053AD7F8-DC24-AC18-F855-8C89DAD13F62}"/>
              </a:ext>
            </a:extLst>
          </p:cNvPr>
          <p:cNvSpPr/>
          <p:nvPr/>
        </p:nvSpPr>
        <p:spPr>
          <a:xfrm>
            <a:off x="13130156" y="2913257"/>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Rectangle 34">
            <a:extLst>
              <a:ext uri="{FF2B5EF4-FFF2-40B4-BE49-F238E27FC236}">
                <a16:creationId xmlns:a16="http://schemas.microsoft.com/office/drawing/2014/main" id="{9BF9B66D-620B-AB80-22A7-F897E045000A}"/>
              </a:ext>
            </a:extLst>
          </p:cNvPr>
          <p:cNvSpPr/>
          <p:nvPr/>
        </p:nvSpPr>
        <p:spPr>
          <a:xfrm>
            <a:off x="131301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6" name="Rectangle 35">
            <a:extLst>
              <a:ext uri="{FF2B5EF4-FFF2-40B4-BE49-F238E27FC236}">
                <a16:creationId xmlns:a16="http://schemas.microsoft.com/office/drawing/2014/main" id="{0A438CC5-9756-F211-1437-7213D548A4CC}"/>
              </a:ext>
            </a:extLst>
          </p:cNvPr>
          <p:cNvSpPr/>
          <p:nvPr/>
        </p:nvSpPr>
        <p:spPr>
          <a:xfrm>
            <a:off x="131301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7" name="Rectangle 36">
            <a:extLst>
              <a:ext uri="{FF2B5EF4-FFF2-40B4-BE49-F238E27FC236}">
                <a16:creationId xmlns:a16="http://schemas.microsoft.com/office/drawing/2014/main" id="{EFFC5E01-6AAB-688C-1EED-619B187AAF09}"/>
              </a:ext>
            </a:extLst>
          </p:cNvPr>
          <p:cNvSpPr/>
          <p:nvPr/>
        </p:nvSpPr>
        <p:spPr>
          <a:xfrm>
            <a:off x="131301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8" name="Rectangle 37">
            <a:extLst>
              <a:ext uri="{FF2B5EF4-FFF2-40B4-BE49-F238E27FC236}">
                <a16:creationId xmlns:a16="http://schemas.microsoft.com/office/drawing/2014/main" id="{A7BA0D51-166A-9426-42D3-A570248608E7}"/>
              </a:ext>
            </a:extLst>
          </p:cNvPr>
          <p:cNvSpPr/>
          <p:nvPr/>
        </p:nvSpPr>
        <p:spPr>
          <a:xfrm>
            <a:off x="131301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9" name="Freeform: Shape 38">
            <a:extLst>
              <a:ext uri="{FF2B5EF4-FFF2-40B4-BE49-F238E27FC236}">
                <a16:creationId xmlns:a16="http://schemas.microsoft.com/office/drawing/2014/main" id="{08412531-DB28-E35B-32C3-99DA69D0624C}"/>
              </a:ext>
            </a:extLst>
          </p:cNvPr>
          <p:cNvSpPr/>
          <p:nvPr/>
        </p:nvSpPr>
        <p:spPr>
          <a:xfrm>
            <a:off x="130630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0" name="Freeform: Shape 39">
            <a:extLst>
              <a:ext uri="{FF2B5EF4-FFF2-40B4-BE49-F238E27FC236}">
                <a16:creationId xmlns:a16="http://schemas.microsoft.com/office/drawing/2014/main" id="{1B598BDC-5AD0-1133-9744-13F905647403}"/>
              </a:ext>
            </a:extLst>
          </p:cNvPr>
          <p:cNvSpPr/>
          <p:nvPr/>
        </p:nvSpPr>
        <p:spPr>
          <a:xfrm>
            <a:off x="130630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1" name="Freeform: Shape 40">
            <a:extLst>
              <a:ext uri="{FF2B5EF4-FFF2-40B4-BE49-F238E27FC236}">
                <a16:creationId xmlns:a16="http://schemas.microsoft.com/office/drawing/2014/main" id="{B0036B12-61AD-9F6A-0E13-E6D62ABFE362}"/>
              </a:ext>
            </a:extLst>
          </p:cNvPr>
          <p:cNvSpPr/>
          <p:nvPr/>
        </p:nvSpPr>
        <p:spPr>
          <a:xfrm>
            <a:off x="1306304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2" name="Rectangle 41">
            <a:extLst>
              <a:ext uri="{FF2B5EF4-FFF2-40B4-BE49-F238E27FC236}">
                <a16:creationId xmlns:a16="http://schemas.microsoft.com/office/drawing/2014/main" id="{4005F471-AF61-5B84-3E37-E826BCBD7554}"/>
              </a:ext>
            </a:extLst>
          </p:cNvPr>
          <p:cNvSpPr>
            <a:spLocks/>
          </p:cNvSpPr>
          <p:nvPr/>
        </p:nvSpPr>
        <p:spPr>
          <a:xfrm>
            <a:off x="140424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3871263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wipe(left)">
                                      <p:cBhvr>
                                        <p:cTn id="7" dur="750"/>
                                        <p:tgtEl>
                                          <p:spTgt spid="90"/>
                                        </p:tgtEl>
                                      </p:cBhvr>
                                    </p:animEffect>
                                  </p:childTnLst>
                                </p:cTn>
                              </p:par>
                              <p:par>
                                <p:cTn id="8" presetID="22" presetClass="entr" presetSubtype="4" fill="hold" nodeType="withEffect">
                                  <p:stCondLst>
                                    <p:cond delay="0"/>
                                  </p:stCondLst>
                                  <p:childTnLst>
                                    <p:set>
                                      <p:cBhvr>
                                        <p:cTn id="9" dur="1" fill="hold">
                                          <p:stCondLst>
                                            <p:cond delay="0"/>
                                          </p:stCondLst>
                                        </p:cTn>
                                        <p:tgtEl>
                                          <p:spTgt spid="104"/>
                                        </p:tgtEl>
                                        <p:attrNameLst>
                                          <p:attrName>style.visibility</p:attrName>
                                        </p:attrNameLst>
                                      </p:cBhvr>
                                      <p:to>
                                        <p:strVal val="visible"/>
                                      </p:to>
                                    </p:set>
                                    <p:animEffect transition="in" filter="wipe(down)">
                                      <p:cBhvr>
                                        <p:cTn id="10" dur="750"/>
                                        <p:tgtEl>
                                          <p:spTgt spid="104"/>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129"/>
                                        </p:tgtEl>
                                        <p:attrNameLst>
                                          <p:attrName>style.visibility</p:attrName>
                                        </p:attrNameLst>
                                      </p:cBhvr>
                                      <p:to>
                                        <p:strVal val="visible"/>
                                      </p:to>
                                    </p:set>
                                    <p:animEffect transition="in" filter="wipe(left)">
                                      <p:cBhvr>
                                        <p:cTn id="13" dur="500"/>
                                        <p:tgtEl>
                                          <p:spTgt spid="129"/>
                                        </p:tgtEl>
                                      </p:cBhvr>
                                    </p:animEffect>
                                  </p:childTnLst>
                                </p:cTn>
                              </p:par>
                              <p:par>
                                <p:cTn id="14" presetID="22" presetClass="entr" presetSubtype="4" fill="hold" nodeType="withEffect">
                                  <p:stCondLst>
                                    <p:cond delay="0"/>
                                  </p:stCondLst>
                                  <p:childTnLst>
                                    <p:set>
                                      <p:cBhvr>
                                        <p:cTn id="15" dur="1" fill="hold">
                                          <p:stCondLst>
                                            <p:cond delay="0"/>
                                          </p:stCondLst>
                                        </p:cTn>
                                        <p:tgtEl>
                                          <p:spTgt spid="89"/>
                                        </p:tgtEl>
                                        <p:attrNameLst>
                                          <p:attrName>style.visibility</p:attrName>
                                        </p:attrNameLst>
                                      </p:cBhvr>
                                      <p:to>
                                        <p:strVal val="visible"/>
                                      </p:to>
                                    </p:set>
                                    <p:animEffect transition="in" filter="wipe(down)">
                                      <p:cBhvr>
                                        <p:cTn id="16" dur="750"/>
                                        <p:tgtEl>
                                          <p:spTgt spid="89"/>
                                        </p:tgtEl>
                                      </p:cBhvr>
                                    </p:animEffect>
                                  </p:childTnLst>
                                </p:cTn>
                              </p:par>
                              <p:par>
                                <p:cTn id="17" presetID="22" presetClass="entr" presetSubtype="8" fill="hold" nodeType="withEffect">
                                  <p:stCondLst>
                                    <p:cond delay="0"/>
                                  </p:stCondLst>
                                  <p:childTnLst>
                                    <p:set>
                                      <p:cBhvr>
                                        <p:cTn id="18" dur="1" fill="hold">
                                          <p:stCondLst>
                                            <p:cond delay="0"/>
                                          </p:stCondLst>
                                        </p:cTn>
                                        <p:tgtEl>
                                          <p:spTgt spid="113"/>
                                        </p:tgtEl>
                                        <p:attrNameLst>
                                          <p:attrName>style.visibility</p:attrName>
                                        </p:attrNameLst>
                                      </p:cBhvr>
                                      <p:to>
                                        <p:strVal val="visible"/>
                                      </p:to>
                                    </p:set>
                                    <p:animEffect transition="in" filter="wipe(left)">
                                      <p:cBhvr>
                                        <p:cTn id="19" dur="750"/>
                                        <p:tgtEl>
                                          <p:spTgt spid="113"/>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27"/>
                                        </p:tgtEl>
                                        <p:attrNameLst>
                                          <p:attrName>style.visibility</p:attrName>
                                        </p:attrNameLst>
                                      </p:cBhvr>
                                      <p:to>
                                        <p:strVal val="visible"/>
                                      </p:to>
                                    </p:set>
                                    <p:animEffect transition="in" filter="wipe(down)">
                                      <p:cBhvr>
                                        <p:cTn id="22" dur="500"/>
                                        <p:tgtEl>
                                          <p:spTgt spid="127"/>
                                        </p:tgtEl>
                                      </p:cBhvr>
                                    </p:animEffect>
                                  </p:childTnLst>
                                </p:cTn>
                              </p:par>
                            </p:childTnLst>
                          </p:cTn>
                        </p:par>
                        <p:par>
                          <p:cTn id="23" fill="hold">
                            <p:stCondLst>
                              <p:cond delay="750"/>
                            </p:stCondLst>
                            <p:childTnLst>
                              <p:par>
                                <p:cTn id="24" presetID="22" presetClass="entr" presetSubtype="8" fill="hold" nodeType="after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wipe(left)">
                                      <p:cBhvr>
                                        <p:cTn id="26" dur="1500"/>
                                        <p:tgtEl>
                                          <p:spTgt spid="126"/>
                                        </p:tgtEl>
                                      </p:cBhvr>
                                    </p:animEffect>
                                  </p:childTnLst>
                                </p:cTn>
                              </p:par>
                            </p:childTnLst>
                          </p:cTn>
                        </p:par>
                        <p:par>
                          <p:cTn id="27" fill="hold">
                            <p:stCondLst>
                              <p:cond delay="2250"/>
                            </p:stCondLst>
                            <p:childTnLst>
                              <p:par>
                                <p:cTn id="28" presetID="22" presetClass="entr" presetSubtype="1" fill="hold" grpId="0" nodeType="afterEffect">
                                  <p:stCondLst>
                                    <p:cond delay="0"/>
                                  </p:stCondLst>
                                  <p:childTnLst>
                                    <p:set>
                                      <p:cBhvr>
                                        <p:cTn id="29" dur="1" fill="hold">
                                          <p:stCondLst>
                                            <p:cond delay="0"/>
                                          </p:stCondLst>
                                        </p:cTn>
                                        <p:tgtEl>
                                          <p:spTgt spid="130"/>
                                        </p:tgtEl>
                                        <p:attrNameLst>
                                          <p:attrName>style.visibility</p:attrName>
                                        </p:attrNameLst>
                                      </p:cBhvr>
                                      <p:to>
                                        <p:strVal val="visible"/>
                                      </p:to>
                                    </p:set>
                                    <p:animEffect transition="in" filter="wipe(up)">
                                      <p:cBhvr>
                                        <p:cTn id="30" dur="750"/>
                                        <p:tgtEl>
                                          <p:spTgt spid="13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500"/>
                                        <p:tgtEl>
                                          <p:spTgt spid="41"/>
                                        </p:tgtEl>
                                      </p:cBhvr>
                                    </p:animEffect>
                                  </p:childTnLst>
                                </p:cTn>
                              </p:par>
                              <p:par>
                                <p:cTn id="34" presetID="10" presetClass="exit" presetSubtype="0" fill="hold" grpId="0" nodeType="withEffect">
                                  <p:stCondLst>
                                    <p:cond delay="0"/>
                                  </p:stCondLst>
                                  <p:childTnLst>
                                    <p:animEffect transition="out" filter="fade">
                                      <p:cBhvr>
                                        <p:cTn id="35" dur="500"/>
                                        <p:tgtEl>
                                          <p:spTgt spid="34"/>
                                        </p:tgtEl>
                                      </p:cBhvr>
                                    </p:animEffect>
                                    <p:set>
                                      <p:cBhvr>
                                        <p:cTn id="36" dur="1" fill="hold">
                                          <p:stCondLst>
                                            <p:cond delay="4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7" grpId="0"/>
      <p:bldP spid="130" grpId="0" animBg="1"/>
      <p:bldP spid="34" grpId="0" animBg="1"/>
      <p:bldP spid="4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C60EC2CC-E56B-5474-47C6-A8F0430728B8}"/>
              </a:ext>
            </a:extLst>
          </p:cNvPr>
          <p:cNvGrpSpPr/>
          <p:nvPr/>
        </p:nvGrpSpPr>
        <p:grpSpPr>
          <a:xfrm>
            <a:off x="217715" y="6358177"/>
            <a:ext cx="8305800" cy="2853460"/>
            <a:chOff x="0" y="0"/>
            <a:chExt cx="3151501" cy="1106083"/>
          </a:xfrm>
        </p:grpSpPr>
        <p:sp>
          <p:nvSpPr>
            <p:cNvPr id="4" name="Freeform 7">
              <a:extLst>
                <a:ext uri="{FF2B5EF4-FFF2-40B4-BE49-F238E27FC236}">
                  <a16:creationId xmlns:a16="http://schemas.microsoft.com/office/drawing/2014/main" id="{3AFFF40D-BF75-7F5C-FA3C-C46D03873C26}"/>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EC8CA62C-0D81-C15E-286F-A37B18BCE97F}"/>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grpSp>
        <p:nvGrpSpPr>
          <p:cNvPr id="6" name="Group 16">
            <a:extLst>
              <a:ext uri="{FF2B5EF4-FFF2-40B4-BE49-F238E27FC236}">
                <a16:creationId xmlns:a16="http://schemas.microsoft.com/office/drawing/2014/main" id="{9F95493A-6893-039E-6DDC-622781DA812F}"/>
              </a:ext>
            </a:extLst>
          </p:cNvPr>
          <p:cNvGrpSpPr/>
          <p:nvPr/>
        </p:nvGrpSpPr>
        <p:grpSpPr>
          <a:xfrm>
            <a:off x="-679007" y="-710108"/>
            <a:ext cx="998322" cy="10421568"/>
            <a:chOff x="0" y="0"/>
            <a:chExt cx="262932" cy="2744775"/>
          </a:xfrm>
        </p:grpSpPr>
        <p:sp>
          <p:nvSpPr>
            <p:cNvPr id="7" name="Freeform 17">
              <a:extLst>
                <a:ext uri="{FF2B5EF4-FFF2-40B4-BE49-F238E27FC236}">
                  <a16:creationId xmlns:a16="http://schemas.microsoft.com/office/drawing/2014/main" id="{B610245C-8E2C-C79D-1988-DD9C613C24FD}"/>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8" name="TextBox 18">
              <a:extLst>
                <a:ext uri="{FF2B5EF4-FFF2-40B4-BE49-F238E27FC236}">
                  <a16:creationId xmlns:a16="http://schemas.microsoft.com/office/drawing/2014/main" id="{385AC41A-B16C-492E-7660-849D979AB28B}"/>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sp>
        <p:nvSpPr>
          <p:cNvPr id="9" name="Freeform 20">
            <a:extLst>
              <a:ext uri="{FF2B5EF4-FFF2-40B4-BE49-F238E27FC236}">
                <a16:creationId xmlns:a16="http://schemas.microsoft.com/office/drawing/2014/main" id="{CCDF19A9-5624-CFD4-E3D1-AE10038786DA}"/>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4"/>
                </a:ext>
              </a:extLst>
            </a:blip>
            <a:stretch>
              <a:fillRect t="-127827" r="-47370"/>
            </a:stretch>
          </a:blipFill>
        </p:spPr>
        <p:txBody>
          <a:bodyPr/>
          <a:lstStyle/>
          <a:p>
            <a:endParaRPr lang="en-AS"/>
          </a:p>
        </p:txBody>
      </p:sp>
      <p:sp>
        <p:nvSpPr>
          <p:cNvPr id="11" name="Title 1">
            <a:extLst>
              <a:ext uri="{FF2B5EF4-FFF2-40B4-BE49-F238E27FC236}">
                <a16:creationId xmlns:a16="http://schemas.microsoft.com/office/drawing/2014/main" id="{306FB60A-27B2-7EAB-3A9A-ED283B0960B2}"/>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4" name="Freeform: Shape 13">
            <a:extLst>
              <a:ext uri="{FF2B5EF4-FFF2-40B4-BE49-F238E27FC236}">
                <a16:creationId xmlns:a16="http://schemas.microsoft.com/office/drawing/2014/main" id="{D84E4033-2452-8958-C95D-7FD51B1569E9}"/>
              </a:ext>
            </a:extLst>
          </p:cNvPr>
          <p:cNvSpPr/>
          <p:nvPr/>
        </p:nvSpPr>
        <p:spPr>
          <a:xfrm>
            <a:off x="10370408" y="-36783"/>
            <a:ext cx="2890800" cy="2890800"/>
          </a:xfrm>
          <a:custGeom>
            <a:avLst/>
            <a:gdLst>
              <a:gd name="csX0" fmla="*/ 1445400 w 2890800"/>
              <a:gd name="csY0" fmla="*/ 637274 h 2890800"/>
              <a:gd name="csX1" fmla="*/ 637274 w 2890800"/>
              <a:gd name="csY1" fmla="*/ 1445400 h 2890800"/>
              <a:gd name="csX2" fmla="*/ 1445400 w 2890800"/>
              <a:gd name="csY2" fmla="*/ 2253526 h 2890800"/>
              <a:gd name="csX3" fmla="*/ 2253526 w 2890800"/>
              <a:gd name="csY3" fmla="*/ 1445400 h 2890800"/>
              <a:gd name="csX4" fmla="*/ 1445400 w 2890800"/>
              <a:gd name="csY4" fmla="*/ 637274 h 2890800"/>
              <a:gd name="csX5" fmla="*/ 1445400 w 2890800"/>
              <a:gd name="csY5" fmla="*/ 0 h 2890800"/>
              <a:gd name="csX6" fmla="*/ 2890800 w 2890800"/>
              <a:gd name="csY6" fmla="*/ 1445400 h 2890800"/>
              <a:gd name="csX7" fmla="*/ 1445400 w 2890800"/>
              <a:gd name="csY7" fmla="*/ 2890800 h 2890800"/>
              <a:gd name="csX8" fmla="*/ 0 w 2890800"/>
              <a:gd name="csY8" fmla="*/ 1445400 h 2890800"/>
              <a:gd name="csX9" fmla="*/ 1445400 w 2890800"/>
              <a:gd name="csY9" fmla="*/ 0 h 2890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90800" h="2890800">
                <a:moveTo>
                  <a:pt x="1445400" y="637274"/>
                </a:moveTo>
                <a:cubicBezTo>
                  <a:pt x="999084" y="637274"/>
                  <a:pt x="637274" y="999084"/>
                  <a:pt x="637274" y="1445400"/>
                </a:cubicBezTo>
                <a:cubicBezTo>
                  <a:pt x="637274" y="1891716"/>
                  <a:pt x="999084" y="2253526"/>
                  <a:pt x="1445400" y="2253526"/>
                </a:cubicBezTo>
                <a:cubicBezTo>
                  <a:pt x="1891716" y="2253526"/>
                  <a:pt x="2253526" y="1891716"/>
                  <a:pt x="2253526" y="1445400"/>
                </a:cubicBezTo>
                <a:cubicBezTo>
                  <a:pt x="2253526" y="999084"/>
                  <a:pt x="1891716" y="637274"/>
                  <a:pt x="1445400" y="637274"/>
                </a:cubicBezTo>
                <a:close/>
                <a:moveTo>
                  <a:pt x="1445400" y="0"/>
                </a:moveTo>
                <a:cubicBezTo>
                  <a:pt x="2243672" y="0"/>
                  <a:pt x="2890800" y="647128"/>
                  <a:pt x="2890800" y="1445400"/>
                </a:cubicBezTo>
                <a:cubicBezTo>
                  <a:pt x="2890800" y="2243672"/>
                  <a:pt x="2243672" y="2890800"/>
                  <a:pt x="1445400" y="2890800"/>
                </a:cubicBezTo>
                <a:cubicBezTo>
                  <a:pt x="647128" y="2890800"/>
                  <a:pt x="0" y="2243672"/>
                  <a:pt x="0" y="1445400"/>
                </a:cubicBezTo>
                <a:cubicBezTo>
                  <a:pt x="0" y="647128"/>
                  <a:pt x="647128" y="0"/>
                  <a:pt x="1445400" y="0"/>
                </a:cubicBezTo>
                <a:close/>
              </a:path>
            </a:pathLst>
          </a:custGeom>
          <a:solidFill>
            <a:schemeClr val="tx1">
              <a:lumMod val="50000"/>
              <a:lumOff val="5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dirty="0"/>
          </a:p>
        </p:txBody>
      </p:sp>
      <p:sp>
        <p:nvSpPr>
          <p:cNvPr id="15" name="Slide Number Placeholder 14">
            <a:extLst>
              <a:ext uri="{FF2B5EF4-FFF2-40B4-BE49-F238E27FC236}">
                <a16:creationId xmlns:a16="http://schemas.microsoft.com/office/drawing/2014/main" id="{01DE191D-A17D-526A-969C-C2B123D3B113}"/>
              </a:ext>
            </a:extLst>
          </p:cNvPr>
          <p:cNvSpPr>
            <a:spLocks noGrp="1"/>
          </p:cNvSpPr>
          <p:nvPr>
            <p:ph type="sldNum" sz="quarter" idx="12"/>
          </p:nvPr>
        </p:nvSpPr>
        <p:spPr/>
        <p:txBody>
          <a:bodyPr/>
          <a:lstStyle/>
          <a:p>
            <a:fld id="{AD91D796-2600-4CB1-AF8F-6B90FC341573}" type="slidenum">
              <a:rPr lang="en-AS" smtClean="0"/>
              <a:t>24</a:t>
            </a:fld>
            <a:endParaRPr lang="en-AS" dirty="0"/>
          </a:p>
        </p:txBody>
      </p:sp>
      <p:pic>
        <p:nvPicPr>
          <p:cNvPr id="2" name="Graphic 1" descr="Clapper board with solid fill">
            <a:extLst>
              <a:ext uri="{FF2B5EF4-FFF2-40B4-BE49-F238E27FC236}">
                <a16:creationId xmlns:a16="http://schemas.microsoft.com/office/drawing/2014/main" id="{D957BF6F-0959-36D3-1741-787D151BCAE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23" name="!!Film_Tabe_1">
            <a:extLst>
              <a:ext uri="{FF2B5EF4-FFF2-40B4-BE49-F238E27FC236}">
                <a16:creationId xmlns:a16="http://schemas.microsoft.com/office/drawing/2014/main" id="{A6EA7F4C-1E0D-9178-2A3D-DA50382DEF03}"/>
              </a:ext>
            </a:extLst>
          </p:cNvPr>
          <p:cNvGrpSpPr/>
          <p:nvPr/>
        </p:nvGrpSpPr>
        <p:grpSpPr>
          <a:xfrm rot="13946350">
            <a:off x="-5386350" y="12130019"/>
            <a:ext cx="21467809" cy="1961092"/>
            <a:chOff x="-5996785" y="2448454"/>
            <a:chExt cx="21467809" cy="1961092"/>
          </a:xfrm>
          <a:effectLst>
            <a:outerShdw blurRad="12700" dist="50800" dir="2700000" algn="tl" rotWithShape="0">
              <a:schemeClr val="tx1">
                <a:alpha val="40000"/>
              </a:schemeClr>
            </a:outerShdw>
          </a:effectLst>
        </p:grpSpPr>
        <p:grpSp>
          <p:nvGrpSpPr>
            <p:cNvPr id="24" name="Group 23">
              <a:extLst>
                <a:ext uri="{FF2B5EF4-FFF2-40B4-BE49-F238E27FC236}">
                  <a16:creationId xmlns:a16="http://schemas.microsoft.com/office/drawing/2014/main" id="{C586081A-EF3B-02AF-98FB-37CFFBB5EFEC}"/>
                </a:ext>
              </a:extLst>
            </p:cNvPr>
            <p:cNvGrpSpPr/>
            <p:nvPr/>
          </p:nvGrpSpPr>
          <p:grpSpPr>
            <a:xfrm>
              <a:off x="7372077" y="2448455"/>
              <a:ext cx="2738174" cy="1961091"/>
              <a:chOff x="4726913" y="2438401"/>
              <a:chExt cx="2738174" cy="1961091"/>
            </a:xfrm>
          </p:grpSpPr>
          <p:sp>
            <p:nvSpPr>
              <p:cNvPr id="53" name="Graphic 2" descr="Film strip outline">
                <a:extLst>
                  <a:ext uri="{FF2B5EF4-FFF2-40B4-BE49-F238E27FC236}">
                    <a16:creationId xmlns:a16="http://schemas.microsoft.com/office/drawing/2014/main" id="{DEDABEE1-502E-9D0C-8480-9B15FC3D741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4" name="Straight Connector 53">
                <a:extLst>
                  <a:ext uri="{FF2B5EF4-FFF2-40B4-BE49-F238E27FC236}">
                    <a16:creationId xmlns:a16="http://schemas.microsoft.com/office/drawing/2014/main" id="{B532317A-11D8-275F-6757-E0460372027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5" name="TextBox 54">
                <a:extLst>
                  <a:ext uri="{FF2B5EF4-FFF2-40B4-BE49-F238E27FC236}">
                    <a16:creationId xmlns:a16="http://schemas.microsoft.com/office/drawing/2014/main" id="{43F1819B-71B3-B51E-60CD-D9671CF9DF5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DED0EEAF-486D-2FEE-E662-DC50B42DC098}"/>
                </a:ext>
              </a:extLst>
            </p:cNvPr>
            <p:cNvGrpSpPr/>
            <p:nvPr/>
          </p:nvGrpSpPr>
          <p:grpSpPr>
            <a:xfrm>
              <a:off x="4702657" y="2448455"/>
              <a:ext cx="2738174" cy="1961091"/>
              <a:chOff x="4726913" y="2438401"/>
              <a:chExt cx="2738174" cy="1961091"/>
            </a:xfrm>
          </p:grpSpPr>
          <p:sp>
            <p:nvSpPr>
              <p:cNvPr id="50" name="Graphic 2" descr="Film strip outline">
                <a:extLst>
                  <a:ext uri="{FF2B5EF4-FFF2-40B4-BE49-F238E27FC236}">
                    <a16:creationId xmlns:a16="http://schemas.microsoft.com/office/drawing/2014/main" id="{B2A37DF6-C301-DBC8-150F-57A0E956B67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1" name="Straight Connector 50">
                <a:extLst>
                  <a:ext uri="{FF2B5EF4-FFF2-40B4-BE49-F238E27FC236}">
                    <a16:creationId xmlns:a16="http://schemas.microsoft.com/office/drawing/2014/main" id="{862DF206-B02E-3A09-4CD2-8D87F4CC623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ACFF49B5-219A-978F-8AC8-290B35C2DDC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FD654A4F-B99B-7B40-9C2E-5EDB4926AF96}"/>
                </a:ext>
              </a:extLst>
            </p:cNvPr>
            <p:cNvGrpSpPr/>
            <p:nvPr/>
          </p:nvGrpSpPr>
          <p:grpSpPr>
            <a:xfrm>
              <a:off x="12732850" y="2448455"/>
              <a:ext cx="2738174" cy="1961091"/>
              <a:chOff x="4726913" y="2438401"/>
              <a:chExt cx="2738174" cy="1961091"/>
            </a:xfrm>
          </p:grpSpPr>
          <p:sp>
            <p:nvSpPr>
              <p:cNvPr id="47" name="Graphic 2" descr="Film strip outline">
                <a:extLst>
                  <a:ext uri="{FF2B5EF4-FFF2-40B4-BE49-F238E27FC236}">
                    <a16:creationId xmlns:a16="http://schemas.microsoft.com/office/drawing/2014/main" id="{5BA80000-DDC3-E6F5-0855-A345CE8A9E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 name="Straight Connector 47">
                <a:extLst>
                  <a:ext uri="{FF2B5EF4-FFF2-40B4-BE49-F238E27FC236}">
                    <a16:creationId xmlns:a16="http://schemas.microsoft.com/office/drawing/2014/main" id="{7ABDAA1C-77CE-B1D4-F77B-B9CD0226AA3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071881E1-1087-593C-A7B1-976BE079EBB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B955767B-5CB3-B14B-2E96-734B20AC1F45}"/>
                </a:ext>
              </a:extLst>
            </p:cNvPr>
            <p:cNvGrpSpPr/>
            <p:nvPr/>
          </p:nvGrpSpPr>
          <p:grpSpPr>
            <a:xfrm>
              <a:off x="10063430" y="2448455"/>
              <a:ext cx="2738174" cy="1961091"/>
              <a:chOff x="4726913" y="2438401"/>
              <a:chExt cx="2738174" cy="1961091"/>
            </a:xfrm>
          </p:grpSpPr>
          <p:sp>
            <p:nvSpPr>
              <p:cNvPr id="44" name="Graphic 2" descr="Film strip outline">
                <a:extLst>
                  <a:ext uri="{FF2B5EF4-FFF2-40B4-BE49-F238E27FC236}">
                    <a16:creationId xmlns:a16="http://schemas.microsoft.com/office/drawing/2014/main" id="{BE6ABFF3-26D1-6CEA-F31B-1AC2505B00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 name="Straight Connector 44">
                <a:extLst>
                  <a:ext uri="{FF2B5EF4-FFF2-40B4-BE49-F238E27FC236}">
                    <a16:creationId xmlns:a16="http://schemas.microsoft.com/office/drawing/2014/main" id="{5EAA452D-8CB2-2258-5E78-886CB51488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63170B9F-5D56-3864-99F0-C34F6A4534E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36D3FACB-BB0A-E9C0-72CE-7A9E76317D2F}"/>
                </a:ext>
              </a:extLst>
            </p:cNvPr>
            <p:cNvGrpSpPr/>
            <p:nvPr/>
          </p:nvGrpSpPr>
          <p:grpSpPr>
            <a:xfrm>
              <a:off x="-3327365" y="2448454"/>
              <a:ext cx="2738174" cy="1961091"/>
              <a:chOff x="4726913" y="2438401"/>
              <a:chExt cx="2738174" cy="1961091"/>
            </a:xfrm>
          </p:grpSpPr>
          <p:sp>
            <p:nvSpPr>
              <p:cNvPr id="41" name="Graphic 2" descr="Film strip outline">
                <a:extLst>
                  <a:ext uri="{FF2B5EF4-FFF2-40B4-BE49-F238E27FC236}">
                    <a16:creationId xmlns:a16="http://schemas.microsoft.com/office/drawing/2014/main" id="{05098C1F-BA65-6CED-3616-AA41FBC4F17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2" name="Straight Connector 41">
                <a:extLst>
                  <a:ext uri="{FF2B5EF4-FFF2-40B4-BE49-F238E27FC236}">
                    <a16:creationId xmlns:a16="http://schemas.microsoft.com/office/drawing/2014/main" id="{ECE9446B-A00D-485F-6793-EFE0C003E65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B87318F8-0EAB-8004-62F0-41D630F1F74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0AF7C130-72C3-867C-5F38-EEBDBE6590A2}"/>
                </a:ext>
              </a:extLst>
            </p:cNvPr>
            <p:cNvGrpSpPr/>
            <p:nvPr/>
          </p:nvGrpSpPr>
          <p:grpSpPr>
            <a:xfrm>
              <a:off x="-5996785" y="2448454"/>
              <a:ext cx="2738174" cy="1961091"/>
              <a:chOff x="4726913" y="2438401"/>
              <a:chExt cx="2738174" cy="1961091"/>
            </a:xfrm>
          </p:grpSpPr>
          <p:sp>
            <p:nvSpPr>
              <p:cNvPr id="38" name="Graphic 2" descr="Film strip outline">
                <a:extLst>
                  <a:ext uri="{FF2B5EF4-FFF2-40B4-BE49-F238E27FC236}">
                    <a16:creationId xmlns:a16="http://schemas.microsoft.com/office/drawing/2014/main" id="{C88BD431-023E-ED78-8145-690CADEE19F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BF1A8024-58E7-9DA0-4EA0-7D02D657F04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03A9FAA1-24B8-AD09-3FB7-88DE276D556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1C823B31-7AB0-D0EF-6A74-1622CF218242}"/>
                </a:ext>
              </a:extLst>
            </p:cNvPr>
            <p:cNvGrpSpPr/>
            <p:nvPr/>
          </p:nvGrpSpPr>
          <p:grpSpPr>
            <a:xfrm>
              <a:off x="2033408" y="2448454"/>
              <a:ext cx="2738174" cy="1961091"/>
              <a:chOff x="4726913" y="2438401"/>
              <a:chExt cx="2738174" cy="1961091"/>
            </a:xfrm>
          </p:grpSpPr>
          <p:sp>
            <p:nvSpPr>
              <p:cNvPr id="35" name="Graphic 2" descr="Film strip outline">
                <a:extLst>
                  <a:ext uri="{FF2B5EF4-FFF2-40B4-BE49-F238E27FC236}">
                    <a16:creationId xmlns:a16="http://schemas.microsoft.com/office/drawing/2014/main" id="{CA7ED183-36C4-2F09-F8FF-0BC34570303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CA7AB5C7-6BED-B424-25A8-C007DE6800F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16B1DDDE-1496-A107-3801-3E844B652EC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1" name="Group 30">
              <a:extLst>
                <a:ext uri="{FF2B5EF4-FFF2-40B4-BE49-F238E27FC236}">
                  <a16:creationId xmlns:a16="http://schemas.microsoft.com/office/drawing/2014/main" id="{246E805A-B841-20C9-A103-7D81AE47ECD8}"/>
                </a:ext>
              </a:extLst>
            </p:cNvPr>
            <p:cNvGrpSpPr/>
            <p:nvPr/>
          </p:nvGrpSpPr>
          <p:grpSpPr>
            <a:xfrm>
              <a:off x="-636012" y="2448454"/>
              <a:ext cx="2738174" cy="1961091"/>
              <a:chOff x="4726913" y="2438401"/>
              <a:chExt cx="2738174" cy="1961091"/>
            </a:xfrm>
          </p:grpSpPr>
          <p:sp>
            <p:nvSpPr>
              <p:cNvPr id="32" name="Graphic 2" descr="Film strip outline">
                <a:extLst>
                  <a:ext uri="{FF2B5EF4-FFF2-40B4-BE49-F238E27FC236}">
                    <a16:creationId xmlns:a16="http://schemas.microsoft.com/office/drawing/2014/main" id="{12165A7C-5024-4DC6-7C15-50C9C29BEC2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 name="Straight Connector 32">
                <a:extLst>
                  <a:ext uri="{FF2B5EF4-FFF2-40B4-BE49-F238E27FC236}">
                    <a16:creationId xmlns:a16="http://schemas.microsoft.com/office/drawing/2014/main" id="{CA821DB5-DE59-0001-A132-44099D73E5D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31BB9447-3E17-8EEB-2B68-808C4159BCE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6" name="!!Film_Tabe_2">
            <a:extLst>
              <a:ext uri="{FF2B5EF4-FFF2-40B4-BE49-F238E27FC236}">
                <a16:creationId xmlns:a16="http://schemas.microsoft.com/office/drawing/2014/main" id="{BC35C765-FC29-E95F-B660-D1B6A7792D0E}"/>
              </a:ext>
            </a:extLst>
          </p:cNvPr>
          <p:cNvGrpSpPr/>
          <p:nvPr/>
        </p:nvGrpSpPr>
        <p:grpSpPr>
          <a:xfrm rot="13921541">
            <a:off x="-3502382" y="-7246877"/>
            <a:ext cx="21467809" cy="1961092"/>
            <a:chOff x="-5996785" y="2448454"/>
            <a:chExt cx="21467809" cy="1961092"/>
          </a:xfrm>
          <a:effectLst>
            <a:outerShdw blurRad="12700" dist="50800" dir="2700000" algn="tl" rotWithShape="0">
              <a:prstClr val="black">
                <a:alpha val="40000"/>
              </a:prstClr>
            </a:outerShdw>
          </a:effectLst>
        </p:grpSpPr>
        <p:grpSp>
          <p:nvGrpSpPr>
            <p:cNvPr id="57" name="Group 56">
              <a:extLst>
                <a:ext uri="{FF2B5EF4-FFF2-40B4-BE49-F238E27FC236}">
                  <a16:creationId xmlns:a16="http://schemas.microsoft.com/office/drawing/2014/main" id="{FE9C579B-D328-6C71-EAC1-0A22B55C5757}"/>
                </a:ext>
              </a:extLst>
            </p:cNvPr>
            <p:cNvGrpSpPr/>
            <p:nvPr/>
          </p:nvGrpSpPr>
          <p:grpSpPr>
            <a:xfrm>
              <a:off x="7372077" y="2448455"/>
              <a:ext cx="2738174" cy="1961091"/>
              <a:chOff x="4726913" y="2438401"/>
              <a:chExt cx="2738174" cy="1961091"/>
            </a:xfrm>
          </p:grpSpPr>
          <p:sp>
            <p:nvSpPr>
              <p:cNvPr id="86" name="Graphic 2" descr="Film strip outline">
                <a:extLst>
                  <a:ext uri="{FF2B5EF4-FFF2-40B4-BE49-F238E27FC236}">
                    <a16:creationId xmlns:a16="http://schemas.microsoft.com/office/drawing/2014/main" id="{A40AD00C-A0D4-173A-2456-E58F72DD5F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7" name="Straight Connector 86">
                <a:extLst>
                  <a:ext uri="{FF2B5EF4-FFF2-40B4-BE49-F238E27FC236}">
                    <a16:creationId xmlns:a16="http://schemas.microsoft.com/office/drawing/2014/main" id="{2F363EE3-05DB-CBCA-E496-7B4756887CF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8" name="TextBox 87">
                <a:extLst>
                  <a:ext uri="{FF2B5EF4-FFF2-40B4-BE49-F238E27FC236}">
                    <a16:creationId xmlns:a16="http://schemas.microsoft.com/office/drawing/2014/main" id="{B9FDE7A0-4AF7-F28D-022B-C88A4788101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F6941CDA-B0D6-71D8-D4B8-E987FCC72B9D}"/>
                </a:ext>
              </a:extLst>
            </p:cNvPr>
            <p:cNvGrpSpPr/>
            <p:nvPr/>
          </p:nvGrpSpPr>
          <p:grpSpPr>
            <a:xfrm>
              <a:off x="4702657" y="2448455"/>
              <a:ext cx="2738174" cy="1961091"/>
              <a:chOff x="4726913" y="2438401"/>
              <a:chExt cx="2738174" cy="1961091"/>
            </a:xfrm>
          </p:grpSpPr>
          <p:sp>
            <p:nvSpPr>
              <p:cNvPr id="83" name="Graphic 2" descr="Film strip outline">
                <a:extLst>
                  <a:ext uri="{FF2B5EF4-FFF2-40B4-BE49-F238E27FC236}">
                    <a16:creationId xmlns:a16="http://schemas.microsoft.com/office/drawing/2014/main" id="{D79DECB9-29DD-DD92-5D1A-820367FD707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4" name="Straight Connector 83">
                <a:extLst>
                  <a:ext uri="{FF2B5EF4-FFF2-40B4-BE49-F238E27FC236}">
                    <a16:creationId xmlns:a16="http://schemas.microsoft.com/office/drawing/2014/main" id="{EE9A16FD-3133-0579-DE78-977DF9D3CEE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5" name="TextBox 84">
                <a:extLst>
                  <a:ext uri="{FF2B5EF4-FFF2-40B4-BE49-F238E27FC236}">
                    <a16:creationId xmlns:a16="http://schemas.microsoft.com/office/drawing/2014/main" id="{B2ABB631-8E81-E32A-3214-915C8A0EC2D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DC916B4D-EAF6-D681-DAE8-C6F903FE7C1B}"/>
                </a:ext>
              </a:extLst>
            </p:cNvPr>
            <p:cNvGrpSpPr/>
            <p:nvPr/>
          </p:nvGrpSpPr>
          <p:grpSpPr>
            <a:xfrm>
              <a:off x="12732850" y="2448455"/>
              <a:ext cx="2738174" cy="1961091"/>
              <a:chOff x="4726913" y="2438401"/>
              <a:chExt cx="2738174" cy="1961091"/>
            </a:xfrm>
          </p:grpSpPr>
          <p:sp>
            <p:nvSpPr>
              <p:cNvPr id="80" name="Graphic 2" descr="Film strip outline">
                <a:extLst>
                  <a:ext uri="{FF2B5EF4-FFF2-40B4-BE49-F238E27FC236}">
                    <a16:creationId xmlns:a16="http://schemas.microsoft.com/office/drawing/2014/main" id="{4B05A3BE-2BD8-B027-1C79-163D0EF69E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1" name="Straight Connector 80">
                <a:extLst>
                  <a:ext uri="{FF2B5EF4-FFF2-40B4-BE49-F238E27FC236}">
                    <a16:creationId xmlns:a16="http://schemas.microsoft.com/office/drawing/2014/main" id="{01B3BC96-B6AF-BD0D-1559-8A56B7F1196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2" name="TextBox 81">
                <a:extLst>
                  <a:ext uri="{FF2B5EF4-FFF2-40B4-BE49-F238E27FC236}">
                    <a16:creationId xmlns:a16="http://schemas.microsoft.com/office/drawing/2014/main" id="{54164F17-BE45-7689-AAD5-6A6E3945651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BEF1250C-C655-3E07-1031-0ED313C3DDF0}"/>
                </a:ext>
              </a:extLst>
            </p:cNvPr>
            <p:cNvGrpSpPr/>
            <p:nvPr/>
          </p:nvGrpSpPr>
          <p:grpSpPr>
            <a:xfrm>
              <a:off x="10063430" y="2448455"/>
              <a:ext cx="2738174" cy="1961091"/>
              <a:chOff x="4726913" y="2438401"/>
              <a:chExt cx="2738174" cy="1961091"/>
            </a:xfrm>
          </p:grpSpPr>
          <p:sp>
            <p:nvSpPr>
              <p:cNvPr id="77" name="Graphic 2" descr="Film strip outline">
                <a:extLst>
                  <a:ext uri="{FF2B5EF4-FFF2-40B4-BE49-F238E27FC236}">
                    <a16:creationId xmlns:a16="http://schemas.microsoft.com/office/drawing/2014/main" id="{802D42E1-C2EF-3BC1-0127-CF7F8B45249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8" name="Straight Connector 77">
                <a:extLst>
                  <a:ext uri="{FF2B5EF4-FFF2-40B4-BE49-F238E27FC236}">
                    <a16:creationId xmlns:a16="http://schemas.microsoft.com/office/drawing/2014/main" id="{BB6D00A2-E0EB-F6D4-C549-DD28B3F13C6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9" name="TextBox 78">
                <a:extLst>
                  <a:ext uri="{FF2B5EF4-FFF2-40B4-BE49-F238E27FC236}">
                    <a16:creationId xmlns:a16="http://schemas.microsoft.com/office/drawing/2014/main" id="{187496E6-EFF4-219B-4B5C-F4F0FAFFA7C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686957DD-BA8A-323C-9CFA-72F22AB54CBC}"/>
                </a:ext>
              </a:extLst>
            </p:cNvPr>
            <p:cNvGrpSpPr/>
            <p:nvPr/>
          </p:nvGrpSpPr>
          <p:grpSpPr>
            <a:xfrm>
              <a:off x="-3327365" y="2448454"/>
              <a:ext cx="2738174" cy="1961091"/>
              <a:chOff x="4726913" y="2438401"/>
              <a:chExt cx="2738174" cy="1961091"/>
            </a:xfrm>
          </p:grpSpPr>
          <p:sp>
            <p:nvSpPr>
              <p:cNvPr id="74" name="Graphic 2" descr="Film strip outline">
                <a:extLst>
                  <a:ext uri="{FF2B5EF4-FFF2-40B4-BE49-F238E27FC236}">
                    <a16:creationId xmlns:a16="http://schemas.microsoft.com/office/drawing/2014/main" id="{47662C07-31B8-0667-0B81-E63A342442E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5" name="Straight Connector 74">
                <a:extLst>
                  <a:ext uri="{FF2B5EF4-FFF2-40B4-BE49-F238E27FC236}">
                    <a16:creationId xmlns:a16="http://schemas.microsoft.com/office/drawing/2014/main" id="{FA032322-FC8F-07F5-B4B6-243166379E7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E30859A2-762D-71DA-442E-B80182C3BC8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3CFA3195-A57D-5F4B-5B2A-1D3704EA6E3E}"/>
                </a:ext>
              </a:extLst>
            </p:cNvPr>
            <p:cNvGrpSpPr/>
            <p:nvPr/>
          </p:nvGrpSpPr>
          <p:grpSpPr>
            <a:xfrm>
              <a:off x="-5996785" y="2448454"/>
              <a:ext cx="2738174" cy="1961091"/>
              <a:chOff x="4726913" y="2438401"/>
              <a:chExt cx="2738174" cy="1961091"/>
            </a:xfrm>
          </p:grpSpPr>
          <p:sp>
            <p:nvSpPr>
              <p:cNvPr id="71" name="Graphic 2" descr="Film strip outline">
                <a:extLst>
                  <a:ext uri="{FF2B5EF4-FFF2-40B4-BE49-F238E27FC236}">
                    <a16:creationId xmlns:a16="http://schemas.microsoft.com/office/drawing/2014/main" id="{3CAD7E70-5763-12D1-51A0-DD4A0C56C5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C2D40F8B-364B-9417-BA67-3183D99B8D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72AB92A9-CBA0-3338-F485-989010A1AB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517E6392-5C84-E667-13F4-D2A7431A23D6}"/>
                </a:ext>
              </a:extLst>
            </p:cNvPr>
            <p:cNvGrpSpPr/>
            <p:nvPr/>
          </p:nvGrpSpPr>
          <p:grpSpPr>
            <a:xfrm>
              <a:off x="2033408" y="2448454"/>
              <a:ext cx="2738174" cy="1961091"/>
              <a:chOff x="4726913" y="2438401"/>
              <a:chExt cx="2738174" cy="1961091"/>
            </a:xfrm>
          </p:grpSpPr>
          <p:sp>
            <p:nvSpPr>
              <p:cNvPr id="68" name="Graphic 2" descr="Film strip outline">
                <a:extLst>
                  <a:ext uri="{FF2B5EF4-FFF2-40B4-BE49-F238E27FC236}">
                    <a16:creationId xmlns:a16="http://schemas.microsoft.com/office/drawing/2014/main" id="{EA54801B-A99F-C37B-6F7D-4D93B90EC3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9" name="Straight Connector 68">
                <a:extLst>
                  <a:ext uri="{FF2B5EF4-FFF2-40B4-BE49-F238E27FC236}">
                    <a16:creationId xmlns:a16="http://schemas.microsoft.com/office/drawing/2014/main" id="{A928075E-E56D-AE1E-96B6-1CF19544C7F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0" name="TextBox 69">
                <a:extLst>
                  <a:ext uri="{FF2B5EF4-FFF2-40B4-BE49-F238E27FC236}">
                    <a16:creationId xmlns:a16="http://schemas.microsoft.com/office/drawing/2014/main" id="{ECA5B27C-069F-7E56-5D40-BE5A1F77DF6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740A7C5C-9C4B-C427-7E35-B5996E1C9AA1}"/>
                </a:ext>
              </a:extLst>
            </p:cNvPr>
            <p:cNvGrpSpPr/>
            <p:nvPr/>
          </p:nvGrpSpPr>
          <p:grpSpPr>
            <a:xfrm>
              <a:off x="-636012" y="2448454"/>
              <a:ext cx="2738174" cy="1961091"/>
              <a:chOff x="4726913" y="2438401"/>
              <a:chExt cx="2738174" cy="1961091"/>
            </a:xfrm>
          </p:grpSpPr>
          <p:sp>
            <p:nvSpPr>
              <p:cNvPr id="65" name="Graphic 2" descr="Film strip outline">
                <a:extLst>
                  <a:ext uri="{FF2B5EF4-FFF2-40B4-BE49-F238E27FC236}">
                    <a16:creationId xmlns:a16="http://schemas.microsoft.com/office/drawing/2014/main" id="{DA753FBD-FCCA-BF4E-B793-ACD395F2E4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6" name="Straight Connector 65">
                <a:extLst>
                  <a:ext uri="{FF2B5EF4-FFF2-40B4-BE49-F238E27FC236}">
                    <a16:creationId xmlns:a16="http://schemas.microsoft.com/office/drawing/2014/main" id="{FD51C818-9141-19E8-A4CE-A913B6BA8AF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7" name="TextBox 66">
                <a:extLst>
                  <a:ext uri="{FF2B5EF4-FFF2-40B4-BE49-F238E27FC236}">
                    <a16:creationId xmlns:a16="http://schemas.microsoft.com/office/drawing/2014/main" id="{F0157035-E470-7150-8F9D-26E380D3ACC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0" name="Group 9">
            <a:extLst>
              <a:ext uri="{FF2B5EF4-FFF2-40B4-BE49-F238E27FC236}">
                <a16:creationId xmlns:a16="http://schemas.microsoft.com/office/drawing/2014/main" id="{89B8E1DF-4F59-3854-AA67-AE397BC618CC}"/>
              </a:ext>
            </a:extLst>
          </p:cNvPr>
          <p:cNvGrpSpPr/>
          <p:nvPr/>
        </p:nvGrpSpPr>
        <p:grpSpPr>
          <a:xfrm rot="7200000">
            <a:off x="-5315365" y="-905471"/>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12" name="Graphic 37" descr="Film strip outline">
              <a:extLst>
                <a:ext uri="{FF2B5EF4-FFF2-40B4-BE49-F238E27FC236}">
                  <a16:creationId xmlns:a16="http://schemas.microsoft.com/office/drawing/2014/main" id="{934E89FC-AC43-530E-4B62-C4E56FC807C3}"/>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3" name="Graphic 37" descr="Film strip outline">
              <a:extLst>
                <a:ext uri="{FF2B5EF4-FFF2-40B4-BE49-F238E27FC236}">
                  <a16:creationId xmlns:a16="http://schemas.microsoft.com/office/drawing/2014/main" id="{149E6D88-B6F2-3C4E-1068-20C5CCD12487}"/>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6" name="Graphic 37" descr="Film strip outline">
              <a:extLst>
                <a:ext uri="{FF2B5EF4-FFF2-40B4-BE49-F238E27FC236}">
                  <a16:creationId xmlns:a16="http://schemas.microsoft.com/office/drawing/2014/main" id="{174D9EBA-A506-3B4D-FAFD-55ACA9EC088C}"/>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28358887-4AA1-2C83-E56E-F090C6BA4697}"/>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18" name="TextBox 17">
            <a:extLst>
              <a:ext uri="{FF2B5EF4-FFF2-40B4-BE49-F238E27FC236}">
                <a16:creationId xmlns:a16="http://schemas.microsoft.com/office/drawing/2014/main" id="{123688A8-0A28-B74D-1DBB-324F0C897E89}"/>
              </a:ext>
            </a:extLst>
          </p:cNvPr>
          <p:cNvSpPr txBox="1"/>
          <p:nvPr/>
        </p:nvSpPr>
        <p:spPr>
          <a:xfrm>
            <a:off x="1752980" y="11389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19" name="Freeform: Shape 18">
            <a:extLst>
              <a:ext uri="{FF2B5EF4-FFF2-40B4-BE49-F238E27FC236}">
                <a16:creationId xmlns:a16="http://schemas.microsoft.com/office/drawing/2014/main" id="{685631E8-6EB1-B93A-60A1-6696351D4AFA}"/>
              </a:ext>
            </a:extLst>
          </p:cNvPr>
          <p:cNvSpPr/>
          <p:nvPr/>
        </p:nvSpPr>
        <p:spPr>
          <a:xfrm>
            <a:off x="700648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0" name="Rectangle 19">
            <a:extLst>
              <a:ext uri="{FF2B5EF4-FFF2-40B4-BE49-F238E27FC236}">
                <a16:creationId xmlns:a16="http://schemas.microsoft.com/office/drawing/2014/main" id="{6149999D-A0B0-309F-AD24-FA84E1CF38AB}"/>
              </a:ext>
            </a:extLst>
          </p:cNvPr>
          <p:cNvSpPr/>
          <p:nvPr/>
        </p:nvSpPr>
        <p:spPr>
          <a:xfrm>
            <a:off x="868302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CBC9FC74-0DFD-EA5C-1A97-4281AF4194E4}"/>
              </a:ext>
            </a:extLst>
          </p:cNvPr>
          <p:cNvSpPr>
            <a:spLocks/>
          </p:cNvSpPr>
          <p:nvPr/>
        </p:nvSpPr>
        <p:spPr>
          <a:xfrm>
            <a:off x="868302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2" name="Rectangle 21">
            <a:extLst>
              <a:ext uri="{FF2B5EF4-FFF2-40B4-BE49-F238E27FC236}">
                <a16:creationId xmlns:a16="http://schemas.microsoft.com/office/drawing/2014/main" id="{404C3D5E-9945-3276-623F-25D6E5300364}"/>
              </a:ext>
            </a:extLst>
          </p:cNvPr>
          <p:cNvSpPr>
            <a:spLocks/>
          </p:cNvSpPr>
          <p:nvPr/>
        </p:nvSpPr>
        <p:spPr>
          <a:xfrm>
            <a:off x="868302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9" name="Rectangle 88">
            <a:extLst>
              <a:ext uri="{FF2B5EF4-FFF2-40B4-BE49-F238E27FC236}">
                <a16:creationId xmlns:a16="http://schemas.microsoft.com/office/drawing/2014/main" id="{9D36F456-F174-1053-0A92-32EBE461D535}"/>
              </a:ext>
            </a:extLst>
          </p:cNvPr>
          <p:cNvSpPr>
            <a:spLocks/>
          </p:cNvSpPr>
          <p:nvPr/>
        </p:nvSpPr>
        <p:spPr>
          <a:xfrm>
            <a:off x="868302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0" name="Rectangle 89">
            <a:extLst>
              <a:ext uri="{FF2B5EF4-FFF2-40B4-BE49-F238E27FC236}">
                <a16:creationId xmlns:a16="http://schemas.microsoft.com/office/drawing/2014/main" id="{627FA035-AB53-10F0-5ABF-DE8D0997A8EA}"/>
              </a:ext>
            </a:extLst>
          </p:cNvPr>
          <p:cNvSpPr>
            <a:spLocks/>
          </p:cNvSpPr>
          <p:nvPr/>
        </p:nvSpPr>
        <p:spPr>
          <a:xfrm>
            <a:off x="868302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1" name="Rectangle 90">
            <a:extLst>
              <a:ext uri="{FF2B5EF4-FFF2-40B4-BE49-F238E27FC236}">
                <a16:creationId xmlns:a16="http://schemas.microsoft.com/office/drawing/2014/main" id="{87253497-6C7F-1F1A-CE62-5632200B1E42}"/>
              </a:ext>
            </a:extLst>
          </p:cNvPr>
          <p:cNvSpPr>
            <a:spLocks/>
          </p:cNvSpPr>
          <p:nvPr/>
        </p:nvSpPr>
        <p:spPr>
          <a:xfrm>
            <a:off x="868302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Rectangle 92">
            <a:extLst>
              <a:ext uri="{FF2B5EF4-FFF2-40B4-BE49-F238E27FC236}">
                <a16:creationId xmlns:a16="http://schemas.microsoft.com/office/drawing/2014/main" id="{3F421CB1-1547-A52E-0DAE-84DD92A0CC11}"/>
              </a:ext>
            </a:extLst>
          </p:cNvPr>
          <p:cNvSpPr/>
          <p:nvPr/>
        </p:nvSpPr>
        <p:spPr>
          <a:xfrm>
            <a:off x="7770756" y="3516904"/>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4" name="Rectangle 93">
            <a:extLst>
              <a:ext uri="{FF2B5EF4-FFF2-40B4-BE49-F238E27FC236}">
                <a16:creationId xmlns:a16="http://schemas.microsoft.com/office/drawing/2014/main" id="{2504D212-AA2C-BFB9-D8B7-5B1B8A51A3AE}"/>
              </a:ext>
            </a:extLst>
          </p:cNvPr>
          <p:cNvSpPr/>
          <p:nvPr/>
        </p:nvSpPr>
        <p:spPr>
          <a:xfrm>
            <a:off x="7770756"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5" name="Rectangle 94">
            <a:extLst>
              <a:ext uri="{FF2B5EF4-FFF2-40B4-BE49-F238E27FC236}">
                <a16:creationId xmlns:a16="http://schemas.microsoft.com/office/drawing/2014/main" id="{A06C743C-97AC-4B2A-AEC3-A1BBCAA453C2}"/>
              </a:ext>
            </a:extLst>
          </p:cNvPr>
          <p:cNvSpPr/>
          <p:nvPr/>
        </p:nvSpPr>
        <p:spPr>
          <a:xfrm>
            <a:off x="7770756"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6" name="Rectangle 95">
            <a:extLst>
              <a:ext uri="{FF2B5EF4-FFF2-40B4-BE49-F238E27FC236}">
                <a16:creationId xmlns:a16="http://schemas.microsoft.com/office/drawing/2014/main" id="{48CAE30D-DDC4-8920-C10E-BF9D873E71EC}"/>
              </a:ext>
            </a:extLst>
          </p:cNvPr>
          <p:cNvSpPr/>
          <p:nvPr/>
        </p:nvSpPr>
        <p:spPr>
          <a:xfrm>
            <a:off x="777075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7" name="Freeform: Shape 96">
            <a:extLst>
              <a:ext uri="{FF2B5EF4-FFF2-40B4-BE49-F238E27FC236}">
                <a16:creationId xmlns:a16="http://schemas.microsoft.com/office/drawing/2014/main" id="{323F0AFF-1746-C960-C967-C40B7E9BEDB4}"/>
              </a:ext>
            </a:extLst>
          </p:cNvPr>
          <p:cNvSpPr/>
          <p:nvPr/>
        </p:nvSpPr>
        <p:spPr>
          <a:xfrm>
            <a:off x="770364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8" name="Freeform: Shape 97">
            <a:extLst>
              <a:ext uri="{FF2B5EF4-FFF2-40B4-BE49-F238E27FC236}">
                <a16:creationId xmlns:a16="http://schemas.microsoft.com/office/drawing/2014/main" id="{C204EBEC-B918-D21F-0E77-76E5A9C4A55B}"/>
              </a:ext>
            </a:extLst>
          </p:cNvPr>
          <p:cNvSpPr/>
          <p:nvPr/>
        </p:nvSpPr>
        <p:spPr>
          <a:xfrm>
            <a:off x="770364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9" name="Freeform: Shape 98">
            <a:extLst>
              <a:ext uri="{FF2B5EF4-FFF2-40B4-BE49-F238E27FC236}">
                <a16:creationId xmlns:a16="http://schemas.microsoft.com/office/drawing/2014/main" id="{A89A46D3-E6E8-B8F4-846B-332A5CD028E0}"/>
              </a:ext>
            </a:extLst>
          </p:cNvPr>
          <p:cNvSpPr/>
          <p:nvPr/>
        </p:nvSpPr>
        <p:spPr>
          <a:xfrm>
            <a:off x="770364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0" name="Freeform: Shape 99">
            <a:extLst>
              <a:ext uri="{FF2B5EF4-FFF2-40B4-BE49-F238E27FC236}">
                <a16:creationId xmlns:a16="http://schemas.microsoft.com/office/drawing/2014/main" id="{56066602-78BA-3520-CD1E-42A7BED54B88}"/>
              </a:ext>
            </a:extLst>
          </p:cNvPr>
          <p:cNvSpPr/>
          <p:nvPr/>
        </p:nvSpPr>
        <p:spPr>
          <a:xfrm>
            <a:off x="7703640"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1" name="Rectangle 100">
            <a:extLst>
              <a:ext uri="{FF2B5EF4-FFF2-40B4-BE49-F238E27FC236}">
                <a16:creationId xmlns:a16="http://schemas.microsoft.com/office/drawing/2014/main" id="{027944D3-072C-B3DC-BD14-A2B2EAE59C11}"/>
              </a:ext>
            </a:extLst>
          </p:cNvPr>
          <p:cNvSpPr/>
          <p:nvPr/>
        </p:nvSpPr>
        <p:spPr>
          <a:xfrm>
            <a:off x="8678758"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2413883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
                                            <p:txEl>
                                              <p:pRg st="0" end="0"/>
                                            </p:txEl>
                                          </p:spTgt>
                                        </p:tgtEl>
                                        <p:attrNameLst>
                                          <p:attrName>style.visibility</p:attrName>
                                        </p:attrNameLst>
                                      </p:cBhvr>
                                      <p:to>
                                        <p:strVal val="visible"/>
                                      </p:to>
                                    </p:set>
                                    <p:animEffect transition="in" filter="wipe(left)">
                                      <p:cBhvr>
                                        <p:cTn id="7" dur="500"/>
                                        <p:tgtEl>
                                          <p:spTgt spid="18">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8">
                                            <p:txEl>
                                              <p:pRg st="1" end="1"/>
                                            </p:txEl>
                                          </p:spTgt>
                                        </p:tgtEl>
                                        <p:attrNameLst>
                                          <p:attrName>style.visibility</p:attrName>
                                        </p:attrNameLst>
                                      </p:cBhvr>
                                      <p:to>
                                        <p:strVal val="visible"/>
                                      </p:to>
                                    </p:set>
                                    <p:animEffect transition="in" filter="wipe(left)">
                                      <p:cBhvr>
                                        <p:cTn id="10" dur="500"/>
                                        <p:tgtEl>
                                          <p:spTgt spid="18">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8">
                                            <p:txEl>
                                              <p:pRg st="2" end="2"/>
                                            </p:txEl>
                                          </p:spTgt>
                                        </p:tgtEl>
                                        <p:attrNameLst>
                                          <p:attrName>style.visibility</p:attrName>
                                        </p:attrNameLst>
                                      </p:cBhvr>
                                      <p:to>
                                        <p:strVal val="visible"/>
                                      </p:to>
                                    </p:set>
                                    <p:animEffect transition="in" filter="wipe(left)">
                                      <p:cBhvr>
                                        <p:cTn id="13" dur="500"/>
                                        <p:tgtEl>
                                          <p:spTgt spid="18">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8">
                                            <p:txEl>
                                              <p:pRg st="3" end="3"/>
                                            </p:txEl>
                                          </p:spTgt>
                                        </p:tgtEl>
                                        <p:attrNameLst>
                                          <p:attrName>style.visibility</p:attrName>
                                        </p:attrNameLst>
                                      </p:cBhvr>
                                      <p:to>
                                        <p:strVal val="visible"/>
                                      </p:to>
                                    </p:set>
                                    <p:animEffect transition="in" filter="wipe(left)">
                                      <p:cBhvr>
                                        <p:cTn id="16" dur="500"/>
                                        <p:tgtEl>
                                          <p:spTgt spid="18">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18">
                                            <p:txEl>
                                              <p:pRg st="4" end="4"/>
                                            </p:txEl>
                                          </p:spTgt>
                                        </p:tgtEl>
                                        <p:attrNameLst>
                                          <p:attrName>style.visibility</p:attrName>
                                        </p:attrNameLst>
                                      </p:cBhvr>
                                      <p:to>
                                        <p:strVal val="visible"/>
                                      </p:to>
                                    </p:set>
                                    <p:animEffect transition="in" filter="wipe(left)">
                                      <p:cBhvr>
                                        <p:cTn id="19" dur="500"/>
                                        <p:tgtEl>
                                          <p:spTgt spid="18">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18">
                                            <p:txEl>
                                              <p:pRg st="5" end="5"/>
                                            </p:txEl>
                                          </p:spTgt>
                                        </p:tgtEl>
                                        <p:attrNameLst>
                                          <p:attrName>style.visibility</p:attrName>
                                        </p:attrNameLst>
                                      </p:cBhvr>
                                      <p:to>
                                        <p:strVal val="visible"/>
                                      </p:to>
                                    </p:set>
                                    <p:animEffect transition="in" filter="wipe(left)">
                                      <p:cBhvr>
                                        <p:cTn id="22" dur="500"/>
                                        <p:tgtEl>
                                          <p:spTgt spid="18">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8">
                                            <p:txEl>
                                              <p:pRg st="6" end="6"/>
                                            </p:txEl>
                                          </p:spTgt>
                                        </p:tgtEl>
                                        <p:attrNameLst>
                                          <p:attrName>style.visibility</p:attrName>
                                        </p:attrNameLst>
                                      </p:cBhvr>
                                      <p:to>
                                        <p:strVal val="visible"/>
                                      </p:to>
                                    </p:set>
                                    <p:animEffect transition="in" filter="wipe(left)">
                                      <p:cBhvr>
                                        <p:cTn id="25" dur="500"/>
                                        <p:tgtEl>
                                          <p:spTgt spid="18">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50" fill="hold">
                                          <p:stCondLst>
                                            <p:cond delay="0"/>
                                          </p:stCondLst>
                                        </p:cTn>
                                        <p:tgtEl>
                                          <p:spTgt spid="18">
                                            <p:txEl>
                                              <p:pRg st="3" end="3"/>
                                            </p:txEl>
                                          </p:spTgt>
                                        </p:tgtEl>
                                        <p:attrNameLst>
                                          <p:attrName>r</p:attrName>
                                        </p:attrNameLst>
                                      </p:cBhvr>
                                    </p:animRot>
                                    <p:animRot by="-240000">
                                      <p:cBhvr>
                                        <p:cTn id="30" dur="100" fill="hold">
                                          <p:stCondLst>
                                            <p:cond delay="100"/>
                                          </p:stCondLst>
                                        </p:cTn>
                                        <p:tgtEl>
                                          <p:spTgt spid="18">
                                            <p:txEl>
                                              <p:pRg st="3" end="3"/>
                                            </p:txEl>
                                          </p:spTgt>
                                        </p:tgtEl>
                                        <p:attrNameLst>
                                          <p:attrName>r</p:attrName>
                                        </p:attrNameLst>
                                      </p:cBhvr>
                                    </p:animRot>
                                    <p:animRot by="240000">
                                      <p:cBhvr>
                                        <p:cTn id="31" dur="100" fill="hold">
                                          <p:stCondLst>
                                            <p:cond delay="200"/>
                                          </p:stCondLst>
                                        </p:cTn>
                                        <p:tgtEl>
                                          <p:spTgt spid="18">
                                            <p:txEl>
                                              <p:pRg st="3" end="3"/>
                                            </p:txEl>
                                          </p:spTgt>
                                        </p:tgtEl>
                                        <p:attrNameLst>
                                          <p:attrName>r</p:attrName>
                                        </p:attrNameLst>
                                      </p:cBhvr>
                                    </p:animRot>
                                    <p:animRot by="-240000">
                                      <p:cBhvr>
                                        <p:cTn id="32" dur="100" fill="hold">
                                          <p:stCondLst>
                                            <p:cond delay="300"/>
                                          </p:stCondLst>
                                        </p:cTn>
                                        <p:tgtEl>
                                          <p:spTgt spid="18">
                                            <p:txEl>
                                              <p:pRg st="3" end="3"/>
                                            </p:txEl>
                                          </p:spTgt>
                                        </p:tgtEl>
                                        <p:attrNameLst>
                                          <p:attrName>r</p:attrName>
                                        </p:attrNameLst>
                                      </p:cBhvr>
                                    </p:animRot>
                                    <p:animRot by="120000">
                                      <p:cBhvr>
                                        <p:cTn id="33" dur="100" fill="hold">
                                          <p:stCondLst>
                                            <p:cond delay="400"/>
                                          </p:stCondLst>
                                        </p:cTn>
                                        <p:tgtEl>
                                          <p:spTgt spid="18">
                                            <p:txEl>
                                              <p:pRg st="3" end="3"/>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18">
                                            <p:txEl>
                                              <p:pRg st="3" end="3"/>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18">
                                            <p:txEl>
                                              <p:pRg st="3" end="3"/>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100"/>
                                        </p:tgtEl>
                                        <p:attrNameLst>
                                          <p:attrName>style.visibility</p:attrName>
                                        </p:attrNameLst>
                                      </p:cBhvr>
                                      <p:to>
                                        <p:strVal val="visible"/>
                                      </p:to>
                                    </p:set>
                                    <p:animEffect transition="in" filter="fade">
                                      <p:cBhvr>
                                        <p:cTn id="40" dur="500"/>
                                        <p:tgtEl>
                                          <p:spTgt spid="100"/>
                                        </p:tgtEl>
                                      </p:cBhvr>
                                    </p:animEffect>
                                  </p:childTnLst>
                                </p:cTn>
                              </p:par>
                              <p:par>
                                <p:cTn id="41" presetID="10" presetClass="exit" presetSubtype="0" fill="hold" grpId="0" nodeType="withEffect">
                                  <p:stCondLst>
                                    <p:cond delay="0"/>
                                  </p:stCondLst>
                                  <p:childTnLst>
                                    <p:animEffect transition="out" filter="fade">
                                      <p:cBhvr>
                                        <p:cTn id="42" dur="500"/>
                                        <p:tgtEl>
                                          <p:spTgt spid="93"/>
                                        </p:tgtEl>
                                      </p:cBhvr>
                                    </p:animEffect>
                                    <p:set>
                                      <p:cBhvr>
                                        <p:cTn id="43" dur="1" fill="hold">
                                          <p:stCondLst>
                                            <p:cond delay="499"/>
                                          </p:stCondLst>
                                        </p:cTn>
                                        <p:tgtEl>
                                          <p:spTgt spid="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uiExpand="1" build="allAtOnce"/>
      <p:bldP spid="93" grpId="0" animBg="1"/>
      <p:bldP spid="10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5711E2C-E34B-E80D-6BDB-A455DCF1F64F}"/>
            </a:ext>
          </a:extLst>
        </p:cNvPr>
        <p:cNvGrpSpPr/>
        <p:nvPr/>
      </p:nvGrpSpPr>
      <p:grpSpPr>
        <a:xfrm>
          <a:off x="0" y="0"/>
          <a:ext cx="0" cy="0"/>
          <a:chOff x="0" y="0"/>
          <a:chExt cx="0" cy="0"/>
        </a:xfrm>
      </p:grpSpPr>
      <p:sp>
        <p:nvSpPr>
          <p:cNvPr id="188" name="Rectangle 187">
            <a:extLst>
              <a:ext uri="{FF2B5EF4-FFF2-40B4-BE49-F238E27FC236}">
                <a16:creationId xmlns:a16="http://schemas.microsoft.com/office/drawing/2014/main" id="{C62CB9A8-BD6B-A2BE-4451-71CAA19286A5}"/>
              </a:ext>
            </a:extLst>
          </p:cNvPr>
          <p:cNvSpPr/>
          <p:nvPr/>
        </p:nvSpPr>
        <p:spPr>
          <a:xfrm>
            <a:off x="8754041" y="0"/>
            <a:ext cx="4476750" cy="6907125"/>
          </a:xfrm>
          <a:prstGeom prst="rect">
            <a:avLst/>
          </a:prstGeom>
          <a:gradFill>
            <a:gsLst>
              <a:gs pos="100000">
                <a:srgbClr val="18191A"/>
              </a:gs>
              <a:gs pos="0">
                <a:schemeClr val="accent1">
                  <a:lumMod val="5000"/>
                  <a:lumOff val="95000"/>
                  <a:alpha val="0"/>
                </a:schemeClr>
              </a:gs>
            </a:gsLst>
            <a:lin ang="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9" name="Rectangle 188">
            <a:extLst>
              <a:ext uri="{FF2B5EF4-FFF2-40B4-BE49-F238E27FC236}">
                <a16:creationId xmlns:a16="http://schemas.microsoft.com/office/drawing/2014/main" id="{B400F8ED-7F08-0AAF-BFC5-A87CDBF49497}"/>
              </a:ext>
            </a:extLst>
          </p:cNvPr>
          <p:cNvSpPr/>
          <p:nvPr/>
        </p:nvSpPr>
        <p:spPr>
          <a:xfrm rot="10800000">
            <a:off x="-1587729" y="4175"/>
            <a:ext cx="4476750" cy="6907125"/>
          </a:xfrm>
          <a:prstGeom prst="rect">
            <a:avLst/>
          </a:prstGeom>
          <a:gradFill>
            <a:gsLst>
              <a:gs pos="100000">
                <a:srgbClr val="18191A"/>
              </a:gs>
              <a:gs pos="0">
                <a:schemeClr val="accent1">
                  <a:lumMod val="5000"/>
                  <a:lumOff val="95000"/>
                  <a:alpha val="0"/>
                </a:schemeClr>
              </a:gs>
            </a:gsLst>
            <a:lin ang="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Footer Placeholder 1">
            <a:extLst>
              <a:ext uri="{FF2B5EF4-FFF2-40B4-BE49-F238E27FC236}">
                <a16:creationId xmlns:a16="http://schemas.microsoft.com/office/drawing/2014/main" id="{0BF5F118-5E95-8347-A336-07672426813C}"/>
              </a:ext>
            </a:extLst>
          </p:cNvPr>
          <p:cNvSpPr>
            <a:spLocks noGrp="1"/>
          </p:cNvSpPr>
          <p:nvPr>
            <p:ph type="ftr" sz="quarter" idx="11"/>
          </p:nvPr>
        </p:nvSpPr>
        <p:spPr>
          <a:xfrm>
            <a:off x="7713600" y="6492647"/>
            <a:ext cx="4114800" cy="365125"/>
          </a:xfrm>
        </p:spPr>
        <p:txBody>
          <a:bodyPr/>
          <a:lstStyle/>
          <a:p>
            <a:r>
              <a:rPr lang="en-US" dirty="0">
                <a:effectLst>
                  <a:glow rad="101600">
                    <a:schemeClr val="bg1">
                      <a:alpha val="40000"/>
                    </a:schemeClr>
                  </a:glow>
                </a:effectLst>
              </a:rPr>
              <a:t>ABVCS</a:t>
            </a:r>
            <a:endParaRPr lang="en-AS" dirty="0">
              <a:effectLst>
                <a:glow rad="101600">
                  <a:schemeClr val="bg1">
                    <a:alpha val="40000"/>
                  </a:schemeClr>
                </a:glow>
              </a:effectLst>
            </a:endParaRPr>
          </a:p>
        </p:txBody>
      </p:sp>
      <p:sp>
        <p:nvSpPr>
          <p:cNvPr id="196" name="Slide Number Placeholder 195">
            <a:extLst>
              <a:ext uri="{FF2B5EF4-FFF2-40B4-BE49-F238E27FC236}">
                <a16:creationId xmlns:a16="http://schemas.microsoft.com/office/drawing/2014/main" id="{373D1CDA-5FEC-C8F2-5285-CE7917431DC9}"/>
              </a:ext>
            </a:extLst>
          </p:cNvPr>
          <p:cNvSpPr>
            <a:spLocks noGrp="1"/>
          </p:cNvSpPr>
          <p:nvPr>
            <p:ph type="sldNum" sz="quarter" idx="12"/>
          </p:nvPr>
        </p:nvSpPr>
        <p:spPr>
          <a:xfrm>
            <a:off x="11828400" y="6492874"/>
            <a:ext cx="363600" cy="365125"/>
          </a:xfrm>
          <a:ln>
            <a:solidFill>
              <a:schemeClr val="tx1"/>
            </a:solidFill>
          </a:ln>
          <a:effectLst>
            <a:glow rad="63500">
              <a:schemeClr val="tx1">
                <a:alpha val="40000"/>
              </a:schemeClr>
            </a:glow>
            <a:outerShdw blurRad="50800" dist="38100" dir="18900000" algn="bl" rotWithShape="0">
              <a:prstClr val="black">
                <a:alpha val="40000"/>
              </a:prstClr>
            </a:outerShdw>
          </a:effectLst>
        </p:spPr>
        <p:txBody>
          <a:bodyPr/>
          <a:lstStyle/>
          <a:p>
            <a:pPr algn="l"/>
            <a:fld id="{AD91D796-2600-4CB1-AF8F-6B90FC341573}" type="slidenum">
              <a:rPr lang="en-AS" smtClean="0"/>
              <a:pPr algn="l"/>
              <a:t>25</a:t>
            </a:fld>
            <a:endParaRPr lang="en-AS" dirty="0"/>
          </a:p>
        </p:txBody>
      </p:sp>
      <p:sp>
        <p:nvSpPr>
          <p:cNvPr id="41" name="Fram">
            <a:extLst>
              <a:ext uri="{FF2B5EF4-FFF2-40B4-BE49-F238E27FC236}">
                <a16:creationId xmlns:a16="http://schemas.microsoft.com/office/drawing/2014/main" id="{A1A781C5-1EBD-DDB9-AF0F-EA49CD97FE47}"/>
              </a:ext>
            </a:extLst>
          </p:cNvPr>
          <p:cNvSpPr/>
          <p:nvPr/>
        </p:nvSpPr>
        <p:spPr>
          <a:xfrm>
            <a:off x="1199584" y="54572"/>
            <a:ext cx="5342615" cy="6732000"/>
          </a:xfrm>
          <a:prstGeom prst="rect">
            <a:avLst/>
          </a:prstGeom>
          <a:no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7" name="Oval 13">
            <a:extLst>
              <a:ext uri="{FF2B5EF4-FFF2-40B4-BE49-F238E27FC236}">
                <a16:creationId xmlns:a16="http://schemas.microsoft.com/office/drawing/2014/main" id="{D61C58CA-D6DA-EDBC-9DB9-ED951D407AF7}"/>
              </a:ext>
            </a:extLst>
          </p:cNvPr>
          <p:cNvSpPr>
            <a:spLocks noChangeAspect="1"/>
          </p:cNvSpPr>
          <p:nvPr/>
        </p:nvSpPr>
        <p:spPr>
          <a:xfrm>
            <a:off x="5195815" y="5887513"/>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Testing</a:t>
            </a:r>
            <a:endParaRPr lang="en-AS" sz="1100" dirty="0">
              <a:solidFill>
                <a:schemeClr val="tx1"/>
              </a:solidFill>
            </a:endParaRPr>
          </a:p>
        </p:txBody>
      </p:sp>
      <p:sp>
        <p:nvSpPr>
          <p:cNvPr id="35" name="Oval 12">
            <a:extLst>
              <a:ext uri="{FF2B5EF4-FFF2-40B4-BE49-F238E27FC236}">
                <a16:creationId xmlns:a16="http://schemas.microsoft.com/office/drawing/2014/main" id="{D244148E-7B06-80B4-8695-7ADCBC3BF89D}"/>
              </a:ext>
            </a:extLst>
          </p:cNvPr>
          <p:cNvSpPr>
            <a:spLocks noChangeAspect="1"/>
          </p:cNvSpPr>
          <p:nvPr/>
        </p:nvSpPr>
        <p:spPr>
          <a:xfrm>
            <a:off x="2170748" y="5887513"/>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a:solidFill>
                  <a:schemeClr val="tx1"/>
                </a:solidFill>
              </a:rPr>
              <a:t>UVG Dataset </a:t>
            </a:r>
            <a:endParaRPr lang="en-AS" sz="1100">
              <a:solidFill>
                <a:schemeClr val="tx1"/>
              </a:solidFill>
            </a:endParaRPr>
          </a:p>
        </p:txBody>
      </p:sp>
      <p:sp>
        <p:nvSpPr>
          <p:cNvPr id="36" name="Oval 11">
            <a:extLst>
              <a:ext uri="{FF2B5EF4-FFF2-40B4-BE49-F238E27FC236}">
                <a16:creationId xmlns:a16="http://schemas.microsoft.com/office/drawing/2014/main" id="{18AF6A6A-B63F-BB88-8C1F-3C7E35AA1546}"/>
              </a:ext>
            </a:extLst>
          </p:cNvPr>
          <p:cNvSpPr>
            <a:spLocks noChangeAspect="1"/>
          </p:cNvSpPr>
          <p:nvPr/>
        </p:nvSpPr>
        <p:spPr>
          <a:xfrm>
            <a:off x="5195815" y="4920518"/>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Model  Training</a:t>
            </a:r>
            <a:endParaRPr lang="en-AS" sz="1100" dirty="0">
              <a:solidFill>
                <a:schemeClr val="tx1"/>
              </a:solidFill>
            </a:endParaRPr>
          </a:p>
        </p:txBody>
      </p:sp>
      <p:sp>
        <p:nvSpPr>
          <p:cNvPr id="34" name="Oval 10">
            <a:extLst>
              <a:ext uri="{FF2B5EF4-FFF2-40B4-BE49-F238E27FC236}">
                <a16:creationId xmlns:a16="http://schemas.microsoft.com/office/drawing/2014/main" id="{E42EED15-BB2A-1F26-8C75-013DABD0369B}"/>
              </a:ext>
            </a:extLst>
          </p:cNvPr>
          <p:cNvSpPr>
            <a:spLocks noChangeAspect="1"/>
          </p:cNvSpPr>
          <p:nvPr/>
        </p:nvSpPr>
        <p:spPr>
          <a:xfrm>
            <a:off x="2170748" y="4920518"/>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VIMEO90K </a:t>
            </a:r>
          </a:p>
          <a:p>
            <a:pPr algn="ctr"/>
            <a:r>
              <a:rPr lang="en-US" sz="1100" dirty="0">
                <a:solidFill>
                  <a:schemeClr val="tx1"/>
                </a:solidFill>
              </a:rPr>
              <a:t>Dataset</a:t>
            </a:r>
          </a:p>
        </p:txBody>
      </p:sp>
      <p:sp>
        <p:nvSpPr>
          <p:cNvPr id="33" name="Oval 9">
            <a:extLst>
              <a:ext uri="{FF2B5EF4-FFF2-40B4-BE49-F238E27FC236}">
                <a16:creationId xmlns:a16="http://schemas.microsoft.com/office/drawing/2014/main" id="{609EFF00-B3DC-77C5-73DB-D6F93C3213C2}"/>
              </a:ext>
            </a:extLst>
          </p:cNvPr>
          <p:cNvSpPr>
            <a:spLocks noChangeAspect="1"/>
          </p:cNvSpPr>
          <p:nvPr/>
        </p:nvSpPr>
        <p:spPr>
          <a:xfrm>
            <a:off x="5163876" y="3917697"/>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Encoding &amp; </a:t>
            </a:r>
          </a:p>
          <a:p>
            <a:pPr algn="ctr"/>
            <a:r>
              <a:rPr lang="en-US" sz="1100" dirty="0">
                <a:solidFill>
                  <a:schemeClr val="tx1"/>
                </a:solidFill>
              </a:rPr>
              <a:t>Motion Analysis</a:t>
            </a:r>
          </a:p>
        </p:txBody>
      </p:sp>
      <p:sp>
        <p:nvSpPr>
          <p:cNvPr id="29" name="Oval 8">
            <a:extLst>
              <a:ext uri="{FF2B5EF4-FFF2-40B4-BE49-F238E27FC236}">
                <a16:creationId xmlns:a16="http://schemas.microsoft.com/office/drawing/2014/main" id="{E2F5C528-4229-07E0-AD05-E429676622FC}"/>
              </a:ext>
            </a:extLst>
          </p:cNvPr>
          <p:cNvSpPr>
            <a:spLocks noChangeAspect="1"/>
          </p:cNvSpPr>
          <p:nvPr/>
        </p:nvSpPr>
        <p:spPr>
          <a:xfrm>
            <a:off x="3773289" y="3917697"/>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Bitrate Control &amp; </a:t>
            </a:r>
          </a:p>
          <a:p>
            <a:pPr algn="ctr"/>
            <a:r>
              <a:rPr lang="en-US" sz="1100" dirty="0">
                <a:solidFill>
                  <a:schemeClr val="tx1"/>
                </a:solidFill>
              </a:rPr>
              <a:t>Entropy Coding</a:t>
            </a:r>
            <a:endParaRPr lang="en-AS" sz="1100" dirty="0">
              <a:solidFill>
                <a:schemeClr val="tx1"/>
              </a:solidFill>
            </a:endParaRPr>
          </a:p>
        </p:txBody>
      </p:sp>
      <p:sp>
        <p:nvSpPr>
          <p:cNvPr id="31" name="Oval 7">
            <a:extLst>
              <a:ext uri="{FF2B5EF4-FFF2-40B4-BE49-F238E27FC236}">
                <a16:creationId xmlns:a16="http://schemas.microsoft.com/office/drawing/2014/main" id="{67B4A7B2-7966-9CE4-CC62-99B6715A943E}"/>
              </a:ext>
            </a:extLst>
          </p:cNvPr>
          <p:cNvSpPr>
            <a:spLocks noChangeAspect="1"/>
          </p:cNvSpPr>
          <p:nvPr/>
        </p:nvSpPr>
        <p:spPr>
          <a:xfrm>
            <a:off x="2491264" y="3917697"/>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100" dirty="0">
                <a:solidFill>
                  <a:schemeClr val="tx1"/>
                </a:solidFill>
              </a:rPr>
              <a:t>Decoding &amp; Frame </a:t>
            </a:r>
          </a:p>
          <a:p>
            <a:pPr algn="ctr"/>
            <a:r>
              <a:rPr lang="en-US" sz="1100" dirty="0">
                <a:solidFill>
                  <a:schemeClr val="tx1"/>
                </a:solidFill>
              </a:rPr>
              <a:t>Reconstruction</a:t>
            </a:r>
          </a:p>
        </p:txBody>
      </p:sp>
      <p:sp>
        <p:nvSpPr>
          <p:cNvPr id="28" name="Oval 6">
            <a:extLst>
              <a:ext uri="{FF2B5EF4-FFF2-40B4-BE49-F238E27FC236}">
                <a16:creationId xmlns:a16="http://schemas.microsoft.com/office/drawing/2014/main" id="{843CDBCD-4BC8-9504-7963-F1F28B88B7DB}"/>
              </a:ext>
            </a:extLst>
          </p:cNvPr>
          <p:cNvSpPr>
            <a:spLocks noChangeAspect="1"/>
          </p:cNvSpPr>
          <p:nvPr/>
        </p:nvSpPr>
        <p:spPr>
          <a:xfrm>
            <a:off x="3925992" y="2251166"/>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start </a:t>
            </a:r>
          </a:p>
          <a:p>
            <a:pPr algn="ctr"/>
            <a:r>
              <a:rPr lang="en-US" sz="1100" dirty="0">
                <a:solidFill>
                  <a:schemeClr val="tx1"/>
                </a:solidFill>
              </a:rPr>
              <a:t>Compression </a:t>
            </a:r>
          </a:p>
          <a:p>
            <a:pPr algn="ctr"/>
            <a:r>
              <a:rPr lang="en-US" sz="1100" dirty="0">
                <a:solidFill>
                  <a:schemeClr val="tx1"/>
                </a:solidFill>
              </a:rPr>
              <a:t>Process</a:t>
            </a:r>
          </a:p>
        </p:txBody>
      </p:sp>
      <p:sp>
        <p:nvSpPr>
          <p:cNvPr id="27" name="Oval 5">
            <a:extLst>
              <a:ext uri="{FF2B5EF4-FFF2-40B4-BE49-F238E27FC236}">
                <a16:creationId xmlns:a16="http://schemas.microsoft.com/office/drawing/2014/main" id="{F43F6A22-C306-D9E4-6EF3-EF88DDC14CB0}"/>
              </a:ext>
            </a:extLst>
          </p:cNvPr>
          <p:cNvSpPr>
            <a:spLocks noChangeAspect="1"/>
          </p:cNvSpPr>
          <p:nvPr/>
        </p:nvSpPr>
        <p:spPr>
          <a:xfrm>
            <a:off x="3925992" y="737215"/>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Compression </a:t>
            </a:r>
          </a:p>
          <a:p>
            <a:pPr algn="ctr"/>
            <a:r>
              <a:rPr lang="en-US" sz="1100" dirty="0">
                <a:solidFill>
                  <a:schemeClr val="tx1"/>
                </a:solidFill>
              </a:rPr>
              <a:t>Requirements</a:t>
            </a:r>
          </a:p>
        </p:txBody>
      </p:sp>
      <p:sp>
        <p:nvSpPr>
          <p:cNvPr id="21" name="Oval 4">
            <a:extLst>
              <a:ext uri="{FF2B5EF4-FFF2-40B4-BE49-F238E27FC236}">
                <a16:creationId xmlns:a16="http://schemas.microsoft.com/office/drawing/2014/main" id="{DE281445-4F38-5C6B-61E7-236AE8F134D2}"/>
              </a:ext>
            </a:extLst>
          </p:cNvPr>
          <p:cNvSpPr>
            <a:spLocks noChangeAspect="1"/>
          </p:cNvSpPr>
          <p:nvPr/>
        </p:nvSpPr>
        <p:spPr>
          <a:xfrm>
            <a:off x="1304918" y="3220672"/>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lIns="0" tIns="0" rIns="0" bIns="108000" rtlCol="0" anchor="ctr"/>
          <a:lstStyle/>
          <a:p>
            <a:pPr algn="ctr"/>
            <a:r>
              <a:rPr lang="en-US" sz="1000" dirty="0">
                <a:solidFill>
                  <a:schemeClr val="tx1"/>
                </a:solidFill>
              </a:rPr>
              <a:t>Choose </a:t>
            </a:r>
          </a:p>
          <a:p>
            <a:pPr algn="ctr"/>
            <a:r>
              <a:rPr lang="en-US" sz="1000" dirty="0">
                <a:solidFill>
                  <a:schemeClr val="tx1"/>
                </a:solidFill>
              </a:rPr>
              <a:t>Processing </a:t>
            </a:r>
          </a:p>
          <a:p>
            <a:pPr algn="ctr"/>
            <a:r>
              <a:rPr lang="en-US" sz="1000" dirty="0">
                <a:solidFill>
                  <a:schemeClr val="tx1"/>
                </a:solidFill>
              </a:rPr>
              <a:t>Mode (Full , Partial)</a:t>
            </a:r>
          </a:p>
        </p:txBody>
      </p:sp>
      <p:sp>
        <p:nvSpPr>
          <p:cNvPr id="20" name="Oval 3">
            <a:extLst>
              <a:ext uri="{FF2B5EF4-FFF2-40B4-BE49-F238E27FC236}">
                <a16:creationId xmlns:a16="http://schemas.microsoft.com/office/drawing/2014/main" id="{E055E336-9E60-C022-74DA-678C40E53188}"/>
              </a:ext>
            </a:extLst>
          </p:cNvPr>
          <p:cNvSpPr>
            <a:spLocks noChangeAspect="1"/>
          </p:cNvSpPr>
          <p:nvPr/>
        </p:nvSpPr>
        <p:spPr>
          <a:xfrm>
            <a:off x="1304918" y="2252687"/>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100" dirty="0">
                <a:solidFill>
                  <a:schemeClr val="tx1"/>
                </a:solidFill>
              </a:rPr>
              <a:t>Quality </a:t>
            </a:r>
          </a:p>
          <a:p>
            <a:pPr algn="ctr"/>
            <a:r>
              <a:rPr lang="en-US" sz="1100" dirty="0">
                <a:solidFill>
                  <a:schemeClr val="tx1"/>
                </a:solidFill>
              </a:rPr>
              <a:t>Percentage</a:t>
            </a:r>
          </a:p>
        </p:txBody>
      </p:sp>
      <p:sp>
        <p:nvSpPr>
          <p:cNvPr id="8" name="Oval 2">
            <a:extLst>
              <a:ext uri="{FF2B5EF4-FFF2-40B4-BE49-F238E27FC236}">
                <a16:creationId xmlns:a16="http://schemas.microsoft.com/office/drawing/2014/main" id="{BC8AF26D-0434-E35C-9B06-0D563BB265D4}"/>
              </a:ext>
            </a:extLst>
          </p:cNvPr>
          <p:cNvSpPr>
            <a:spLocks noChangeAspect="1"/>
          </p:cNvSpPr>
          <p:nvPr/>
        </p:nvSpPr>
        <p:spPr>
          <a:xfrm>
            <a:off x="1304914" y="1089228"/>
            <a:ext cx="1185693" cy="832811"/>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100" dirty="0">
                <a:solidFill>
                  <a:schemeClr val="tx1"/>
                </a:solidFill>
              </a:rPr>
              <a:t>Choose Mode </a:t>
            </a:r>
          </a:p>
          <a:p>
            <a:pPr algn="ctr"/>
            <a:r>
              <a:rPr lang="en-US" sz="1100" dirty="0">
                <a:solidFill>
                  <a:schemeClr val="tx1"/>
                </a:solidFill>
              </a:rPr>
              <a:t>(PSNR , MS-SSIM)</a:t>
            </a:r>
          </a:p>
        </p:txBody>
      </p:sp>
      <p:sp>
        <p:nvSpPr>
          <p:cNvPr id="50" name="Oval 1">
            <a:extLst>
              <a:ext uri="{FF2B5EF4-FFF2-40B4-BE49-F238E27FC236}">
                <a16:creationId xmlns:a16="http://schemas.microsoft.com/office/drawing/2014/main" id="{CA11509A-3DBD-FE38-0A24-5E83C812CF06}"/>
              </a:ext>
            </a:extLst>
          </p:cNvPr>
          <p:cNvSpPr>
            <a:spLocks noChangeAspect="1"/>
          </p:cNvSpPr>
          <p:nvPr/>
        </p:nvSpPr>
        <p:spPr>
          <a:xfrm>
            <a:off x="1304919" y="121248"/>
            <a:ext cx="1183973" cy="831600"/>
          </a:xfrm>
          <a:prstGeom prst="ellipse">
            <a:avLst/>
          </a:prstGeom>
          <a:solidFill>
            <a:schemeClr val="bg2">
              <a:lumMod val="90000"/>
            </a:schemeClr>
          </a:solidFill>
          <a:ln w="6350">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fontAlgn="base"/>
            <a:r>
              <a:rPr lang="en-US" sz="1100" dirty="0">
                <a:solidFill>
                  <a:schemeClr val="tx1"/>
                </a:solidFill>
              </a:rPr>
              <a:t>Input video</a:t>
            </a:r>
            <a:endParaRPr lang="en-AS" sz="1100" dirty="0">
              <a:solidFill>
                <a:schemeClr val="tx1"/>
              </a:solidFill>
            </a:endParaRPr>
          </a:p>
        </p:txBody>
      </p:sp>
      <p:cxnSp>
        <p:nvCxnSpPr>
          <p:cNvPr id="43" name="line_1">
            <a:extLst>
              <a:ext uri="{FF2B5EF4-FFF2-40B4-BE49-F238E27FC236}">
                <a16:creationId xmlns:a16="http://schemas.microsoft.com/office/drawing/2014/main" id="{9E3AE30F-4FAB-9699-FC2F-6A3F57555F5B}"/>
              </a:ext>
            </a:extLst>
          </p:cNvPr>
          <p:cNvCxnSpPr>
            <a:cxnSpLocks/>
            <a:endCxn id="50" idx="2"/>
          </p:cNvCxnSpPr>
          <p:nvPr/>
        </p:nvCxnSpPr>
        <p:spPr>
          <a:xfrm flipV="1">
            <a:off x="706264" y="537048"/>
            <a:ext cx="598655" cy="2863806"/>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51" name="Line_2">
            <a:extLst>
              <a:ext uri="{FF2B5EF4-FFF2-40B4-BE49-F238E27FC236}">
                <a16:creationId xmlns:a16="http://schemas.microsoft.com/office/drawing/2014/main" id="{BE6C9196-DA61-BE81-07E8-BE653D284DD8}"/>
              </a:ext>
            </a:extLst>
          </p:cNvPr>
          <p:cNvCxnSpPr>
            <a:cxnSpLocks/>
            <a:endCxn id="8" idx="2"/>
          </p:cNvCxnSpPr>
          <p:nvPr/>
        </p:nvCxnSpPr>
        <p:spPr>
          <a:xfrm flipV="1">
            <a:off x="706264" y="1505634"/>
            <a:ext cx="598650" cy="1895220"/>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53" name="Line_3">
            <a:extLst>
              <a:ext uri="{FF2B5EF4-FFF2-40B4-BE49-F238E27FC236}">
                <a16:creationId xmlns:a16="http://schemas.microsoft.com/office/drawing/2014/main" id="{7F90F409-CCE5-84CB-95AD-2CC8E9885D25}"/>
              </a:ext>
            </a:extLst>
          </p:cNvPr>
          <p:cNvCxnSpPr>
            <a:endCxn id="20" idx="2"/>
          </p:cNvCxnSpPr>
          <p:nvPr/>
        </p:nvCxnSpPr>
        <p:spPr>
          <a:xfrm flipV="1">
            <a:off x="706264" y="2668487"/>
            <a:ext cx="598654" cy="732367"/>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55" name="Line_4">
            <a:extLst>
              <a:ext uri="{FF2B5EF4-FFF2-40B4-BE49-F238E27FC236}">
                <a16:creationId xmlns:a16="http://schemas.microsoft.com/office/drawing/2014/main" id="{903906C6-37DC-FF7F-49F9-A4F94057EDA9}"/>
              </a:ext>
            </a:extLst>
          </p:cNvPr>
          <p:cNvCxnSpPr>
            <a:endCxn id="21" idx="2"/>
          </p:cNvCxnSpPr>
          <p:nvPr/>
        </p:nvCxnSpPr>
        <p:spPr>
          <a:xfrm>
            <a:off x="706264" y="3400854"/>
            <a:ext cx="598654" cy="235618"/>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57" name="Line_5">
            <a:extLst>
              <a:ext uri="{FF2B5EF4-FFF2-40B4-BE49-F238E27FC236}">
                <a16:creationId xmlns:a16="http://schemas.microsoft.com/office/drawing/2014/main" id="{098AF63A-0ED3-09D8-BA7C-DCDEE567F4C6}"/>
              </a:ext>
            </a:extLst>
          </p:cNvPr>
          <p:cNvCxnSpPr>
            <a:cxnSpLocks/>
            <a:stCxn id="50" idx="6"/>
            <a:endCxn id="27" idx="2"/>
          </p:cNvCxnSpPr>
          <p:nvPr/>
        </p:nvCxnSpPr>
        <p:spPr>
          <a:xfrm>
            <a:off x="2488892" y="537048"/>
            <a:ext cx="1437100" cy="615967"/>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62" name="Line_6">
            <a:extLst>
              <a:ext uri="{FF2B5EF4-FFF2-40B4-BE49-F238E27FC236}">
                <a16:creationId xmlns:a16="http://schemas.microsoft.com/office/drawing/2014/main" id="{936AA6AB-C6FD-FB3D-20A2-13DA7164B535}"/>
              </a:ext>
            </a:extLst>
          </p:cNvPr>
          <p:cNvCxnSpPr>
            <a:cxnSpLocks/>
            <a:stCxn id="8" idx="6"/>
            <a:endCxn id="27" idx="2"/>
          </p:cNvCxnSpPr>
          <p:nvPr/>
        </p:nvCxnSpPr>
        <p:spPr>
          <a:xfrm flipV="1">
            <a:off x="2490607" y="1153015"/>
            <a:ext cx="1435385" cy="352619"/>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64" name="Line_7">
            <a:extLst>
              <a:ext uri="{FF2B5EF4-FFF2-40B4-BE49-F238E27FC236}">
                <a16:creationId xmlns:a16="http://schemas.microsoft.com/office/drawing/2014/main" id="{97A96622-E7C7-262E-432B-28C61A0C4CA6}"/>
              </a:ext>
            </a:extLst>
          </p:cNvPr>
          <p:cNvCxnSpPr>
            <a:stCxn id="20" idx="6"/>
            <a:endCxn id="27" idx="2"/>
          </p:cNvCxnSpPr>
          <p:nvPr/>
        </p:nvCxnSpPr>
        <p:spPr>
          <a:xfrm flipV="1">
            <a:off x="2488891" y="1153015"/>
            <a:ext cx="1437101" cy="1515472"/>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66" name="Line_8">
            <a:extLst>
              <a:ext uri="{FF2B5EF4-FFF2-40B4-BE49-F238E27FC236}">
                <a16:creationId xmlns:a16="http://schemas.microsoft.com/office/drawing/2014/main" id="{960D484D-4BB0-4957-B795-709214CA5F92}"/>
              </a:ext>
            </a:extLst>
          </p:cNvPr>
          <p:cNvCxnSpPr>
            <a:stCxn id="21" idx="6"/>
            <a:endCxn id="27" idx="2"/>
          </p:cNvCxnSpPr>
          <p:nvPr/>
        </p:nvCxnSpPr>
        <p:spPr>
          <a:xfrm flipV="1">
            <a:off x="2488891" y="1153015"/>
            <a:ext cx="1437101" cy="2483457"/>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68" name="Line_9">
            <a:extLst>
              <a:ext uri="{FF2B5EF4-FFF2-40B4-BE49-F238E27FC236}">
                <a16:creationId xmlns:a16="http://schemas.microsoft.com/office/drawing/2014/main" id="{E1D6B218-0C9D-1A0C-124F-7D6F1EC1D5B0}"/>
              </a:ext>
            </a:extLst>
          </p:cNvPr>
          <p:cNvCxnSpPr>
            <a:stCxn id="27" idx="4"/>
            <a:endCxn id="28" idx="0"/>
          </p:cNvCxnSpPr>
          <p:nvPr/>
        </p:nvCxnSpPr>
        <p:spPr>
          <a:xfrm>
            <a:off x="4517979" y="1568815"/>
            <a:ext cx="0" cy="682351"/>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70" name="Line_10">
            <a:extLst>
              <a:ext uri="{FF2B5EF4-FFF2-40B4-BE49-F238E27FC236}">
                <a16:creationId xmlns:a16="http://schemas.microsoft.com/office/drawing/2014/main" id="{F006335D-22C4-1CA3-977B-2C4F877040D1}"/>
              </a:ext>
            </a:extLst>
          </p:cNvPr>
          <p:cNvCxnSpPr>
            <a:stCxn id="28" idx="4"/>
            <a:endCxn id="31" idx="0"/>
          </p:cNvCxnSpPr>
          <p:nvPr/>
        </p:nvCxnSpPr>
        <p:spPr>
          <a:xfrm flipH="1">
            <a:off x="3083251" y="3082766"/>
            <a:ext cx="1434728" cy="834931"/>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72" name="Line_11">
            <a:extLst>
              <a:ext uri="{FF2B5EF4-FFF2-40B4-BE49-F238E27FC236}">
                <a16:creationId xmlns:a16="http://schemas.microsoft.com/office/drawing/2014/main" id="{66EAEEEE-816E-BFD3-FDF6-6A35607EA1D7}"/>
              </a:ext>
            </a:extLst>
          </p:cNvPr>
          <p:cNvCxnSpPr>
            <a:stCxn id="28" idx="4"/>
            <a:endCxn id="29" idx="0"/>
          </p:cNvCxnSpPr>
          <p:nvPr/>
        </p:nvCxnSpPr>
        <p:spPr>
          <a:xfrm flipH="1">
            <a:off x="4365276" y="3082766"/>
            <a:ext cx="152703" cy="834931"/>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74" name="Line_12">
            <a:extLst>
              <a:ext uri="{FF2B5EF4-FFF2-40B4-BE49-F238E27FC236}">
                <a16:creationId xmlns:a16="http://schemas.microsoft.com/office/drawing/2014/main" id="{2AA989DB-771A-082F-3D14-563CEF461B68}"/>
              </a:ext>
            </a:extLst>
          </p:cNvPr>
          <p:cNvCxnSpPr>
            <a:stCxn id="28" idx="4"/>
            <a:endCxn id="33" idx="0"/>
          </p:cNvCxnSpPr>
          <p:nvPr/>
        </p:nvCxnSpPr>
        <p:spPr>
          <a:xfrm>
            <a:off x="4517979" y="3082766"/>
            <a:ext cx="1237884" cy="834931"/>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76" name="Line_13">
            <a:extLst>
              <a:ext uri="{FF2B5EF4-FFF2-40B4-BE49-F238E27FC236}">
                <a16:creationId xmlns:a16="http://schemas.microsoft.com/office/drawing/2014/main" id="{62108FF2-7473-EF44-198E-E6AB32E9FEB2}"/>
              </a:ext>
            </a:extLst>
          </p:cNvPr>
          <p:cNvCxnSpPr>
            <a:cxnSpLocks/>
            <a:stCxn id="34" idx="6"/>
            <a:endCxn id="36" idx="2"/>
          </p:cNvCxnSpPr>
          <p:nvPr/>
        </p:nvCxnSpPr>
        <p:spPr>
          <a:xfrm>
            <a:off x="3354721" y="5336318"/>
            <a:ext cx="1841094" cy="0"/>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78" name="Line_14">
            <a:extLst>
              <a:ext uri="{FF2B5EF4-FFF2-40B4-BE49-F238E27FC236}">
                <a16:creationId xmlns:a16="http://schemas.microsoft.com/office/drawing/2014/main" id="{1264B20D-27EC-24BD-9684-FFBE5A2E5CD0}"/>
              </a:ext>
            </a:extLst>
          </p:cNvPr>
          <p:cNvCxnSpPr>
            <a:stCxn id="35" idx="6"/>
            <a:endCxn id="37" idx="2"/>
          </p:cNvCxnSpPr>
          <p:nvPr/>
        </p:nvCxnSpPr>
        <p:spPr>
          <a:xfrm>
            <a:off x="3354721" y="6303313"/>
            <a:ext cx="1841094" cy="0"/>
          </a:xfrm>
          <a:prstGeom prst="line">
            <a:avLst/>
          </a:prstGeom>
          <a:ln w="12700">
            <a:solidFill>
              <a:srgbClr val="FF0000"/>
            </a:solidFill>
            <a:prstDash val="dash"/>
            <a:tailEnd type="arrow"/>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80" name="Line_15">
            <a:extLst>
              <a:ext uri="{FF2B5EF4-FFF2-40B4-BE49-F238E27FC236}">
                <a16:creationId xmlns:a16="http://schemas.microsoft.com/office/drawing/2014/main" id="{15234964-EDF8-9905-9A2B-C5ED37B8975E}"/>
              </a:ext>
            </a:extLst>
          </p:cNvPr>
          <p:cNvCxnSpPr>
            <a:cxnSpLocks/>
            <a:stCxn id="28" idx="6"/>
          </p:cNvCxnSpPr>
          <p:nvPr/>
        </p:nvCxnSpPr>
        <p:spPr>
          <a:xfrm>
            <a:off x="5109965" y="2666966"/>
            <a:ext cx="1682377" cy="647734"/>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103" name="Line_16">
            <a:extLst>
              <a:ext uri="{FF2B5EF4-FFF2-40B4-BE49-F238E27FC236}">
                <a16:creationId xmlns:a16="http://schemas.microsoft.com/office/drawing/2014/main" id="{908364CC-79B4-953A-3E2D-1DF91811FE18}"/>
              </a:ext>
            </a:extLst>
          </p:cNvPr>
          <p:cNvCxnSpPr>
            <a:cxnSpLocks/>
            <a:stCxn id="36" idx="7"/>
          </p:cNvCxnSpPr>
          <p:nvPr/>
        </p:nvCxnSpPr>
        <p:spPr>
          <a:xfrm flipV="1">
            <a:off x="6206399" y="3314700"/>
            <a:ext cx="585943" cy="1727603"/>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cxnSp>
        <p:nvCxnSpPr>
          <p:cNvPr id="114" name="Line_17">
            <a:extLst>
              <a:ext uri="{FF2B5EF4-FFF2-40B4-BE49-F238E27FC236}">
                <a16:creationId xmlns:a16="http://schemas.microsoft.com/office/drawing/2014/main" id="{8C464AB9-C46D-561D-ABF1-649160ED767F}"/>
              </a:ext>
            </a:extLst>
          </p:cNvPr>
          <p:cNvCxnSpPr>
            <a:cxnSpLocks/>
            <a:stCxn id="37" idx="6"/>
          </p:cNvCxnSpPr>
          <p:nvPr/>
        </p:nvCxnSpPr>
        <p:spPr>
          <a:xfrm flipV="1">
            <a:off x="6379788" y="3314700"/>
            <a:ext cx="412554" cy="2988613"/>
          </a:xfrm>
          <a:prstGeom prst="line">
            <a:avLst/>
          </a:prstGeom>
          <a:ln w="9525">
            <a:solidFill>
              <a:srgbClr val="FF0000"/>
            </a:solidFill>
          </a:ln>
          <a:effectLst>
            <a:outerShdw blurRad="63500" sx="102000" sy="102000" algn="ctr" rotWithShape="0">
              <a:srgbClr val="FF0000">
                <a:alpha val="40000"/>
              </a:srgbClr>
            </a:outerShdw>
          </a:effectLst>
        </p:spPr>
        <p:style>
          <a:lnRef idx="2">
            <a:schemeClr val="accent1"/>
          </a:lnRef>
          <a:fillRef idx="0">
            <a:schemeClr val="accent1"/>
          </a:fillRef>
          <a:effectRef idx="1">
            <a:schemeClr val="accent1"/>
          </a:effectRef>
          <a:fontRef idx="minor">
            <a:schemeClr val="tx1"/>
          </a:fontRef>
        </p:style>
      </p:cxnSp>
      <p:grpSp>
        <p:nvGrpSpPr>
          <p:cNvPr id="181" name="user">
            <a:extLst>
              <a:ext uri="{FF2B5EF4-FFF2-40B4-BE49-F238E27FC236}">
                <a16:creationId xmlns:a16="http://schemas.microsoft.com/office/drawing/2014/main" id="{A6749782-8BE3-4964-1AA7-5C4E7510B4B2}"/>
              </a:ext>
            </a:extLst>
          </p:cNvPr>
          <p:cNvGrpSpPr/>
          <p:nvPr/>
        </p:nvGrpSpPr>
        <p:grpSpPr>
          <a:xfrm>
            <a:off x="-42800" y="2943654"/>
            <a:ext cx="914400" cy="1201353"/>
            <a:chOff x="-42800" y="3057954"/>
            <a:chExt cx="914400" cy="1201353"/>
          </a:xfrm>
        </p:grpSpPr>
        <p:pic>
          <p:nvPicPr>
            <p:cNvPr id="5" name="Man 1" descr="Man with solid fill">
              <a:extLst>
                <a:ext uri="{FF2B5EF4-FFF2-40B4-BE49-F238E27FC236}">
                  <a16:creationId xmlns:a16="http://schemas.microsoft.com/office/drawing/2014/main" id="{6488E911-8B09-3A9E-23F0-C7378C16FDF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800" y="3057954"/>
              <a:ext cx="914400" cy="914400"/>
            </a:xfrm>
            <a:prstGeom prst="rect">
              <a:avLst/>
            </a:prstGeom>
            <a:effectLst>
              <a:outerShdw blurRad="50800" dist="38100" dir="2700000" algn="tl" rotWithShape="0">
                <a:prstClr val="black">
                  <a:alpha val="40000"/>
                </a:prstClr>
              </a:outerShdw>
            </a:effectLst>
          </p:spPr>
        </p:pic>
        <p:sp>
          <p:nvSpPr>
            <p:cNvPr id="120" name="TextBox 119">
              <a:extLst>
                <a:ext uri="{FF2B5EF4-FFF2-40B4-BE49-F238E27FC236}">
                  <a16:creationId xmlns:a16="http://schemas.microsoft.com/office/drawing/2014/main" id="{674B1B6A-B555-FE7F-B250-5447BD8F0547}"/>
                </a:ext>
              </a:extLst>
            </p:cNvPr>
            <p:cNvSpPr txBox="1"/>
            <p:nvPr/>
          </p:nvSpPr>
          <p:spPr>
            <a:xfrm>
              <a:off x="35910" y="3982308"/>
              <a:ext cx="738125" cy="276999"/>
            </a:xfrm>
            <a:prstGeom prst="rect">
              <a:avLst/>
            </a:prstGeom>
            <a:noFill/>
          </p:spPr>
          <p:txBody>
            <a:bodyPr wrap="square" rtlCol="0">
              <a:spAutoFit/>
            </a:bodyPr>
            <a:lstStyle/>
            <a:p>
              <a:pPr algn="ctr"/>
              <a:r>
                <a:rPr lang="en-US" sz="1200" dirty="0"/>
                <a:t>User</a:t>
              </a:r>
              <a:endParaRPr lang="en-AS" sz="1600" dirty="0"/>
            </a:p>
          </p:txBody>
        </p:sp>
      </p:grpSp>
      <p:grpSp>
        <p:nvGrpSpPr>
          <p:cNvPr id="182" name="server">
            <a:extLst>
              <a:ext uri="{FF2B5EF4-FFF2-40B4-BE49-F238E27FC236}">
                <a16:creationId xmlns:a16="http://schemas.microsoft.com/office/drawing/2014/main" id="{400D17F7-C179-BC78-1A6E-E25BBF401F84}"/>
              </a:ext>
            </a:extLst>
          </p:cNvPr>
          <p:cNvGrpSpPr/>
          <p:nvPr/>
        </p:nvGrpSpPr>
        <p:grpSpPr>
          <a:xfrm>
            <a:off x="6655658" y="2915531"/>
            <a:ext cx="914400" cy="1199832"/>
            <a:chOff x="7680995" y="2971800"/>
            <a:chExt cx="914400" cy="1199832"/>
          </a:xfrm>
        </p:grpSpPr>
        <p:pic>
          <p:nvPicPr>
            <p:cNvPr id="39" name="Man 2" descr="Man with solid fill">
              <a:extLst>
                <a:ext uri="{FF2B5EF4-FFF2-40B4-BE49-F238E27FC236}">
                  <a16:creationId xmlns:a16="http://schemas.microsoft.com/office/drawing/2014/main" id="{D4A50559-CD22-65B7-F9CD-C7B2A9C40D0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680995" y="2971800"/>
              <a:ext cx="914400" cy="914400"/>
            </a:xfrm>
            <a:prstGeom prst="rect">
              <a:avLst/>
            </a:prstGeom>
            <a:effectLst>
              <a:outerShdw blurRad="50800" dist="38100" dir="2700000" algn="tl" rotWithShape="0">
                <a:prstClr val="black">
                  <a:alpha val="40000"/>
                </a:prstClr>
              </a:outerShdw>
            </a:effectLst>
          </p:spPr>
        </p:pic>
        <p:sp>
          <p:nvSpPr>
            <p:cNvPr id="121" name="TextBox 120">
              <a:extLst>
                <a:ext uri="{FF2B5EF4-FFF2-40B4-BE49-F238E27FC236}">
                  <a16:creationId xmlns:a16="http://schemas.microsoft.com/office/drawing/2014/main" id="{71A641D5-1F81-ED12-3015-62BE7BD7575E}"/>
                </a:ext>
              </a:extLst>
            </p:cNvPr>
            <p:cNvSpPr txBox="1"/>
            <p:nvPr/>
          </p:nvSpPr>
          <p:spPr>
            <a:xfrm>
              <a:off x="7787987" y="3894633"/>
              <a:ext cx="738125" cy="276999"/>
            </a:xfrm>
            <a:prstGeom prst="rect">
              <a:avLst/>
            </a:prstGeom>
            <a:noFill/>
          </p:spPr>
          <p:txBody>
            <a:bodyPr wrap="square" rtlCol="0">
              <a:spAutoFit/>
            </a:bodyPr>
            <a:lstStyle/>
            <a:p>
              <a:pPr algn="ctr"/>
              <a:r>
                <a:rPr lang="en-US" sz="1200" dirty="0"/>
                <a:t>Server</a:t>
              </a:r>
              <a:endParaRPr lang="en-AS" sz="1200" dirty="0"/>
            </a:p>
          </p:txBody>
        </p:sp>
      </p:grpSp>
      <p:sp>
        <p:nvSpPr>
          <p:cNvPr id="187" name="TextBox 186">
            <a:extLst>
              <a:ext uri="{FF2B5EF4-FFF2-40B4-BE49-F238E27FC236}">
                <a16:creationId xmlns:a16="http://schemas.microsoft.com/office/drawing/2014/main" id="{A3666BD1-8BF5-CACA-2FE6-6C46F3BF3450}"/>
              </a:ext>
            </a:extLst>
          </p:cNvPr>
          <p:cNvSpPr txBox="1"/>
          <p:nvPr/>
        </p:nvSpPr>
        <p:spPr>
          <a:xfrm>
            <a:off x="7379587" y="728345"/>
            <a:ext cx="4703576" cy="5855449"/>
          </a:xfrm>
          <a:prstGeom prst="rect">
            <a:avLst/>
          </a:prstGeom>
          <a:noFill/>
        </p:spPr>
        <p:txBody>
          <a:bodyPr wrap="square" rtlCol="0">
            <a:spAutoFit/>
          </a:bodyPr>
          <a:lstStyle/>
          <a:p>
            <a:r>
              <a:rPr lang="en-US" sz="1600" b="1" dirty="0">
                <a:latin typeface="Times New Roman" panose="02020603050405020304" pitchFamily="18" charset="0"/>
                <a:cs typeface="Times New Roman" panose="02020603050405020304" pitchFamily="18" charset="0"/>
              </a:rPr>
              <a:t>Main Flow:</a:t>
            </a:r>
          </a:p>
          <a:p>
            <a:pPr marL="342900" indent="-342900">
              <a:buFont typeface="+mj-lt"/>
              <a:buAutoNum type="arabicPeriod"/>
            </a:pPr>
            <a:r>
              <a:rPr lang="en-US" sz="1400" dirty="0">
                <a:latin typeface="Times New Roman" panose="02020603050405020304" pitchFamily="18" charset="0"/>
                <a:cs typeface="Times New Roman" panose="02020603050405020304" pitchFamily="18" charset="0"/>
              </a:rPr>
              <a:t>User Inputs </a:t>
            </a:r>
          </a:p>
          <a:p>
            <a:pPr marL="742950" lvl="1" indent="-28575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The user uploads an input video. </a:t>
            </a:r>
          </a:p>
          <a:p>
            <a:pPr marL="742950" lvl="1" indent="-28575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Select:</a:t>
            </a:r>
          </a:p>
          <a:p>
            <a:pPr marL="1200150" lvl="2" indent="-28575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Compression Mode (PSNR, MS-SSIM)</a:t>
            </a:r>
          </a:p>
          <a:p>
            <a:pPr marL="1200150" lvl="2" indent="-28575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Desired quality percentage </a:t>
            </a:r>
          </a:p>
          <a:p>
            <a:pPr marL="1200150" lvl="2" indent="-28575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Processing type (Full or Partial)</a:t>
            </a:r>
          </a:p>
          <a:p>
            <a:pPr marL="1200150" lvl="2" indent="-285750">
              <a:buFont typeface="Courier New" panose="02070309020205020404" pitchFamily="49" charset="0"/>
              <a:buChar char="o"/>
            </a:pPr>
            <a:endParaRPr lang="en-US" sz="140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sz="1400" dirty="0">
                <a:latin typeface="Times New Roman" panose="02020603050405020304" pitchFamily="18" charset="0"/>
                <a:cs typeface="Times New Roman" panose="02020603050405020304" pitchFamily="18" charset="0"/>
              </a:rPr>
              <a:t>Compression Requirements</a:t>
            </a:r>
          </a:p>
          <a:p>
            <a:pPr marL="800100" lvl="1" indent="-34290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It defines how the video should be compressed.</a:t>
            </a:r>
          </a:p>
          <a:p>
            <a:pPr marL="342900" indent="-342900">
              <a:buFont typeface="+mj-lt"/>
              <a:buAutoNum type="arabicPeriod"/>
            </a:pPr>
            <a:endParaRPr lang="ar-EG" sz="140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sz="1400" dirty="0">
                <a:latin typeface="Times New Roman" panose="02020603050405020304" pitchFamily="18" charset="0"/>
                <a:cs typeface="Times New Roman" panose="02020603050405020304" pitchFamily="18" charset="0"/>
              </a:rPr>
              <a:t>Start Compression Process </a:t>
            </a:r>
          </a:p>
          <a:p>
            <a:pPr marL="800100" lvl="1" indent="-34290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The system begins the compression pipeline.</a:t>
            </a:r>
          </a:p>
          <a:p>
            <a:pPr marL="342900" indent="-342900">
              <a:buFont typeface="+mj-lt"/>
              <a:buAutoNum type="arabicPeriod"/>
            </a:pPr>
            <a:endParaRPr lang="en-US" sz="140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sz="1400" dirty="0">
                <a:latin typeface="Times New Roman" panose="02020603050405020304" pitchFamily="18" charset="0"/>
                <a:cs typeface="Times New Roman" panose="02020603050405020304" pitchFamily="18" charset="0"/>
              </a:rPr>
              <a:t>Core Compression Components:</a:t>
            </a:r>
          </a:p>
          <a:p>
            <a:pPr marL="800100" lvl="1" indent="-34290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Decoding &amp; Frame Reconstruction – breaks video into frames.</a:t>
            </a:r>
          </a:p>
          <a:p>
            <a:pPr marL="800100" lvl="1" indent="-34290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Bitrate Control &amp; Entropy Coding – optimizes data size efficiently. </a:t>
            </a:r>
          </a:p>
          <a:p>
            <a:pPr marL="800100" lvl="1" indent="-34290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Encoding &amp; Motion Analysis – compresses frames using motion prediction </a:t>
            </a:r>
          </a:p>
          <a:p>
            <a:pPr marL="342900" indent="-342900">
              <a:buFont typeface="+mj-lt"/>
              <a:buAutoNum type="arabicPeriod"/>
            </a:pPr>
            <a:endParaRPr lang="en-US" sz="140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sz="1400" dirty="0">
                <a:latin typeface="Times New Roman" panose="02020603050405020304" pitchFamily="18" charset="0"/>
                <a:cs typeface="Times New Roman" panose="02020603050405020304" pitchFamily="18" charset="0"/>
              </a:rPr>
              <a:t>AI Training &amp; Testing (Server Side)</a:t>
            </a:r>
            <a:endParaRPr lang="ar-EG" sz="1400" dirty="0">
              <a:latin typeface="Times New Roman" panose="02020603050405020304" pitchFamily="18" charset="0"/>
              <a:cs typeface="Times New Roman" panose="02020603050405020304" pitchFamily="18" charset="0"/>
            </a:endParaRPr>
          </a:p>
          <a:p>
            <a:pPr marL="800100" lvl="1" indent="-342900">
              <a:buFont typeface="Arial" panose="020B0604020202020204" pitchFamily="34" charset="0"/>
              <a:buChar char="•"/>
            </a:pPr>
            <a:r>
              <a:rPr lang="en-US" sz="1400" dirty="0">
                <a:latin typeface="Times New Roman" panose="02020603050405020304" pitchFamily="18" charset="0"/>
                <a:cs typeface="Times New Roman" panose="02020603050405020304" pitchFamily="18" charset="0"/>
              </a:rPr>
              <a:t>The system uses datasets like:</a:t>
            </a:r>
            <a:endParaRPr lang="ar-EG" sz="1400" dirty="0">
              <a:latin typeface="Times New Roman" panose="02020603050405020304" pitchFamily="18" charset="0"/>
              <a:cs typeface="Times New Roman" panose="02020603050405020304" pitchFamily="18" charset="0"/>
            </a:endParaRPr>
          </a:p>
          <a:p>
            <a:pPr marL="1257300" lvl="2" indent="-34290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Vimeo90K Dataset used for Model Training</a:t>
            </a:r>
            <a:endParaRPr lang="ar-EG" sz="1400" dirty="0">
              <a:latin typeface="Times New Roman" panose="02020603050405020304" pitchFamily="18" charset="0"/>
              <a:cs typeface="Times New Roman" panose="02020603050405020304" pitchFamily="18" charset="0"/>
            </a:endParaRPr>
          </a:p>
          <a:p>
            <a:pPr marL="1257300" lvl="2" indent="-342900">
              <a:buFont typeface="Courier New" panose="02070309020205020404" pitchFamily="49" charset="0"/>
              <a:buChar char="o"/>
            </a:pPr>
            <a:r>
              <a:rPr lang="en-US" sz="1400" dirty="0">
                <a:latin typeface="Times New Roman" panose="02020603050405020304" pitchFamily="18" charset="0"/>
                <a:cs typeface="Times New Roman" panose="02020603050405020304" pitchFamily="18" charset="0"/>
              </a:rPr>
              <a:t>UVG Dataset used for Testing </a:t>
            </a:r>
          </a:p>
        </p:txBody>
      </p:sp>
      <p:sp>
        <p:nvSpPr>
          <p:cNvPr id="191" name="TextBox 190">
            <a:extLst>
              <a:ext uri="{FF2B5EF4-FFF2-40B4-BE49-F238E27FC236}">
                <a16:creationId xmlns:a16="http://schemas.microsoft.com/office/drawing/2014/main" id="{19B08C63-0A81-02FB-C0B9-6D876DB8E816}"/>
              </a:ext>
            </a:extLst>
          </p:cNvPr>
          <p:cNvSpPr txBox="1"/>
          <p:nvPr/>
        </p:nvSpPr>
        <p:spPr>
          <a:xfrm>
            <a:off x="7673975" y="147320"/>
            <a:ext cx="4114800" cy="523220"/>
          </a:xfrm>
          <a:prstGeom prst="rect">
            <a:avLst/>
          </a:prstGeom>
          <a:noFill/>
        </p:spPr>
        <p:txBody>
          <a:bodyPr wrap="square" rtlCol="0">
            <a:spAutoFit/>
          </a:bodyPr>
          <a:lstStyle/>
          <a:p>
            <a:pPr algn="ctr"/>
            <a:r>
              <a:rPr lang="en-US" sz="2800" b="1" dirty="0">
                <a:latin typeface="Times New Roman" panose="02020603050405020304" pitchFamily="18" charset="0"/>
                <a:cs typeface="Times New Roman" panose="02020603050405020304" pitchFamily="18" charset="0"/>
              </a:rPr>
              <a:t>USECASE SCENARIO</a:t>
            </a:r>
          </a:p>
        </p:txBody>
      </p:sp>
      <p:grpSp>
        <p:nvGrpSpPr>
          <p:cNvPr id="3" name="!!Film_Tabe_1">
            <a:extLst>
              <a:ext uri="{FF2B5EF4-FFF2-40B4-BE49-F238E27FC236}">
                <a16:creationId xmlns:a16="http://schemas.microsoft.com/office/drawing/2014/main" id="{20D5C964-C0BF-6C2E-5385-CA597184F99B}"/>
              </a:ext>
            </a:extLst>
          </p:cNvPr>
          <p:cNvGrpSpPr/>
          <p:nvPr/>
        </p:nvGrpSpPr>
        <p:grpSpPr>
          <a:xfrm rot="13946350">
            <a:off x="-7868731" y="9694849"/>
            <a:ext cx="21467809" cy="1961092"/>
            <a:chOff x="-5996785" y="2448454"/>
            <a:chExt cx="21467809" cy="1961092"/>
          </a:xfrm>
          <a:effectLst>
            <a:outerShdw blurRad="12700" dist="50800" dir="2700000" algn="tl" rotWithShape="0">
              <a:schemeClr val="tx1">
                <a:alpha val="40000"/>
              </a:schemeClr>
            </a:outerShdw>
          </a:effectLst>
        </p:grpSpPr>
        <p:grpSp>
          <p:nvGrpSpPr>
            <p:cNvPr id="4" name="Group 3">
              <a:extLst>
                <a:ext uri="{FF2B5EF4-FFF2-40B4-BE49-F238E27FC236}">
                  <a16:creationId xmlns:a16="http://schemas.microsoft.com/office/drawing/2014/main" id="{FB3843E0-F33E-A07D-5D28-276C78A3F059}"/>
                </a:ext>
              </a:extLst>
            </p:cNvPr>
            <p:cNvGrpSpPr/>
            <p:nvPr/>
          </p:nvGrpSpPr>
          <p:grpSpPr>
            <a:xfrm>
              <a:off x="7372077"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BFC015AD-993E-DA8E-8778-0CB570EB8CA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595EB9AA-93D0-7864-A1D5-A13C54541BB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7ECC76C7-D318-9D11-7DC9-2E7D5752C3B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E47812D6-CC34-7157-A3A5-CA7C31307012}"/>
                </a:ext>
              </a:extLst>
            </p:cNvPr>
            <p:cNvGrpSpPr/>
            <p:nvPr/>
          </p:nvGrpSpPr>
          <p:grpSpPr>
            <a:xfrm>
              <a:off x="4702657"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F0809CB0-F3EC-E2DF-21DC-347FA553BC3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9B1E1B16-486D-2B94-E764-0FBEA3DED0D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C0B213F9-CC61-A7B9-62B9-33D1DC70C4F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1899FCA8-8DCA-249B-4C92-FD0A7EBDF750}"/>
                </a:ext>
              </a:extLst>
            </p:cNvPr>
            <p:cNvGrpSpPr/>
            <p:nvPr/>
          </p:nvGrpSpPr>
          <p:grpSpPr>
            <a:xfrm>
              <a:off x="12732850" y="2448455"/>
              <a:ext cx="2738174" cy="1961091"/>
              <a:chOff x="4726913" y="2438401"/>
              <a:chExt cx="2738174" cy="1961091"/>
            </a:xfrm>
          </p:grpSpPr>
          <p:sp>
            <p:nvSpPr>
              <p:cNvPr id="42" name="Graphic 2" descr="Film strip outline">
                <a:extLst>
                  <a:ext uri="{FF2B5EF4-FFF2-40B4-BE49-F238E27FC236}">
                    <a16:creationId xmlns:a16="http://schemas.microsoft.com/office/drawing/2014/main" id="{FE59BC1B-5AE8-CFC7-9708-F98B82E7C54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8B25936B-F45D-4FAD-020E-4B74CE77FF9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20F0F3C4-603A-582B-33B9-2F909C54516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3E01523A-702F-0F04-F2E9-CB260872DAFE}"/>
                </a:ext>
              </a:extLst>
            </p:cNvPr>
            <p:cNvGrpSpPr/>
            <p:nvPr/>
          </p:nvGrpSpPr>
          <p:grpSpPr>
            <a:xfrm>
              <a:off x="10063430" y="2448455"/>
              <a:ext cx="2738174" cy="1961091"/>
              <a:chOff x="4726913" y="2438401"/>
              <a:chExt cx="2738174" cy="1961091"/>
            </a:xfrm>
          </p:grpSpPr>
          <p:sp>
            <p:nvSpPr>
              <p:cNvPr id="32" name="Graphic 2" descr="Film strip outline">
                <a:extLst>
                  <a:ext uri="{FF2B5EF4-FFF2-40B4-BE49-F238E27FC236}">
                    <a16:creationId xmlns:a16="http://schemas.microsoft.com/office/drawing/2014/main" id="{5A6F3427-EF8E-5F55-9F7E-B6CD7DA5B2A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AE082295-8D37-6723-9930-7E82818A11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8D0ECB8D-7A93-CFEE-9DF2-5DE0D7B5B43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B51AD44C-627B-94C7-4967-BE45106998D4}"/>
                </a:ext>
              </a:extLst>
            </p:cNvPr>
            <p:cNvGrpSpPr/>
            <p:nvPr/>
          </p:nvGrpSpPr>
          <p:grpSpPr>
            <a:xfrm>
              <a:off x="-3327365"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65B78C0D-166C-C9FA-203D-A4688426B28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6" name="Straight Connector 25">
                <a:extLst>
                  <a:ext uri="{FF2B5EF4-FFF2-40B4-BE49-F238E27FC236}">
                    <a16:creationId xmlns:a16="http://schemas.microsoft.com/office/drawing/2014/main" id="{D3696A4A-C324-04FA-640C-72250F94805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66E8ECAE-184C-19B3-AB0C-D3A50FBB673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D4250C27-E96C-37C8-2A24-ACD358BD47DF}"/>
                </a:ext>
              </a:extLst>
            </p:cNvPr>
            <p:cNvGrpSpPr/>
            <p:nvPr/>
          </p:nvGrpSpPr>
          <p:grpSpPr>
            <a:xfrm>
              <a:off x="-5996785" y="2448454"/>
              <a:ext cx="2738174" cy="1961091"/>
              <a:chOff x="4726913" y="2438401"/>
              <a:chExt cx="2738174" cy="1961091"/>
            </a:xfrm>
          </p:grpSpPr>
          <p:sp>
            <p:nvSpPr>
              <p:cNvPr id="22" name="Graphic 2" descr="Film strip outline">
                <a:extLst>
                  <a:ext uri="{FF2B5EF4-FFF2-40B4-BE49-F238E27FC236}">
                    <a16:creationId xmlns:a16="http://schemas.microsoft.com/office/drawing/2014/main" id="{BC7DA092-3C7C-87AC-12B5-35392601A13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3" name="Straight Connector 22">
                <a:extLst>
                  <a:ext uri="{FF2B5EF4-FFF2-40B4-BE49-F238E27FC236}">
                    <a16:creationId xmlns:a16="http://schemas.microsoft.com/office/drawing/2014/main" id="{BF91619C-6051-54EA-38DD-56B82C833E7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4" name="TextBox 23">
                <a:extLst>
                  <a:ext uri="{FF2B5EF4-FFF2-40B4-BE49-F238E27FC236}">
                    <a16:creationId xmlns:a16="http://schemas.microsoft.com/office/drawing/2014/main" id="{7DF5739A-CDEA-77E5-4D62-1EA1FE57D52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 name="Group 11">
              <a:extLst>
                <a:ext uri="{FF2B5EF4-FFF2-40B4-BE49-F238E27FC236}">
                  <a16:creationId xmlns:a16="http://schemas.microsoft.com/office/drawing/2014/main" id="{401731D6-5B53-F130-61DD-0644A4FBAEA0}"/>
                </a:ext>
              </a:extLst>
            </p:cNvPr>
            <p:cNvGrpSpPr/>
            <p:nvPr/>
          </p:nvGrpSpPr>
          <p:grpSpPr>
            <a:xfrm>
              <a:off x="2033408" y="2448454"/>
              <a:ext cx="2738174" cy="1961091"/>
              <a:chOff x="4726913" y="2438401"/>
              <a:chExt cx="2738174" cy="1961091"/>
            </a:xfrm>
          </p:grpSpPr>
          <p:sp>
            <p:nvSpPr>
              <p:cNvPr id="17" name="Graphic 2" descr="Film strip outline">
                <a:extLst>
                  <a:ext uri="{FF2B5EF4-FFF2-40B4-BE49-F238E27FC236}">
                    <a16:creationId xmlns:a16="http://schemas.microsoft.com/office/drawing/2014/main" id="{A92F90A9-DD73-10C2-718C-B24198154E7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 name="Straight Connector 17">
                <a:extLst>
                  <a:ext uri="{FF2B5EF4-FFF2-40B4-BE49-F238E27FC236}">
                    <a16:creationId xmlns:a16="http://schemas.microsoft.com/office/drawing/2014/main" id="{54413EA5-8367-DD56-57FF-E196FB109C6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 name="TextBox 18">
                <a:extLst>
                  <a:ext uri="{FF2B5EF4-FFF2-40B4-BE49-F238E27FC236}">
                    <a16:creationId xmlns:a16="http://schemas.microsoft.com/office/drawing/2014/main" id="{8A36D278-FDBB-B255-8932-E502F00E1FB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9AA902DC-193F-E6A8-723A-AF17D0C53669}"/>
                </a:ext>
              </a:extLst>
            </p:cNvPr>
            <p:cNvGrpSpPr/>
            <p:nvPr/>
          </p:nvGrpSpPr>
          <p:grpSpPr>
            <a:xfrm>
              <a:off x="-636012" y="2448454"/>
              <a:ext cx="2738174" cy="1961091"/>
              <a:chOff x="4726913" y="2438401"/>
              <a:chExt cx="2738174" cy="1961091"/>
            </a:xfrm>
          </p:grpSpPr>
          <p:sp>
            <p:nvSpPr>
              <p:cNvPr id="14" name="Graphic 2" descr="Film strip outline">
                <a:extLst>
                  <a:ext uri="{FF2B5EF4-FFF2-40B4-BE49-F238E27FC236}">
                    <a16:creationId xmlns:a16="http://schemas.microsoft.com/office/drawing/2014/main" id="{5EFD534C-9333-2329-EF2D-E9C8ADE9D36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 name="Straight Connector 14">
                <a:extLst>
                  <a:ext uri="{FF2B5EF4-FFF2-40B4-BE49-F238E27FC236}">
                    <a16:creationId xmlns:a16="http://schemas.microsoft.com/office/drawing/2014/main" id="{A3F739FD-CE29-318A-CC44-85CF99FB1F7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 name="TextBox 15">
                <a:extLst>
                  <a:ext uri="{FF2B5EF4-FFF2-40B4-BE49-F238E27FC236}">
                    <a16:creationId xmlns:a16="http://schemas.microsoft.com/office/drawing/2014/main" id="{EC66E2DF-9584-3591-7418-5F04838042C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6" name="!!Film_Tabe_2">
            <a:extLst>
              <a:ext uri="{FF2B5EF4-FFF2-40B4-BE49-F238E27FC236}">
                <a16:creationId xmlns:a16="http://schemas.microsoft.com/office/drawing/2014/main" id="{587E1144-6A45-0354-4617-E3927230692B}"/>
              </a:ext>
            </a:extLst>
          </p:cNvPr>
          <p:cNvGrpSpPr/>
          <p:nvPr/>
        </p:nvGrpSpPr>
        <p:grpSpPr>
          <a:xfrm rot="13921541">
            <a:off x="-1137789" y="-4836341"/>
            <a:ext cx="21467809" cy="1961092"/>
            <a:chOff x="-5996785" y="2448454"/>
            <a:chExt cx="21467809" cy="1961092"/>
          </a:xfrm>
          <a:effectLst>
            <a:outerShdw blurRad="12700" dist="50800" dir="2700000" algn="tl" rotWithShape="0">
              <a:prstClr val="black">
                <a:alpha val="40000"/>
              </a:prstClr>
            </a:outerShdw>
          </a:effectLst>
        </p:grpSpPr>
        <p:grpSp>
          <p:nvGrpSpPr>
            <p:cNvPr id="58" name="Group 57">
              <a:extLst>
                <a:ext uri="{FF2B5EF4-FFF2-40B4-BE49-F238E27FC236}">
                  <a16:creationId xmlns:a16="http://schemas.microsoft.com/office/drawing/2014/main" id="{BF02C0B9-CEA1-46D4-CEC2-F54FF1C86BC6}"/>
                </a:ext>
              </a:extLst>
            </p:cNvPr>
            <p:cNvGrpSpPr/>
            <p:nvPr/>
          </p:nvGrpSpPr>
          <p:grpSpPr>
            <a:xfrm>
              <a:off x="7372077" y="2448455"/>
              <a:ext cx="2738174" cy="1961091"/>
              <a:chOff x="4726913" y="2438401"/>
              <a:chExt cx="2738174" cy="1961091"/>
            </a:xfrm>
          </p:grpSpPr>
          <p:sp>
            <p:nvSpPr>
              <p:cNvPr id="97" name="Graphic 2" descr="Film strip outline">
                <a:extLst>
                  <a:ext uri="{FF2B5EF4-FFF2-40B4-BE49-F238E27FC236}">
                    <a16:creationId xmlns:a16="http://schemas.microsoft.com/office/drawing/2014/main" id="{5718DA3D-FF49-D0FC-7A81-1BA18F4FE3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57A6A4E2-0EBC-115E-883A-58CA1F31A1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A7AC542C-7409-06F2-521B-F99FCE0B164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8D5BBB53-160B-9E3A-BACE-48E844DCD1E2}"/>
                </a:ext>
              </a:extLst>
            </p:cNvPr>
            <p:cNvGrpSpPr/>
            <p:nvPr/>
          </p:nvGrpSpPr>
          <p:grpSpPr>
            <a:xfrm>
              <a:off x="4702657"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6902406A-8F05-1CC1-A503-D7D79A95EA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13C09BD9-23C6-10C0-4B6E-053D69BC8BA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6E998B87-6BED-66BE-1734-73C39998162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3A46A874-9E7A-EE50-1938-813BDE9C4ECF}"/>
                </a:ext>
              </a:extLst>
            </p:cNvPr>
            <p:cNvGrpSpPr/>
            <p:nvPr/>
          </p:nvGrpSpPr>
          <p:grpSpPr>
            <a:xfrm>
              <a:off x="12732850" y="2448455"/>
              <a:ext cx="2738174" cy="1961091"/>
              <a:chOff x="4726913" y="2438401"/>
              <a:chExt cx="2738174" cy="1961091"/>
            </a:xfrm>
          </p:grpSpPr>
          <p:sp>
            <p:nvSpPr>
              <p:cNvPr id="91" name="Graphic 2" descr="Film strip outline">
                <a:extLst>
                  <a:ext uri="{FF2B5EF4-FFF2-40B4-BE49-F238E27FC236}">
                    <a16:creationId xmlns:a16="http://schemas.microsoft.com/office/drawing/2014/main" id="{2F233E63-0201-CC6D-1477-0B7A91B2122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827A629D-2DC5-2565-BA97-9D90413E40F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7E4DD117-CE1A-9639-28FD-00BEF71D77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624A83F3-1E50-3FEF-1ADD-0EB6637FB128}"/>
                </a:ext>
              </a:extLst>
            </p:cNvPr>
            <p:cNvGrpSpPr/>
            <p:nvPr/>
          </p:nvGrpSpPr>
          <p:grpSpPr>
            <a:xfrm>
              <a:off x="10063430" y="2448455"/>
              <a:ext cx="2738174" cy="1961091"/>
              <a:chOff x="4726913" y="2438401"/>
              <a:chExt cx="2738174" cy="1961091"/>
            </a:xfrm>
          </p:grpSpPr>
          <p:sp>
            <p:nvSpPr>
              <p:cNvPr id="88" name="Graphic 2" descr="Film strip outline">
                <a:extLst>
                  <a:ext uri="{FF2B5EF4-FFF2-40B4-BE49-F238E27FC236}">
                    <a16:creationId xmlns:a16="http://schemas.microsoft.com/office/drawing/2014/main" id="{F61C34DF-0BBA-03D2-0213-DF9986F087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39FED43D-FB37-9918-AC55-EC35BDCF6E9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1218D96B-AD65-0D49-6AD3-AA609CC2EB8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3CF9E6A4-7BF2-D6B1-2760-232F92710D44}"/>
                </a:ext>
              </a:extLst>
            </p:cNvPr>
            <p:cNvGrpSpPr/>
            <p:nvPr/>
          </p:nvGrpSpPr>
          <p:grpSpPr>
            <a:xfrm>
              <a:off x="-3327365" y="2448454"/>
              <a:ext cx="2738174" cy="1961091"/>
              <a:chOff x="4726913" y="2438401"/>
              <a:chExt cx="2738174" cy="1961091"/>
            </a:xfrm>
          </p:grpSpPr>
          <p:sp>
            <p:nvSpPr>
              <p:cNvPr id="85" name="Graphic 2" descr="Film strip outline">
                <a:extLst>
                  <a:ext uri="{FF2B5EF4-FFF2-40B4-BE49-F238E27FC236}">
                    <a16:creationId xmlns:a16="http://schemas.microsoft.com/office/drawing/2014/main" id="{AC1B1A7B-5D94-9F00-506C-D18C77E4198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F9D85CA5-95AE-77EA-03F2-152E184BD36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2CDF6BE6-53F1-7184-4C65-611CC745B4C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41C18A0C-A806-C3A9-0D1C-0F38CF13D93A}"/>
                </a:ext>
              </a:extLst>
            </p:cNvPr>
            <p:cNvGrpSpPr/>
            <p:nvPr/>
          </p:nvGrpSpPr>
          <p:grpSpPr>
            <a:xfrm>
              <a:off x="-5996785"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A0267435-A8DC-C2D1-0F39-E627F75ADB0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8C055D3A-D701-66DA-CF17-90A2DAF1371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571C0D14-9513-5281-3B45-0718FAFD92F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7" name="Group 66">
              <a:extLst>
                <a:ext uri="{FF2B5EF4-FFF2-40B4-BE49-F238E27FC236}">
                  <a16:creationId xmlns:a16="http://schemas.microsoft.com/office/drawing/2014/main" id="{C8A96FC4-474E-531C-7B8B-2EA9DACDD87E}"/>
                </a:ext>
              </a:extLst>
            </p:cNvPr>
            <p:cNvGrpSpPr/>
            <p:nvPr/>
          </p:nvGrpSpPr>
          <p:grpSpPr>
            <a:xfrm>
              <a:off x="2033408" y="2448454"/>
              <a:ext cx="2738174" cy="1961091"/>
              <a:chOff x="4726913" y="2438401"/>
              <a:chExt cx="2738174" cy="1961091"/>
            </a:xfrm>
          </p:grpSpPr>
          <p:sp>
            <p:nvSpPr>
              <p:cNvPr id="77" name="Graphic 2" descr="Film strip outline">
                <a:extLst>
                  <a:ext uri="{FF2B5EF4-FFF2-40B4-BE49-F238E27FC236}">
                    <a16:creationId xmlns:a16="http://schemas.microsoft.com/office/drawing/2014/main" id="{802BECFB-0AAA-1B98-9008-D41F0DA15D6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4B4D243B-DA9E-8A75-E6E6-101A3217C84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21E163A7-3CFC-E3E0-C55A-E89D3F935B7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9" name="Group 68">
              <a:extLst>
                <a:ext uri="{FF2B5EF4-FFF2-40B4-BE49-F238E27FC236}">
                  <a16:creationId xmlns:a16="http://schemas.microsoft.com/office/drawing/2014/main" id="{E1735304-E6C3-877A-BA4B-BD32A5D3F9D1}"/>
                </a:ext>
              </a:extLst>
            </p:cNvPr>
            <p:cNvGrpSpPr/>
            <p:nvPr/>
          </p:nvGrpSpPr>
          <p:grpSpPr>
            <a:xfrm>
              <a:off x="-636012" y="2448454"/>
              <a:ext cx="2738174" cy="1961091"/>
              <a:chOff x="4726913" y="2438401"/>
              <a:chExt cx="2738174" cy="1961091"/>
            </a:xfrm>
          </p:grpSpPr>
          <p:sp>
            <p:nvSpPr>
              <p:cNvPr id="71" name="Graphic 2" descr="Film strip outline">
                <a:extLst>
                  <a:ext uri="{FF2B5EF4-FFF2-40B4-BE49-F238E27FC236}">
                    <a16:creationId xmlns:a16="http://schemas.microsoft.com/office/drawing/2014/main" id="{E9DE1828-B256-6323-7595-63A19B6417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CD41FA10-BBB1-0DBD-F93A-31CC56CAAA8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FAFD15AA-1870-AFD7-16BB-49C7CA120AC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100" name="extend_1">
            <a:extLst>
              <a:ext uri="{FF2B5EF4-FFF2-40B4-BE49-F238E27FC236}">
                <a16:creationId xmlns:a16="http://schemas.microsoft.com/office/drawing/2014/main" id="{186A7A3D-B1A4-4319-BCAC-87A91D1E03B2}"/>
              </a:ext>
            </a:extLst>
          </p:cNvPr>
          <p:cNvSpPr txBox="1"/>
          <p:nvPr/>
        </p:nvSpPr>
        <p:spPr>
          <a:xfrm>
            <a:off x="2558185" y="1203412"/>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&lt;&lt;extend&gt;&gt;</a:t>
            </a:r>
            <a:endParaRPr lang="en-AS" sz="1000" dirty="0">
              <a:latin typeface="Times New Roman" panose="02020603050405020304" pitchFamily="18" charset="0"/>
              <a:cs typeface="Times New Roman" panose="02020603050405020304" pitchFamily="18" charset="0"/>
            </a:endParaRPr>
          </a:p>
        </p:txBody>
      </p:sp>
      <p:sp>
        <p:nvSpPr>
          <p:cNvPr id="101" name="extend_2">
            <a:extLst>
              <a:ext uri="{FF2B5EF4-FFF2-40B4-BE49-F238E27FC236}">
                <a16:creationId xmlns:a16="http://schemas.microsoft.com/office/drawing/2014/main" id="{AADF6B65-46BD-3BBC-D6F2-09E67C1AE3D5}"/>
              </a:ext>
            </a:extLst>
          </p:cNvPr>
          <p:cNvSpPr txBox="1"/>
          <p:nvPr/>
        </p:nvSpPr>
        <p:spPr>
          <a:xfrm>
            <a:off x="2407339" y="1794279"/>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&lt;&lt;extend&gt;&gt;</a:t>
            </a:r>
            <a:endParaRPr lang="en-AS" sz="1000" dirty="0">
              <a:latin typeface="Times New Roman" panose="02020603050405020304" pitchFamily="18" charset="0"/>
              <a:cs typeface="Times New Roman" panose="02020603050405020304" pitchFamily="18" charset="0"/>
            </a:endParaRPr>
          </a:p>
        </p:txBody>
      </p:sp>
      <p:sp>
        <p:nvSpPr>
          <p:cNvPr id="102" name="extend_3">
            <a:extLst>
              <a:ext uri="{FF2B5EF4-FFF2-40B4-BE49-F238E27FC236}">
                <a16:creationId xmlns:a16="http://schemas.microsoft.com/office/drawing/2014/main" id="{EFF7D832-282A-901D-F057-DDC8F5CFFF20}"/>
              </a:ext>
            </a:extLst>
          </p:cNvPr>
          <p:cNvSpPr txBox="1"/>
          <p:nvPr/>
        </p:nvSpPr>
        <p:spPr>
          <a:xfrm>
            <a:off x="2613099" y="2345474"/>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&lt;&lt;extend&gt;&gt;</a:t>
            </a:r>
            <a:endParaRPr lang="en-AS" sz="1000" dirty="0">
              <a:latin typeface="Times New Roman" panose="02020603050405020304" pitchFamily="18" charset="0"/>
              <a:cs typeface="Times New Roman" panose="02020603050405020304" pitchFamily="18" charset="0"/>
            </a:endParaRPr>
          </a:p>
        </p:txBody>
      </p:sp>
      <p:sp>
        <p:nvSpPr>
          <p:cNvPr id="104" name="include_1">
            <a:extLst>
              <a:ext uri="{FF2B5EF4-FFF2-40B4-BE49-F238E27FC236}">
                <a16:creationId xmlns:a16="http://schemas.microsoft.com/office/drawing/2014/main" id="{619BDB01-4CCF-74D6-BE71-98E4A86ADEF8}"/>
              </a:ext>
            </a:extLst>
          </p:cNvPr>
          <p:cNvSpPr txBox="1"/>
          <p:nvPr/>
        </p:nvSpPr>
        <p:spPr>
          <a:xfrm>
            <a:off x="2558185" y="593510"/>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05" name="include_6">
            <a:extLst>
              <a:ext uri="{FF2B5EF4-FFF2-40B4-BE49-F238E27FC236}">
                <a16:creationId xmlns:a16="http://schemas.microsoft.com/office/drawing/2014/main" id="{1AE42036-E0A4-D236-8A3B-FAFEE120CB38}"/>
              </a:ext>
            </a:extLst>
          </p:cNvPr>
          <p:cNvSpPr txBox="1"/>
          <p:nvPr/>
        </p:nvSpPr>
        <p:spPr>
          <a:xfrm>
            <a:off x="3910098" y="1737956"/>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06" name="include_2">
            <a:extLst>
              <a:ext uri="{FF2B5EF4-FFF2-40B4-BE49-F238E27FC236}">
                <a16:creationId xmlns:a16="http://schemas.microsoft.com/office/drawing/2014/main" id="{EB1AD16E-F3E5-9370-396F-DCF064A3B9B7}"/>
              </a:ext>
            </a:extLst>
          </p:cNvPr>
          <p:cNvSpPr txBox="1"/>
          <p:nvPr/>
        </p:nvSpPr>
        <p:spPr>
          <a:xfrm>
            <a:off x="3105107" y="3366555"/>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07" name="include_3">
            <a:extLst>
              <a:ext uri="{FF2B5EF4-FFF2-40B4-BE49-F238E27FC236}">
                <a16:creationId xmlns:a16="http://schemas.microsoft.com/office/drawing/2014/main" id="{CC518CFD-8F4A-54FB-C686-AA8B287926AD}"/>
              </a:ext>
            </a:extLst>
          </p:cNvPr>
          <p:cNvSpPr txBox="1"/>
          <p:nvPr/>
        </p:nvSpPr>
        <p:spPr>
          <a:xfrm>
            <a:off x="3796916" y="3527440"/>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08" name="include_4">
            <a:extLst>
              <a:ext uri="{FF2B5EF4-FFF2-40B4-BE49-F238E27FC236}">
                <a16:creationId xmlns:a16="http://schemas.microsoft.com/office/drawing/2014/main" id="{50F63C33-439B-DFDC-DBE0-0ED4EFFDEACA}"/>
              </a:ext>
            </a:extLst>
          </p:cNvPr>
          <p:cNvSpPr txBox="1"/>
          <p:nvPr/>
        </p:nvSpPr>
        <p:spPr>
          <a:xfrm>
            <a:off x="4828108" y="3441270"/>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09" name="include_5">
            <a:extLst>
              <a:ext uri="{FF2B5EF4-FFF2-40B4-BE49-F238E27FC236}">
                <a16:creationId xmlns:a16="http://schemas.microsoft.com/office/drawing/2014/main" id="{6F4199F0-14B5-F5CF-6CFE-A7F281D1BCEA}"/>
              </a:ext>
            </a:extLst>
          </p:cNvPr>
          <p:cNvSpPr txBox="1"/>
          <p:nvPr/>
        </p:nvSpPr>
        <p:spPr>
          <a:xfrm>
            <a:off x="3683359" y="5182067"/>
            <a:ext cx="1183817" cy="284693"/>
          </a:xfrm>
          <a:prstGeom prst="rect">
            <a:avLst/>
          </a:prstGeom>
          <a:noFill/>
        </p:spPr>
        <p:txBody>
          <a:bodyPr wrap="square" rtlCol="0">
            <a:spAutoFit/>
          </a:bodyPr>
          <a:lstStyle/>
          <a:p>
            <a:pPr algn="ctr"/>
            <a:r>
              <a:rPr lang="en-US" sz="1250" dirty="0">
                <a:latin typeface="Times New Roman" panose="02020603050405020304" pitchFamily="18" charset="0"/>
                <a:cs typeface="Times New Roman" panose="02020603050405020304" pitchFamily="18" charset="0"/>
              </a:rPr>
              <a:t>&lt;&lt;</a:t>
            </a:r>
            <a:r>
              <a:rPr lang="en-US" sz="1000" dirty="0">
                <a:latin typeface="Times New Roman" panose="02020603050405020304" pitchFamily="18" charset="0"/>
                <a:cs typeface="Times New Roman" panose="02020603050405020304" pitchFamily="18" charset="0"/>
              </a:rPr>
              <a:t>include</a:t>
            </a:r>
            <a:r>
              <a:rPr lang="en-US" sz="1250" dirty="0">
                <a:latin typeface="Times New Roman" panose="02020603050405020304" pitchFamily="18" charset="0"/>
                <a:cs typeface="Times New Roman" panose="02020603050405020304" pitchFamily="18" charset="0"/>
              </a:rPr>
              <a:t>&gt;&gt;</a:t>
            </a:r>
            <a:endParaRPr lang="en-AS" sz="1250" dirty="0">
              <a:latin typeface="Times New Roman" panose="02020603050405020304" pitchFamily="18" charset="0"/>
              <a:cs typeface="Times New Roman" panose="02020603050405020304" pitchFamily="18" charset="0"/>
            </a:endParaRPr>
          </a:p>
        </p:txBody>
      </p:sp>
      <p:sp>
        <p:nvSpPr>
          <p:cNvPr id="112" name="include_7">
            <a:extLst>
              <a:ext uri="{FF2B5EF4-FFF2-40B4-BE49-F238E27FC236}">
                <a16:creationId xmlns:a16="http://schemas.microsoft.com/office/drawing/2014/main" id="{3433FC5E-1D46-CF96-A045-8B88912CA93E}"/>
              </a:ext>
            </a:extLst>
          </p:cNvPr>
          <p:cNvSpPr txBox="1"/>
          <p:nvPr/>
        </p:nvSpPr>
        <p:spPr>
          <a:xfrm>
            <a:off x="3683359" y="6180203"/>
            <a:ext cx="1183817" cy="246221"/>
          </a:xfrm>
          <a:prstGeom prst="rect">
            <a:avLst/>
          </a:prstGeom>
          <a:noFill/>
        </p:spPr>
        <p:txBody>
          <a:bodyPr wrap="square" rtlCol="0">
            <a:spAutoFit/>
          </a:bodyPr>
          <a:lstStyle/>
          <a:p>
            <a:pPr algn="ctr"/>
            <a:r>
              <a:rPr lang="en-US" sz="1000" dirty="0">
                <a:latin typeface="Times New Roman" panose="02020603050405020304" pitchFamily="18" charset="0"/>
                <a:cs typeface="Times New Roman" panose="02020603050405020304" pitchFamily="18" charset="0"/>
              </a:rPr>
              <a:t>&lt;&lt;include&gt;&gt;</a:t>
            </a:r>
            <a:endParaRPr lang="en-AS" sz="1000" dirty="0">
              <a:latin typeface="Times New Roman" panose="02020603050405020304" pitchFamily="18" charset="0"/>
              <a:cs typeface="Times New Roman" panose="02020603050405020304" pitchFamily="18" charset="0"/>
            </a:endParaRPr>
          </a:p>
        </p:txBody>
      </p:sp>
      <p:sp>
        <p:nvSpPr>
          <p:cNvPr id="110" name="Freeform: Shape 109">
            <a:extLst>
              <a:ext uri="{FF2B5EF4-FFF2-40B4-BE49-F238E27FC236}">
                <a16:creationId xmlns:a16="http://schemas.microsoft.com/office/drawing/2014/main" id="{30CCD83D-02C0-7373-20DE-11B32507FA3C}"/>
              </a:ext>
            </a:extLst>
          </p:cNvPr>
          <p:cNvSpPr/>
          <p:nvPr/>
        </p:nvSpPr>
        <p:spPr>
          <a:xfrm>
            <a:off x="12394636" y="1130273"/>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111" name="Rectangle 110">
            <a:extLst>
              <a:ext uri="{FF2B5EF4-FFF2-40B4-BE49-F238E27FC236}">
                <a16:creationId xmlns:a16="http://schemas.microsoft.com/office/drawing/2014/main" id="{138BF475-330F-F9B5-3B0F-7E84FBA95FF4}"/>
              </a:ext>
            </a:extLst>
          </p:cNvPr>
          <p:cNvSpPr/>
          <p:nvPr/>
        </p:nvSpPr>
        <p:spPr>
          <a:xfrm>
            <a:off x="14071177" y="187016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3" name="Rectangle 112">
            <a:extLst>
              <a:ext uri="{FF2B5EF4-FFF2-40B4-BE49-F238E27FC236}">
                <a16:creationId xmlns:a16="http://schemas.microsoft.com/office/drawing/2014/main" id="{1648421F-E59E-3B85-AA46-FA61C033115A}"/>
              </a:ext>
            </a:extLst>
          </p:cNvPr>
          <p:cNvSpPr>
            <a:spLocks/>
          </p:cNvSpPr>
          <p:nvPr/>
        </p:nvSpPr>
        <p:spPr>
          <a:xfrm>
            <a:off x="14071177" y="2595013"/>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5" name="Rectangle 114">
            <a:extLst>
              <a:ext uri="{FF2B5EF4-FFF2-40B4-BE49-F238E27FC236}">
                <a16:creationId xmlns:a16="http://schemas.microsoft.com/office/drawing/2014/main" id="{89A88032-FD3B-1387-37A3-2827E6A37583}"/>
              </a:ext>
            </a:extLst>
          </p:cNvPr>
          <p:cNvSpPr>
            <a:spLocks/>
          </p:cNvSpPr>
          <p:nvPr/>
        </p:nvSpPr>
        <p:spPr>
          <a:xfrm>
            <a:off x="14071177" y="331986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6" name="Rectangle 115">
            <a:extLst>
              <a:ext uri="{FF2B5EF4-FFF2-40B4-BE49-F238E27FC236}">
                <a16:creationId xmlns:a16="http://schemas.microsoft.com/office/drawing/2014/main" id="{E654914C-A310-1E0F-5056-99084B9602B6}"/>
              </a:ext>
            </a:extLst>
          </p:cNvPr>
          <p:cNvSpPr>
            <a:spLocks/>
          </p:cNvSpPr>
          <p:nvPr/>
        </p:nvSpPr>
        <p:spPr>
          <a:xfrm>
            <a:off x="14071177" y="404471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7" name="Rectangle 116">
            <a:extLst>
              <a:ext uri="{FF2B5EF4-FFF2-40B4-BE49-F238E27FC236}">
                <a16:creationId xmlns:a16="http://schemas.microsoft.com/office/drawing/2014/main" id="{83AA9A1A-9D4F-83D0-9019-C0621BCD1F49}"/>
              </a:ext>
            </a:extLst>
          </p:cNvPr>
          <p:cNvSpPr>
            <a:spLocks/>
          </p:cNvSpPr>
          <p:nvPr/>
        </p:nvSpPr>
        <p:spPr>
          <a:xfrm>
            <a:off x="14071177" y="476957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8" name="Rectangle 117">
            <a:extLst>
              <a:ext uri="{FF2B5EF4-FFF2-40B4-BE49-F238E27FC236}">
                <a16:creationId xmlns:a16="http://schemas.microsoft.com/office/drawing/2014/main" id="{BA50B14D-2AAD-D866-1AC5-79D1762B663B}"/>
              </a:ext>
            </a:extLst>
          </p:cNvPr>
          <p:cNvSpPr>
            <a:spLocks/>
          </p:cNvSpPr>
          <p:nvPr/>
        </p:nvSpPr>
        <p:spPr>
          <a:xfrm>
            <a:off x="14071177" y="549442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2" name="Rectangle 121">
            <a:extLst>
              <a:ext uri="{FF2B5EF4-FFF2-40B4-BE49-F238E27FC236}">
                <a16:creationId xmlns:a16="http://schemas.microsoft.com/office/drawing/2014/main" id="{53D9406B-05DD-C5E9-91A6-6A3437387379}"/>
              </a:ext>
            </a:extLst>
          </p:cNvPr>
          <p:cNvSpPr/>
          <p:nvPr/>
        </p:nvSpPr>
        <p:spPr>
          <a:xfrm>
            <a:off x="13158904" y="4184735"/>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3" name="Rectangle 122">
            <a:extLst>
              <a:ext uri="{FF2B5EF4-FFF2-40B4-BE49-F238E27FC236}">
                <a16:creationId xmlns:a16="http://schemas.microsoft.com/office/drawing/2014/main" id="{C180FED0-4499-4128-E7B7-19FB050E7FE8}"/>
              </a:ext>
            </a:extLst>
          </p:cNvPr>
          <p:cNvSpPr/>
          <p:nvPr/>
        </p:nvSpPr>
        <p:spPr>
          <a:xfrm>
            <a:off x="13158904" y="4788382"/>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4" name="Rectangle 123">
            <a:extLst>
              <a:ext uri="{FF2B5EF4-FFF2-40B4-BE49-F238E27FC236}">
                <a16:creationId xmlns:a16="http://schemas.microsoft.com/office/drawing/2014/main" id="{E959B68E-E14B-4187-D77F-7FC32256250B}"/>
              </a:ext>
            </a:extLst>
          </p:cNvPr>
          <p:cNvSpPr/>
          <p:nvPr/>
        </p:nvSpPr>
        <p:spPr>
          <a:xfrm>
            <a:off x="13158904" y="539203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5" name="Freeform: Shape 124">
            <a:extLst>
              <a:ext uri="{FF2B5EF4-FFF2-40B4-BE49-F238E27FC236}">
                <a16:creationId xmlns:a16="http://schemas.microsoft.com/office/drawing/2014/main" id="{F3C5411F-3B1D-1391-A19E-7F8033FEABD3}"/>
              </a:ext>
            </a:extLst>
          </p:cNvPr>
          <p:cNvSpPr/>
          <p:nvPr/>
        </p:nvSpPr>
        <p:spPr>
          <a:xfrm>
            <a:off x="13091788" y="163859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26" name="Freeform: Shape 125">
            <a:extLst>
              <a:ext uri="{FF2B5EF4-FFF2-40B4-BE49-F238E27FC236}">
                <a16:creationId xmlns:a16="http://schemas.microsoft.com/office/drawing/2014/main" id="{3CD67CE2-C737-728B-1409-AA747AE0B4B3}"/>
              </a:ext>
            </a:extLst>
          </p:cNvPr>
          <p:cNvSpPr/>
          <p:nvPr/>
        </p:nvSpPr>
        <p:spPr>
          <a:xfrm>
            <a:off x="13091788" y="223041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27" name="Freeform: Shape 126">
            <a:extLst>
              <a:ext uri="{FF2B5EF4-FFF2-40B4-BE49-F238E27FC236}">
                <a16:creationId xmlns:a16="http://schemas.microsoft.com/office/drawing/2014/main" id="{678AA1F1-6FE8-101E-9F0B-FD4EC3DFBB6A}"/>
              </a:ext>
            </a:extLst>
          </p:cNvPr>
          <p:cNvSpPr/>
          <p:nvPr/>
        </p:nvSpPr>
        <p:spPr>
          <a:xfrm>
            <a:off x="13091788" y="28288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28" name="Freeform: Shape 127">
            <a:extLst>
              <a:ext uri="{FF2B5EF4-FFF2-40B4-BE49-F238E27FC236}">
                <a16:creationId xmlns:a16="http://schemas.microsoft.com/office/drawing/2014/main" id="{84F7F2CB-68F2-C76B-716F-65016F273A96}"/>
              </a:ext>
            </a:extLst>
          </p:cNvPr>
          <p:cNvSpPr/>
          <p:nvPr/>
        </p:nvSpPr>
        <p:spPr>
          <a:xfrm>
            <a:off x="13091788" y="3437712"/>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Tree>
    <p:extLst>
      <p:ext uri="{BB962C8B-B14F-4D97-AF65-F5344CB8AC3E}">
        <p14:creationId xmlns:p14="http://schemas.microsoft.com/office/powerpoint/2010/main" val="39020761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1"/>
                                        </p:tgtEl>
                                        <p:attrNameLst>
                                          <p:attrName>style.visibility</p:attrName>
                                        </p:attrNameLst>
                                      </p:cBhvr>
                                      <p:to>
                                        <p:strVal val="visible"/>
                                      </p:to>
                                    </p:set>
                                    <p:animEffect transition="in" filter="fade">
                                      <p:cBhvr>
                                        <p:cTn id="7" dur="250"/>
                                        <p:tgtEl>
                                          <p:spTgt spid="181"/>
                                        </p:tgtEl>
                                      </p:cBhvr>
                                    </p:animEffect>
                                  </p:childTnLst>
                                </p:cTn>
                              </p:par>
                            </p:childTnLst>
                          </p:cTn>
                        </p:par>
                        <p:par>
                          <p:cTn id="8" fill="hold">
                            <p:stCondLst>
                              <p:cond delay="250"/>
                            </p:stCondLst>
                            <p:childTnLst>
                              <p:par>
                                <p:cTn id="9" presetID="22" presetClass="entr" presetSubtype="8"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wipe(left)">
                                      <p:cBhvr>
                                        <p:cTn id="11" dur="250"/>
                                        <p:tgtEl>
                                          <p:spTgt spid="43"/>
                                        </p:tgtEl>
                                      </p:cBhvr>
                                    </p:animEffect>
                                  </p:childTnLst>
                                </p:cTn>
                              </p:par>
                              <p:par>
                                <p:cTn id="12" presetID="22" presetClass="entr" presetSubtype="8" fill="hold" nodeType="withEffect">
                                  <p:stCondLst>
                                    <p:cond delay="0"/>
                                  </p:stCondLst>
                                  <p:childTnLst>
                                    <p:set>
                                      <p:cBhvr>
                                        <p:cTn id="13" dur="1" fill="hold">
                                          <p:stCondLst>
                                            <p:cond delay="0"/>
                                          </p:stCondLst>
                                        </p:cTn>
                                        <p:tgtEl>
                                          <p:spTgt spid="51"/>
                                        </p:tgtEl>
                                        <p:attrNameLst>
                                          <p:attrName>style.visibility</p:attrName>
                                        </p:attrNameLst>
                                      </p:cBhvr>
                                      <p:to>
                                        <p:strVal val="visible"/>
                                      </p:to>
                                    </p:set>
                                    <p:animEffect transition="in" filter="wipe(left)">
                                      <p:cBhvr>
                                        <p:cTn id="14" dur="250"/>
                                        <p:tgtEl>
                                          <p:spTgt spid="51"/>
                                        </p:tgtEl>
                                      </p:cBhvr>
                                    </p:animEffect>
                                  </p:childTnLst>
                                </p:cTn>
                              </p:par>
                              <p:par>
                                <p:cTn id="15" presetID="22" presetClass="entr" presetSubtype="8" fill="hold" nodeType="with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left)">
                                      <p:cBhvr>
                                        <p:cTn id="17" dur="250"/>
                                        <p:tgtEl>
                                          <p:spTgt spid="53"/>
                                        </p:tgtEl>
                                      </p:cBhvr>
                                    </p:animEffect>
                                  </p:childTnLst>
                                </p:cTn>
                              </p:par>
                              <p:par>
                                <p:cTn id="18" presetID="22" presetClass="entr" presetSubtype="8" fill="hold" nodeType="with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left)">
                                      <p:cBhvr>
                                        <p:cTn id="20" dur="250"/>
                                        <p:tgtEl>
                                          <p:spTgt spid="55"/>
                                        </p:tgtEl>
                                      </p:cBhvr>
                                    </p:animEffect>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fade">
                                      <p:cBhvr>
                                        <p:cTn id="24" dur="250"/>
                                        <p:tgtEl>
                                          <p:spTgt spid="4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250"/>
                                        <p:tgtEl>
                                          <p:spTgt spid="5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25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250"/>
                                        <p:tgtEl>
                                          <p:spTgt spid="20"/>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250"/>
                                        <p:tgtEl>
                                          <p:spTgt spid="21"/>
                                        </p:tgtEl>
                                      </p:cBhvr>
                                    </p:animEffect>
                                  </p:childTnLst>
                                </p:cTn>
                              </p:par>
                            </p:childTnLst>
                          </p:cTn>
                        </p:par>
                        <p:par>
                          <p:cTn id="37" fill="hold">
                            <p:stCondLst>
                              <p:cond delay="750"/>
                            </p:stCondLst>
                            <p:childTnLst>
                              <p:par>
                                <p:cTn id="38" presetID="22" presetClass="entr" presetSubtype="8" fill="hold" nodeType="afterEffect">
                                  <p:stCondLst>
                                    <p:cond delay="0"/>
                                  </p:stCondLst>
                                  <p:childTnLst>
                                    <p:set>
                                      <p:cBhvr>
                                        <p:cTn id="39" dur="1" fill="hold">
                                          <p:stCondLst>
                                            <p:cond delay="0"/>
                                          </p:stCondLst>
                                        </p:cTn>
                                        <p:tgtEl>
                                          <p:spTgt spid="57"/>
                                        </p:tgtEl>
                                        <p:attrNameLst>
                                          <p:attrName>style.visibility</p:attrName>
                                        </p:attrNameLst>
                                      </p:cBhvr>
                                      <p:to>
                                        <p:strVal val="visible"/>
                                      </p:to>
                                    </p:set>
                                    <p:animEffect transition="in" filter="wipe(left)">
                                      <p:cBhvr>
                                        <p:cTn id="40" dur="250"/>
                                        <p:tgtEl>
                                          <p:spTgt spid="57"/>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104"/>
                                        </p:tgtEl>
                                        <p:attrNameLst>
                                          <p:attrName>style.visibility</p:attrName>
                                        </p:attrNameLst>
                                      </p:cBhvr>
                                      <p:to>
                                        <p:strVal val="visible"/>
                                      </p:to>
                                    </p:set>
                                    <p:animEffect transition="in" filter="fade">
                                      <p:cBhvr>
                                        <p:cTn id="43" dur="250"/>
                                        <p:tgtEl>
                                          <p:spTgt spid="104"/>
                                        </p:tgtEl>
                                      </p:cBhvr>
                                    </p:animEffect>
                                  </p:childTnLst>
                                </p:cTn>
                              </p:par>
                              <p:par>
                                <p:cTn id="44" presetID="22" presetClass="entr" presetSubtype="8" fill="hold"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left)">
                                      <p:cBhvr>
                                        <p:cTn id="46" dur="250"/>
                                        <p:tgtEl>
                                          <p:spTgt spid="6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00"/>
                                        </p:tgtEl>
                                        <p:attrNameLst>
                                          <p:attrName>style.visibility</p:attrName>
                                        </p:attrNameLst>
                                      </p:cBhvr>
                                      <p:to>
                                        <p:strVal val="visible"/>
                                      </p:to>
                                    </p:set>
                                    <p:animEffect transition="in" filter="fade">
                                      <p:cBhvr>
                                        <p:cTn id="49" dur="250"/>
                                        <p:tgtEl>
                                          <p:spTgt spid="100"/>
                                        </p:tgtEl>
                                      </p:cBhvr>
                                    </p:animEffect>
                                  </p:childTnLst>
                                </p:cTn>
                              </p:par>
                              <p:par>
                                <p:cTn id="50" presetID="22" presetClass="entr" presetSubtype="8" fill="hold" nodeType="withEffect">
                                  <p:stCondLst>
                                    <p:cond delay="0"/>
                                  </p:stCondLst>
                                  <p:childTnLst>
                                    <p:set>
                                      <p:cBhvr>
                                        <p:cTn id="51" dur="1" fill="hold">
                                          <p:stCondLst>
                                            <p:cond delay="0"/>
                                          </p:stCondLst>
                                        </p:cTn>
                                        <p:tgtEl>
                                          <p:spTgt spid="64"/>
                                        </p:tgtEl>
                                        <p:attrNameLst>
                                          <p:attrName>style.visibility</p:attrName>
                                        </p:attrNameLst>
                                      </p:cBhvr>
                                      <p:to>
                                        <p:strVal val="visible"/>
                                      </p:to>
                                    </p:set>
                                    <p:animEffect transition="in" filter="wipe(left)">
                                      <p:cBhvr>
                                        <p:cTn id="52" dur="250"/>
                                        <p:tgtEl>
                                          <p:spTgt spid="6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01"/>
                                        </p:tgtEl>
                                        <p:attrNameLst>
                                          <p:attrName>style.visibility</p:attrName>
                                        </p:attrNameLst>
                                      </p:cBhvr>
                                      <p:to>
                                        <p:strVal val="visible"/>
                                      </p:to>
                                    </p:set>
                                    <p:animEffect transition="in" filter="fade">
                                      <p:cBhvr>
                                        <p:cTn id="55" dur="250"/>
                                        <p:tgtEl>
                                          <p:spTgt spid="101"/>
                                        </p:tgtEl>
                                      </p:cBhvr>
                                    </p:animEffect>
                                  </p:childTnLst>
                                </p:cTn>
                              </p:par>
                              <p:par>
                                <p:cTn id="56" presetID="22" presetClass="entr" presetSubtype="8" fill="hold"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wipe(left)">
                                      <p:cBhvr>
                                        <p:cTn id="58" dur="250"/>
                                        <p:tgtEl>
                                          <p:spTgt spid="6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250"/>
                                        <p:tgtEl>
                                          <p:spTgt spid="102"/>
                                        </p:tgtEl>
                                      </p:cBhvr>
                                    </p:animEffect>
                                  </p:childTnLst>
                                </p:cTn>
                              </p:par>
                            </p:childTnLst>
                          </p:cTn>
                        </p:par>
                        <p:par>
                          <p:cTn id="62" fill="hold">
                            <p:stCondLst>
                              <p:cond delay="1100"/>
                            </p:stCondLst>
                            <p:childTnLst>
                              <p:par>
                                <p:cTn id="63" presetID="10" presetClass="entr" presetSubtype="0" fill="hold" grpId="0" nodeType="after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fade">
                                      <p:cBhvr>
                                        <p:cTn id="65" dur="250"/>
                                        <p:tgtEl>
                                          <p:spTgt spid="27"/>
                                        </p:tgtEl>
                                      </p:cBhvr>
                                    </p:animEffect>
                                  </p:childTnLst>
                                </p:cTn>
                              </p:par>
                            </p:childTnLst>
                          </p:cTn>
                        </p:par>
                        <p:par>
                          <p:cTn id="66" fill="hold">
                            <p:stCondLst>
                              <p:cond delay="1350"/>
                            </p:stCondLst>
                            <p:childTnLst>
                              <p:par>
                                <p:cTn id="67" presetID="22" presetClass="entr" presetSubtype="1" fill="hold" nodeType="afterEffect">
                                  <p:stCondLst>
                                    <p:cond delay="0"/>
                                  </p:stCondLst>
                                  <p:childTnLst>
                                    <p:set>
                                      <p:cBhvr>
                                        <p:cTn id="68" dur="1" fill="hold">
                                          <p:stCondLst>
                                            <p:cond delay="0"/>
                                          </p:stCondLst>
                                        </p:cTn>
                                        <p:tgtEl>
                                          <p:spTgt spid="68"/>
                                        </p:tgtEl>
                                        <p:attrNameLst>
                                          <p:attrName>style.visibility</p:attrName>
                                        </p:attrNameLst>
                                      </p:cBhvr>
                                      <p:to>
                                        <p:strVal val="visible"/>
                                      </p:to>
                                    </p:set>
                                    <p:animEffect transition="in" filter="wipe(up)">
                                      <p:cBhvr>
                                        <p:cTn id="69" dur="250"/>
                                        <p:tgtEl>
                                          <p:spTgt spid="68"/>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05"/>
                                        </p:tgtEl>
                                        <p:attrNameLst>
                                          <p:attrName>style.visibility</p:attrName>
                                        </p:attrNameLst>
                                      </p:cBhvr>
                                      <p:to>
                                        <p:strVal val="visible"/>
                                      </p:to>
                                    </p:set>
                                    <p:animEffect transition="in" filter="fade">
                                      <p:cBhvr>
                                        <p:cTn id="72" dur="250"/>
                                        <p:tgtEl>
                                          <p:spTgt spid="105"/>
                                        </p:tgtEl>
                                      </p:cBhvr>
                                    </p:animEffect>
                                  </p:childTnLst>
                                </p:cTn>
                              </p:par>
                            </p:childTnLst>
                          </p:cTn>
                        </p:par>
                        <p:par>
                          <p:cTn id="73" fill="hold">
                            <p:stCondLst>
                              <p:cond delay="1600"/>
                            </p:stCondLst>
                            <p:childTnLst>
                              <p:par>
                                <p:cTn id="74" presetID="10" presetClass="entr" presetSubtype="0" fill="hold" grpId="0" nodeType="after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250"/>
                                        <p:tgtEl>
                                          <p:spTgt spid="28"/>
                                        </p:tgtEl>
                                      </p:cBhvr>
                                    </p:animEffect>
                                  </p:childTnLst>
                                </p:cTn>
                              </p:par>
                            </p:childTnLst>
                          </p:cTn>
                        </p:par>
                        <p:par>
                          <p:cTn id="77" fill="hold">
                            <p:stCondLst>
                              <p:cond delay="1850"/>
                            </p:stCondLst>
                            <p:childTnLst>
                              <p:par>
                                <p:cTn id="78" presetID="22" presetClass="entr" presetSubtype="1" fill="hold" nodeType="afterEffect">
                                  <p:stCondLst>
                                    <p:cond delay="0"/>
                                  </p:stCondLst>
                                  <p:childTnLst>
                                    <p:set>
                                      <p:cBhvr>
                                        <p:cTn id="79" dur="1" fill="hold">
                                          <p:stCondLst>
                                            <p:cond delay="0"/>
                                          </p:stCondLst>
                                        </p:cTn>
                                        <p:tgtEl>
                                          <p:spTgt spid="70"/>
                                        </p:tgtEl>
                                        <p:attrNameLst>
                                          <p:attrName>style.visibility</p:attrName>
                                        </p:attrNameLst>
                                      </p:cBhvr>
                                      <p:to>
                                        <p:strVal val="visible"/>
                                      </p:to>
                                    </p:set>
                                    <p:animEffect transition="in" filter="wipe(up)">
                                      <p:cBhvr>
                                        <p:cTn id="80" dur="250"/>
                                        <p:tgtEl>
                                          <p:spTgt spid="7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106"/>
                                        </p:tgtEl>
                                        <p:attrNameLst>
                                          <p:attrName>style.visibility</p:attrName>
                                        </p:attrNameLst>
                                      </p:cBhvr>
                                      <p:to>
                                        <p:strVal val="visible"/>
                                      </p:to>
                                    </p:set>
                                    <p:animEffect transition="in" filter="fade">
                                      <p:cBhvr>
                                        <p:cTn id="83" dur="250"/>
                                        <p:tgtEl>
                                          <p:spTgt spid="106"/>
                                        </p:tgtEl>
                                      </p:cBhvr>
                                    </p:animEffect>
                                  </p:childTnLst>
                                </p:cTn>
                              </p:par>
                              <p:par>
                                <p:cTn id="84" presetID="22" presetClass="entr" presetSubtype="1" fill="hold" nodeType="withEffect">
                                  <p:stCondLst>
                                    <p:cond delay="0"/>
                                  </p:stCondLst>
                                  <p:childTnLst>
                                    <p:set>
                                      <p:cBhvr>
                                        <p:cTn id="85" dur="1" fill="hold">
                                          <p:stCondLst>
                                            <p:cond delay="0"/>
                                          </p:stCondLst>
                                        </p:cTn>
                                        <p:tgtEl>
                                          <p:spTgt spid="72"/>
                                        </p:tgtEl>
                                        <p:attrNameLst>
                                          <p:attrName>style.visibility</p:attrName>
                                        </p:attrNameLst>
                                      </p:cBhvr>
                                      <p:to>
                                        <p:strVal val="visible"/>
                                      </p:to>
                                    </p:set>
                                    <p:animEffect transition="in" filter="wipe(up)">
                                      <p:cBhvr>
                                        <p:cTn id="86" dur="250"/>
                                        <p:tgtEl>
                                          <p:spTgt spid="7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107"/>
                                        </p:tgtEl>
                                        <p:attrNameLst>
                                          <p:attrName>style.visibility</p:attrName>
                                        </p:attrNameLst>
                                      </p:cBhvr>
                                      <p:to>
                                        <p:strVal val="visible"/>
                                      </p:to>
                                    </p:set>
                                    <p:animEffect transition="in" filter="fade">
                                      <p:cBhvr>
                                        <p:cTn id="89" dur="250"/>
                                        <p:tgtEl>
                                          <p:spTgt spid="107"/>
                                        </p:tgtEl>
                                      </p:cBhvr>
                                    </p:animEffect>
                                  </p:childTnLst>
                                </p:cTn>
                              </p:par>
                              <p:par>
                                <p:cTn id="90" presetID="22" presetClass="entr" presetSubtype="1" fill="hold" nodeType="withEffect">
                                  <p:stCondLst>
                                    <p:cond delay="0"/>
                                  </p:stCondLst>
                                  <p:childTnLst>
                                    <p:set>
                                      <p:cBhvr>
                                        <p:cTn id="91" dur="1" fill="hold">
                                          <p:stCondLst>
                                            <p:cond delay="0"/>
                                          </p:stCondLst>
                                        </p:cTn>
                                        <p:tgtEl>
                                          <p:spTgt spid="74"/>
                                        </p:tgtEl>
                                        <p:attrNameLst>
                                          <p:attrName>style.visibility</p:attrName>
                                        </p:attrNameLst>
                                      </p:cBhvr>
                                      <p:to>
                                        <p:strVal val="visible"/>
                                      </p:to>
                                    </p:set>
                                    <p:animEffect transition="in" filter="wipe(up)">
                                      <p:cBhvr>
                                        <p:cTn id="92" dur="250"/>
                                        <p:tgtEl>
                                          <p:spTgt spid="7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108"/>
                                        </p:tgtEl>
                                        <p:attrNameLst>
                                          <p:attrName>style.visibility</p:attrName>
                                        </p:attrNameLst>
                                      </p:cBhvr>
                                      <p:to>
                                        <p:strVal val="visible"/>
                                      </p:to>
                                    </p:set>
                                    <p:animEffect transition="in" filter="fade">
                                      <p:cBhvr>
                                        <p:cTn id="95" dur="250"/>
                                        <p:tgtEl>
                                          <p:spTgt spid="108"/>
                                        </p:tgtEl>
                                      </p:cBhvr>
                                    </p:animEffect>
                                  </p:childTnLst>
                                </p:cTn>
                              </p:par>
                            </p:childTnLst>
                          </p:cTn>
                        </p:par>
                        <p:par>
                          <p:cTn id="96" fill="hold">
                            <p:stCondLst>
                              <p:cond delay="21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50"/>
                                        <p:tgtEl>
                                          <p:spTgt spid="31"/>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250"/>
                                        <p:tgtEl>
                                          <p:spTgt spid="29"/>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3"/>
                                        </p:tgtEl>
                                        <p:attrNameLst>
                                          <p:attrName>style.visibility</p:attrName>
                                        </p:attrNameLst>
                                      </p:cBhvr>
                                      <p:to>
                                        <p:strVal val="visible"/>
                                      </p:to>
                                    </p:set>
                                    <p:animEffect transition="in" filter="fade">
                                      <p:cBhvr>
                                        <p:cTn id="105" dur="250"/>
                                        <p:tgtEl>
                                          <p:spTgt spid="33"/>
                                        </p:tgtEl>
                                      </p:cBhvr>
                                    </p:animEffect>
                                  </p:childTnLst>
                                </p:cTn>
                              </p:par>
                            </p:childTnLst>
                          </p:cTn>
                        </p:par>
                        <p:par>
                          <p:cTn id="106" fill="hold">
                            <p:stCondLst>
                              <p:cond delay="2350"/>
                            </p:stCondLst>
                            <p:childTnLst>
                              <p:par>
                                <p:cTn id="107" presetID="10" presetClass="entr" presetSubtype="0" fill="hold" grpId="0" nodeType="after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fade">
                                      <p:cBhvr>
                                        <p:cTn id="109" dur="250"/>
                                        <p:tgtEl>
                                          <p:spTgt spid="34"/>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35"/>
                                        </p:tgtEl>
                                        <p:attrNameLst>
                                          <p:attrName>style.visibility</p:attrName>
                                        </p:attrNameLst>
                                      </p:cBhvr>
                                      <p:to>
                                        <p:strVal val="visible"/>
                                      </p:to>
                                    </p:set>
                                    <p:animEffect transition="in" filter="fade">
                                      <p:cBhvr>
                                        <p:cTn id="112" dur="250"/>
                                        <p:tgtEl>
                                          <p:spTgt spid="35"/>
                                        </p:tgtEl>
                                      </p:cBhvr>
                                    </p:animEffect>
                                  </p:childTnLst>
                                </p:cTn>
                              </p:par>
                            </p:childTnLst>
                          </p:cTn>
                        </p:par>
                        <p:par>
                          <p:cTn id="113" fill="hold">
                            <p:stCondLst>
                              <p:cond delay="2600"/>
                            </p:stCondLst>
                            <p:childTnLst>
                              <p:par>
                                <p:cTn id="114" presetID="22" presetClass="entr" presetSubtype="8" fill="hold" nodeType="afterEffect">
                                  <p:stCondLst>
                                    <p:cond delay="0"/>
                                  </p:stCondLst>
                                  <p:childTnLst>
                                    <p:set>
                                      <p:cBhvr>
                                        <p:cTn id="115" dur="1" fill="hold">
                                          <p:stCondLst>
                                            <p:cond delay="0"/>
                                          </p:stCondLst>
                                        </p:cTn>
                                        <p:tgtEl>
                                          <p:spTgt spid="76"/>
                                        </p:tgtEl>
                                        <p:attrNameLst>
                                          <p:attrName>style.visibility</p:attrName>
                                        </p:attrNameLst>
                                      </p:cBhvr>
                                      <p:to>
                                        <p:strVal val="visible"/>
                                      </p:to>
                                    </p:set>
                                    <p:animEffect transition="in" filter="wipe(left)">
                                      <p:cBhvr>
                                        <p:cTn id="116" dur="250"/>
                                        <p:tgtEl>
                                          <p:spTgt spid="76"/>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109"/>
                                        </p:tgtEl>
                                        <p:attrNameLst>
                                          <p:attrName>style.visibility</p:attrName>
                                        </p:attrNameLst>
                                      </p:cBhvr>
                                      <p:to>
                                        <p:strVal val="visible"/>
                                      </p:to>
                                    </p:set>
                                    <p:animEffect transition="in" filter="fade">
                                      <p:cBhvr>
                                        <p:cTn id="119" dur="250"/>
                                        <p:tgtEl>
                                          <p:spTgt spid="109"/>
                                        </p:tgtEl>
                                      </p:cBhvr>
                                    </p:animEffect>
                                  </p:childTnLst>
                                </p:cTn>
                              </p:par>
                              <p:par>
                                <p:cTn id="120" presetID="22" presetClass="entr" presetSubtype="8" fill="hold" nodeType="withEffect">
                                  <p:stCondLst>
                                    <p:cond delay="0"/>
                                  </p:stCondLst>
                                  <p:childTnLst>
                                    <p:set>
                                      <p:cBhvr>
                                        <p:cTn id="121" dur="1" fill="hold">
                                          <p:stCondLst>
                                            <p:cond delay="0"/>
                                          </p:stCondLst>
                                        </p:cTn>
                                        <p:tgtEl>
                                          <p:spTgt spid="78"/>
                                        </p:tgtEl>
                                        <p:attrNameLst>
                                          <p:attrName>style.visibility</p:attrName>
                                        </p:attrNameLst>
                                      </p:cBhvr>
                                      <p:to>
                                        <p:strVal val="visible"/>
                                      </p:to>
                                    </p:set>
                                    <p:animEffect transition="in" filter="wipe(left)">
                                      <p:cBhvr>
                                        <p:cTn id="122" dur="250"/>
                                        <p:tgtEl>
                                          <p:spTgt spid="78"/>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112"/>
                                        </p:tgtEl>
                                        <p:attrNameLst>
                                          <p:attrName>style.visibility</p:attrName>
                                        </p:attrNameLst>
                                      </p:cBhvr>
                                      <p:to>
                                        <p:strVal val="visible"/>
                                      </p:to>
                                    </p:set>
                                    <p:animEffect transition="in" filter="fade">
                                      <p:cBhvr>
                                        <p:cTn id="125" dur="250"/>
                                        <p:tgtEl>
                                          <p:spTgt spid="112"/>
                                        </p:tgtEl>
                                      </p:cBhvr>
                                    </p:animEffect>
                                  </p:childTnLst>
                                </p:cTn>
                              </p:par>
                            </p:childTnLst>
                          </p:cTn>
                        </p:par>
                        <p:par>
                          <p:cTn id="126" fill="hold">
                            <p:stCondLst>
                              <p:cond delay="2850"/>
                            </p:stCondLst>
                            <p:childTnLst>
                              <p:par>
                                <p:cTn id="127" presetID="10" presetClass="entr" presetSubtype="0" fill="hold" grpId="0" nodeType="afterEffect">
                                  <p:stCondLst>
                                    <p:cond delay="0"/>
                                  </p:stCondLst>
                                  <p:childTnLst>
                                    <p:set>
                                      <p:cBhvr>
                                        <p:cTn id="128" dur="1" fill="hold">
                                          <p:stCondLst>
                                            <p:cond delay="0"/>
                                          </p:stCondLst>
                                        </p:cTn>
                                        <p:tgtEl>
                                          <p:spTgt spid="36"/>
                                        </p:tgtEl>
                                        <p:attrNameLst>
                                          <p:attrName>style.visibility</p:attrName>
                                        </p:attrNameLst>
                                      </p:cBhvr>
                                      <p:to>
                                        <p:strVal val="visible"/>
                                      </p:to>
                                    </p:set>
                                    <p:animEffect transition="in" filter="fade">
                                      <p:cBhvr>
                                        <p:cTn id="129" dur="250"/>
                                        <p:tgtEl>
                                          <p:spTgt spid="36"/>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7"/>
                                        </p:tgtEl>
                                        <p:attrNameLst>
                                          <p:attrName>style.visibility</p:attrName>
                                        </p:attrNameLst>
                                      </p:cBhvr>
                                      <p:to>
                                        <p:strVal val="visible"/>
                                      </p:to>
                                    </p:set>
                                    <p:animEffect transition="in" filter="fade">
                                      <p:cBhvr>
                                        <p:cTn id="132" dur="250"/>
                                        <p:tgtEl>
                                          <p:spTgt spid="37"/>
                                        </p:tgtEl>
                                      </p:cBhvr>
                                    </p:animEffect>
                                  </p:childTnLst>
                                </p:cTn>
                              </p:par>
                            </p:childTnLst>
                          </p:cTn>
                        </p:par>
                        <p:par>
                          <p:cTn id="133" fill="hold">
                            <p:stCondLst>
                              <p:cond delay="3100"/>
                            </p:stCondLst>
                            <p:childTnLst>
                              <p:par>
                                <p:cTn id="134" presetID="22" presetClass="entr" presetSubtype="8" fill="hold" nodeType="afterEffect">
                                  <p:stCondLst>
                                    <p:cond delay="0"/>
                                  </p:stCondLst>
                                  <p:childTnLst>
                                    <p:set>
                                      <p:cBhvr>
                                        <p:cTn id="135" dur="1" fill="hold">
                                          <p:stCondLst>
                                            <p:cond delay="0"/>
                                          </p:stCondLst>
                                        </p:cTn>
                                        <p:tgtEl>
                                          <p:spTgt spid="80"/>
                                        </p:tgtEl>
                                        <p:attrNameLst>
                                          <p:attrName>style.visibility</p:attrName>
                                        </p:attrNameLst>
                                      </p:cBhvr>
                                      <p:to>
                                        <p:strVal val="visible"/>
                                      </p:to>
                                    </p:set>
                                    <p:animEffect transition="in" filter="wipe(left)">
                                      <p:cBhvr>
                                        <p:cTn id="136" dur="250"/>
                                        <p:tgtEl>
                                          <p:spTgt spid="80"/>
                                        </p:tgtEl>
                                      </p:cBhvr>
                                    </p:animEffect>
                                  </p:childTnLst>
                                </p:cTn>
                              </p:par>
                              <p:par>
                                <p:cTn id="137" presetID="22" presetClass="entr" presetSubtype="8" fill="hold" nodeType="withEffect">
                                  <p:stCondLst>
                                    <p:cond delay="0"/>
                                  </p:stCondLst>
                                  <p:childTnLst>
                                    <p:set>
                                      <p:cBhvr>
                                        <p:cTn id="138" dur="1" fill="hold">
                                          <p:stCondLst>
                                            <p:cond delay="0"/>
                                          </p:stCondLst>
                                        </p:cTn>
                                        <p:tgtEl>
                                          <p:spTgt spid="103"/>
                                        </p:tgtEl>
                                        <p:attrNameLst>
                                          <p:attrName>style.visibility</p:attrName>
                                        </p:attrNameLst>
                                      </p:cBhvr>
                                      <p:to>
                                        <p:strVal val="visible"/>
                                      </p:to>
                                    </p:set>
                                    <p:animEffect transition="in" filter="wipe(left)">
                                      <p:cBhvr>
                                        <p:cTn id="139" dur="250"/>
                                        <p:tgtEl>
                                          <p:spTgt spid="103"/>
                                        </p:tgtEl>
                                      </p:cBhvr>
                                    </p:animEffect>
                                  </p:childTnLst>
                                </p:cTn>
                              </p:par>
                              <p:par>
                                <p:cTn id="140" presetID="22" presetClass="entr" presetSubtype="8" fill="hold" nodeType="withEffect">
                                  <p:stCondLst>
                                    <p:cond delay="0"/>
                                  </p:stCondLst>
                                  <p:childTnLst>
                                    <p:set>
                                      <p:cBhvr>
                                        <p:cTn id="141" dur="1" fill="hold">
                                          <p:stCondLst>
                                            <p:cond delay="0"/>
                                          </p:stCondLst>
                                        </p:cTn>
                                        <p:tgtEl>
                                          <p:spTgt spid="114"/>
                                        </p:tgtEl>
                                        <p:attrNameLst>
                                          <p:attrName>style.visibility</p:attrName>
                                        </p:attrNameLst>
                                      </p:cBhvr>
                                      <p:to>
                                        <p:strVal val="visible"/>
                                      </p:to>
                                    </p:set>
                                    <p:animEffect transition="in" filter="wipe(left)">
                                      <p:cBhvr>
                                        <p:cTn id="142" dur="250"/>
                                        <p:tgtEl>
                                          <p:spTgt spid="114"/>
                                        </p:tgtEl>
                                      </p:cBhvr>
                                    </p:animEffect>
                                  </p:childTnLst>
                                </p:cTn>
                              </p:par>
                            </p:childTnLst>
                          </p:cTn>
                        </p:par>
                        <p:par>
                          <p:cTn id="143" fill="hold">
                            <p:stCondLst>
                              <p:cond delay="3350"/>
                            </p:stCondLst>
                            <p:childTnLst>
                              <p:par>
                                <p:cTn id="144" presetID="10" presetClass="entr" presetSubtype="0" fill="hold" nodeType="afterEffect">
                                  <p:stCondLst>
                                    <p:cond delay="0"/>
                                  </p:stCondLst>
                                  <p:childTnLst>
                                    <p:set>
                                      <p:cBhvr>
                                        <p:cTn id="145" dur="1" fill="hold">
                                          <p:stCondLst>
                                            <p:cond delay="0"/>
                                          </p:stCondLst>
                                        </p:cTn>
                                        <p:tgtEl>
                                          <p:spTgt spid="182"/>
                                        </p:tgtEl>
                                        <p:attrNameLst>
                                          <p:attrName>style.visibility</p:attrName>
                                        </p:attrNameLst>
                                      </p:cBhvr>
                                      <p:to>
                                        <p:strVal val="visible"/>
                                      </p:to>
                                    </p:set>
                                    <p:animEffect transition="in" filter="fade">
                                      <p:cBhvr>
                                        <p:cTn id="146" dur="250"/>
                                        <p:tgtEl>
                                          <p:spTgt spid="182"/>
                                        </p:tgtEl>
                                      </p:cBhvr>
                                    </p:animEffect>
                                  </p:childTnLst>
                                </p:cTn>
                              </p:par>
                            </p:childTnLst>
                          </p:cTn>
                        </p:par>
                        <p:par>
                          <p:cTn id="147" fill="hold">
                            <p:stCondLst>
                              <p:cond delay="3600"/>
                            </p:stCondLst>
                            <p:childTnLst>
                              <p:par>
                                <p:cTn id="148" presetID="10" presetClass="entr" presetSubtype="0" fill="hold" grpId="0" nodeType="afterEffect">
                                  <p:stCondLst>
                                    <p:cond delay="0"/>
                                  </p:stCondLst>
                                  <p:childTnLst>
                                    <p:set>
                                      <p:cBhvr>
                                        <p:cTn id="149" dur="1" fill="hold">
                                          <p:stCondLst>
                                            <p:cond delay="0"/>
                                          </p:stCondLst>
                                        </p:cTn>
                                        <p:tgtEl>
                                          <p:spTgt spid="191"/>
                                        </p:tgtEl>
                                        <p:attrNameLst>
                                          <p:attrName>style.visibility</p:attrName>
                                        </p:attrNameLst>
                                      </p:cBhvr>
                                      <p:to>
                                        <p:strVal val="visible"/>
                                      </p:to>
                                    </p:set>
                                    <p:animEffect transition="in" filter="fade">
                                      <p:cBhvr>
                                        <p:cTn id="150" dur="250"/>
                                        <p:tgtEl>
                                          <p:spTgt spid="191"/>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187"/>
                                        </p:tgtEl>
                                        <p:attrNameLst>
                                          <p:attrName>style.visibility</p:attrName>
                                        </p:attrNameLst>
                                      </p:cBhvr>
                                      <p:to>
                                        <p:strVal val="visible"/>
                                      </p:to>
                                    </p:set>
                                    <p:animEffect transition="in" filter="fade">
                                      <p:cBhvr>
                                        <p:cTn id="153" dur="250"/>
                                        <p:tgtEl>
                                          <p:spTgt spid="187"/>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128"/>
                                        </p:tgtEl>
                                        <p:attrNameLst>
                                          <p:attrName>style.visibility</p:attrName>
                                        </p:attrNameLst>
                                      </p:cBhvr>
                                      <p:to>
                                        <p:strVal val="visible"/>
                                      </p:to>
                                    </p:set>
                                    <p:animEffect transition="in" filter="fade">
                                      <p:cBhvr>
                                        <p:cTn id="15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37" grpId="0" animBg="1"/>
      <p:bldP spid="35" grpId="0" animBg="1"/>
      <p:bldP spid="36" grpId="0" animBg="1"/>
      <p:bldP spid="34" grpId="0" animBg="1"/>
      <p:bldP spid="33" grpId="0" animBg="1"/>
      <p:bldP spid="29" grpId="0" animBg="1"/>
      <p:bldP spid="31" grpId="0" animBg="1"/>
      <p:bldP spid="28" grpId="0" animBg="1"/>
      <p:bldP spid="27" grpId="0" animBg="1"/>
      <p:bldP spid="21" grpId="0" animBg="1"/>
      <p:bldP spid="20" grpId="0" animBg="1"/>
      <p:bldP spid="8" grpId="0" animBg="1"/>
      <p:bldP spid="50" grpId="0" animBg="1"/>
      <p:bldP spid="187" grpId="0"/>
      <p:bldP spid="191" grpId="0"/>
      <p:bldP spid="100" grpId="0"/>
      <p:bldP spid="101" grpId="0"/>
      <p:bldP spid="102" grpId="0"/>
      <p:bldP spid="104" grpId="0"/>
      <p:bldP spid="105" grpId="0"/>
      <p:bldP spid="106" grpId="0"/>
      <p:bldP spid="107" grpId="0"/>
      <p:bldP spid="108" grpId="0"/>
      <p:bldP spid="109" grpId="0"/>
      <p:bldP spid="112" grpId="0"/>
      <p:bldP spid="12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46BDE6-3C1E-48DF-F187-AE1A05D6E9FF}"/>
            </a:ext>
          </a:extLst>
        </p:cNvPr>
        <p:cNvGrpSpPr/>
        <p:nvPr/>
      </p:nvGrpSpPr>
      <p:grpSpPr>
        <a:xfrm>
          <a:off x="0" y="0"/>
          <a:ext cx="0" cy="0"/>
          <a:chOff x="0" y="0"/>
          <a:chExt cx="0" cy="0"/>
        </a:xfrm>
      </p:grpSpPr>
      <p:sp>
        <p:nvSpPr>
          <p:cNvPr id="2" name="Freeform 3">
            <a:extLst>
              <a:ext uri="{FF2B5EF4-FFF2-40B4-BE49-F238E27FC236}">
                <a16:creationId xmlns:a16="http://schemas.microsoft.com/office/drawing/2014/main" id="{2129A2BF-AF68-6BA9-AA17-BCA64171DDAB}"/>
              </a:ext>
            </a:extLst>
          </p:cNvPr>
          <p:cNvSpPr/>
          <p:nvPr/>
        </p:nvSpPr>
        <p:spPr>
          <a:xfrm>
            <a:off x="-1444890" y="0"/>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endParaRPr lang="en-AS"/>
          </a:p>
        </p:txBody>
      </p:sp>
      <p:grpSp>
        <p:nvGrpSpPr>
          <p:cNvPr id="3" name="Group 6">
            <a:extLst>
              <a:ext uri="{FF2B5EF4-FFF2-40B4-BE49-F238E27FC236}">
                <a16:creationId xmlns:a16="http://schemas.microsoft.com/office/drawing/2014/main" id="{68DB1DC0-9035-DA81-CFA0-699486B10C67}"/>
              </a:ext>
            </a:extLst>
          </p:cNvPr>
          <p:cNvGrpSpPr/>
          <p:nvPr/>
        </p:nvGrpSpPr>
        <p:grpSpPr>
          <a:xfrm>
            <a:off x="-4854386" y="6358177"/>
            <a:ext cx="8305800" cy="2853460"/>
            <a:chOff x="0" y="0"/>
            <a:chExt cx="3151501" cy="1106083"/>
          </a:xfrm>
        </p:grpSpPr>
        <p:sp>
          <p:nvSpPr>
            <p:cNvPr id="4" name="Freeform 7">
              <a:extLst>
                <a:ext uri="{FF2B5EF4-FFF2-40B4-BE49-F238E27FC236}">
                  <a16:creationId xmlns:a16="http://schemas.microsoft.com/office/drawing/2014/main" id="{243046D1-21F2-E9A8-9C0A-889DE82271D6}"/>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7C0BCF8B-2868-A42C-9DEF-AF148436B275}"/>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sp>
        <p:nvSpPr>
          <p:cNvPr id="9" name="Freeform 20">
            <a:extLst>
              <a:ext uri="{FF2B5EF4-FFF2-40B4-BE49-F238E27FC236}">
                <a16:creationId xmlns:a16="http://schemas.microsoft.com/office/drawing/2014/main" id="{0DFE5740-31AD-6406-FB45-4E3D50CD533D}"/>
              </a:ext>
            </a:extLst>
          </p:cNvPr>
          <p:cNvSpPr/>
          <p:nvPr/>
        </p:nvSpPr>
        <p:spPr>
          <a:xfrm>
            <a:off x="9832024" y="6116433"/>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3"/>
                </a:ext>
              </a:extLst>
            </a:blip>
            <a:stretch>
              <a:fillRect t="-127827" r="-47370"/>
            </a:stretch>
          </a:blipFill>
        </p:spPr>
        <p:txBody>
          <a:bodyPr/>
          <a:lstStyle/>
          <a:p>
            <a:endParaRPr lang="en-AS"/>
          </a:p>
        </p:txBody>
      </p:sp>
      <p:sp>
        <p:nvSpPr>
          <p:cNvPr id="10" name="Gradient_Rigth">
            <a:extLst>
              <a:ext uri="{FF2B5EF4-FFF2-40B4-BE49-F238E27FC236}">
                <a16:creationId xmlns:a16="http://schemas.microsoft.com/office/drawing/2014/main" id="{796CAFE0-9601-EBA7-470B-0F2C0D6BA61C}"/>
              </a:ext>
            </a:extLst>
          </p:cNvPr>
          <p:cNvSpPr/>
          <p:nvPr/>
        </p:nvSpPr>
        <p:spPr>
          <a:xfrm>
            <a:off x="9042400" y="0"/>
            <a:ext cx="3643085" cy="6858000"/>
          </a:xfrm>
          <a:prstGeom prst="rect">
            <a:avLst/>
          </a:prstGeom>
          <a:gradFill flip="none" rotWithShape="1">
            <a:gsLst>
              <a:gs pos="0">
                <a:schemeClr val="accent1">
                  <a:lumMod val="5000"/>
                  <a:lumOff val="95000"/>
                  <a:alpha val="0"/>
                </a:schemeClr>
              </a:gs>
              <a:gs pos="90000">
                <a:schemeClr val="bg2">
                  <a:lumMod val="2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 name="TextBox">
            <a:extLst>
              <a:ext uri="{FF2B5EF4-FFF2-40B4-BE49-F238E27FC236}">
                <a16:creationId xmlns:a16="http://schemas.microsoft.com/office/drawing/2014/main" id="{C3535114-90AE-DC41-6C19-5EC582D3ACF8}"/>
              </a:ext>
            </a:extLst>
          </p:cNvPr>
          <p:cNvSpPr txBox="1"/>
          <p:nvPr/>
        </p:nvSpPr>
        <p:spPr>
          <a:xfrm>
            <a:off x="1444890" y="1203153"/>
            <a:ext cx="8765910" cy="4524315"/>
          </a:xfrm>
          <a:prstGeom prst="rect">
            <a:avLst/>
          </a:prstGeom>
          <a:noFill/>
        </p:spPr>
        <p:txBody>
          <a:bodyPr wrap="square" rtlCol="0">
            <a:spAutoFit/>
          </a:bodyPr>
          <a:lstStyle/>
          <a:p>
            <a:r>
              <a:rPr lang="en-US" sz="2400" dirty="0">
                <a:latin typeface="Times New Roman" panose="02020603050405020304" pitchFamily="18" charset="0"/>
                <a:cs typeface="Times New Roman" panose="02020603050405020304" pitchFamily="18" charset="0"/>
              </a:rPr>
              <a:t>	The block diagram represents the end-to-end processing pipeline used in video compression. </a:t>
            </a:r>
          </a:p>
          <a:p>
            <a:endParaRPr lang="en-US" sz="2400" dirty="0">
              <a:latin typeface="Times New Roman" panose="02020603050405020304" pitchFamily="18" charset="0"/>
              <a:cs typeface="Times New Roman" panose="02020603050405020304" pitchFamily="18" charset="0"/>
            </a:endParaRPr>
          </a:p>
          <a:p>
            <a:r>
              <a:rPr lang="en-US" sz="2400" dirty="0">
                <a:latin typeface="Times New Roman" panose="02020603050405020304" pitchFamily="18" charset="0"/>
                <a:cs typeface="Times New Roman" panose="02020603050405020304" pitchFamily="18" charset="0"/>
              </a:rPr>
              <a:t>It consists of five interconnected stages: Motion Estimation, Motion Compensation, Residual Generation, Residual Coding, and Reconstruction. Each stage transforms the input frames step-by-step to produce a compressed video representation. </a:t>
            </a:r>
          </a:p>
          <a:p>
            <a:endParaRPr lang="en-US" sz="2400" dirty="0">
              <a:latin typeface="Times New Roman" panose="02020603050405020304" pitchFamily="18" charset="0"/>
              <a:cs typeface="Times New Roman" panose="02020603050405020304" pitchFamily="18" charset="0"/>
            </a:endParaRPr>
          </a:p>
          <a:p>
            <a:r>
              <a:rPr lang="en-US" sz="2400" dirty="0">
                <a:latin typeface="Times New Roman" panose="02020603050405020304" pitchFamily="18" charset="0"/>
                <a:cs typeface="Times New Roman" panose="02020603050405020304" pitchFamily="18" charset="0"/>
              </a:rPr>
              <a:t>The output of one stage becomes the input to the next, allowing the system to progressively refine motion information, reduce redundancy, and reconstruct the final video frames with minimal distortion.</a:t>
            </a:r>
          </a:p>
        </p:txBody>
      </p:sp>
      <p:sp>
        <p:nvSpPr>
          <p:cNvPr id="6" name="Title">
            <a:extLst>
              <a:ext uri="{FF2B5EF4-FFF2-40B4-BE49-F238E27FC236}">
                <a16:creationId xmlns:a16="http://schemas.microsoft.com/office/drawing/2014/main" id="{B9B78342-7B61-FA06-3900-EE6AA3434B4C}"/>
              </a:ext>
            </a:extLst>
          </p:cNvPr>
          <p:cNvSpPr txBox="1"/>
          <p:nvPr/>
        </p:nvSpPr>
        <p:spPr>
          <a:xfrm>
            <a:off x="1444890" y="203200"/>
            <a:ext cx="2661920" cy="584775"/>
          </a:xfrm>
          <a:prstGeom prst="rect">
            <a:avLst/>
          </a:prstGeom>
          <a:noFill/>
        </p:spPr>
        <p:txBody>
          <a:bodyPr wrap="square" rtlCol="0">
            <a:spAutoFit/>
          </a:bodyPr>
          <a:lstStyle/>
          <a:p>
            <a:pPr algn="ctr"/>
            <a:r>
              <a:rPr lang="en-US" sz="3200" dirty="0">
                <a:latin typeface="Times New Roman" panose="02020603050405020304" pitchFamily="18" charset="0"/>
                <a:cs typeface="Times New Roman" panose="02020603050405020304" pitchFamily="18" charset="0"/>
              </a:rPr>
              <a:t>Block diagram</a:t>
            </a:r>
          </a:p>
        </p:txBody>
      </p:sp>
      <p:grpSp>
        <p:nvGrpSpPr>
          <p:cNvPr id="8" name="!!Film_Tabe_1">
            <a:extLst>
              <a:ext uri="{FF2B5EF4-FFF2-40B4-BE49-F238E27FC236}">
                <a16:creationId xmlns:a16="http://schemas.microsoft.com/office/drawing/2014/main" id="{47011E07-C6D4-07DB-0399-586CAE4457FB}"/>
              </a:ext>
            </a:extLst>
          </p:cNvPr>
          <p:cNvGrpSpPr/>
          <p:nvPr/>
        </p:nvGrpSpPr>
        <p:grpSpPr>
          <a:xfrm rot="13946350">
            <a:off x="-9667481" y="6403009"/>
            <a:ext cx="21467809" cy="1961092"/>
            <a:chOff x="-5996785" y="2448454"/>
            <a:chExt cx="21467809" cy="1961092"/>
          </a:xfrm>
          <a:effectLst>
            <a:outerShdw blurRad="12700" dist="50800" dir="2700000" algn="tl" rotWithShape="0">
              <a:schemeClr val="tx1">
                <a:alpha val="40000"/>
              </a:schemeClr>
            </a:outerShdw>
          </a:effectLst>
        </p:grpSpPr>
        <p:grpSp>
          <p:nvGrpSpPr>
            <p:cNvPr id="11" name="Group 10">
              <a:extLst>
                <a:ext uri="{FF2B5EF4-FFF2-40B4-BE49-F238E27FC236}">
                  <a16:creationId xmlns:a16="http://schemas.microsoft.com/office/drawing/2014/main" id="{CB3EF20D-C06F-391F-9A2D-FC31BD918D74}"/>
                </a:ext>
              </a:extLst>
            </p:cNvPr>
            <p:cNvGrpSpPr/>
            <p:nvPr/>
          </p:nvGrpSpPr>
          <p:grpSpPr>
            <a:xfrm>
              <a:off x="7372077" y="2448455"/>
              <a:ext cx="2738174" cy="1961091"/>
              <a:chOff x="4726913" y="2438401"/>
              <a:chExt cx="2738174" cy="1961091"/>
            </a:xfrm>
          </p:grpSpPr>
          <p:sp>
            <p:nvSpPr>
              <p:cNvPr id="40" name="Graphic 2" descr="Film strip outline">
                <a:extLst>
                  <a:ext uri="{FF2B5EF4-FFF2-40B4-BE49-F238E27FC236}">
                    <a16:creationId xmlns:a16="http://schemas.microsoft.com/office/drawing/2014/main" id="{27669A5D-5468-6C9E-AD03-C691561BF59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7B75CBD0-3E87-6EF3-131C-4FBA1C78127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11764302-798F-B088-FC0C-919FEB9D3FC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 name="Group 11">
              <a:extLst>
                <a:ext uri="{FF2B5EF4-FFF2-40B4-BE49-F238E27FC236}">
                  <a16:creationId xmlns:a16="http://schemas.microsoft.com/office/drawing/2014/main" id="{1DF446D4-6CDA-017C-E584-7C2A5AF96116}"/>
                </a:ext>
              </a:extLst>
            </p:cNvPr>
            <p:cNvGrpSpPr/>
            <p:nvPr/>
          </p:nvGrpSpPr>
          <p:grpSpPr>
            <a:xfrm>
              <a:off x="4702657" y="2448455"/>
              <a:ext cx="2738174" cy="1961091"/>
              <a:chOff x="4726913" y="2438401"/>
              <a:chExt cx="2738174" cy="1961091"/>
            </a:xfrm>
          </p:grpSpPr>
          <p:sp>
            <p:nvSpPr>
              <p:cNvPr id="37" name="Graphic 2" descr="Film strip outline">
                <a:extLst>
                  <a:ext uri="{FF2B5EF4-FFF2-40B4-BE49-F238E27FC236}">
                    <a16:creationId xmlns:a16="http://schemas.microsoft.com/office/drawing/2014/main" id="{8A6F8CF5-29F3-C6B2-E468-E246FDE2508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98A7DB85-C7BF-9A26-D9BB-95906B79850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F0276F02-4165-B8BF-559D-FBD50C4BE2D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B0CA482A-4A9E-CF41-C4B2-8ED7C4730EFC}"/>
                </a:ext>
              </a:extLst>
            </p:cNvPr>
            <p:cNvGrpSpPr/>
            <p:nvPr/>
          </p:nvGrpSpPr>
          <p:grpSpPr>
            <a:xfrm>
              <a:off x="12732850" y="2448455"/>
              <a:ext cx="2738174" cy="1961091"/>
              <a:chOff x="4726913" y="2438401"/>
              <a:chExt cx="2738174" cy="1961091"/>
            </a:xfrm>
          </p:grpSpPr>
          <p:sp>
            <p:nvSpPr>
              <p:cNvPr id="34" name="Graphic 2" descr="Film strip outline">
                <a:extLst>
                  <a:ext uri="{FF2B5EF4-FFF2-40B4-BE49-F238E27FC236}">
                    <a16:creationId xmlns:a16="http://schemas.microsoft.com/office/drawing/2014/main" id="{16ECA735-CF54-1C96-951C-056916923E5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037E4013-28BE-4D1E-DCBA-5B0BED7FD35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00313D90-C434-18CC-7C1E-B3E3AC6B1A2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E049ACF1-D965-2FF7-38FF-7656DD9EE542}"/>
                </a:ext>
              </a:extLst>
            </p:cNvPr>
            <p:cNvGrpSpPr/>
            <p:nvPr/>
          </p:nvGrpSpPr>
          <p:grpSpPr>
            <a:xfrm>
              <a:off x="10063430" y="2448455"/>
              <a:ext cx="2738174" cy="1961091"/>
              <a:chOff x="4726913" y="2438401"/>
              <a:chExt cx="2738174" cy="1961091"/>
            </a:xfrm>
          </p:grpSpPr>
          <p:sp>
            <p:nvSpPr>
              <p:cNvPr id="31" name="Graphic 2" descr="Film strip outline">
                <a:extLst>
                  <a:ext uri="{FF2B5EF4-FFF2-40B4-BE49-F238E27FC236}">
                    <a16:creationId xmlns:a16="http://schemas.microsoft.com/office/drawing/2014/main" id="{F57C2A18-CFBB-4F27-CEC8-D2B9C34B0CA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9F3F9320-077A-3613-71AC-9A70B932A69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07377B9B-F48A-134B-3CFA-EDB5E4FD67F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5E6ACC9D-D86A-E0A7-B7AF-4B1D21A6B07D}"/>
                </a:ext>
              </a:extLst>
            </p:cNvPr>
            <p:cNvGrpSpPr/>
            <p:nvPr/>
          </p:nvGrpSpPr>
          <p:grpSpPr>
            <a:xfrm>
              <a:off x="-3327365" y="2448454"/>
              <a:ext cx="2738174" cy="1961091"/>
              <a:chOff x="4726913" y="2438401"/>
              <a:chExt cx="2738174" cy="1961091"/>
            </a:xfrm>
          </p:grpSpPr>
          <p:sp>
            <p:nvSpPr>
              <p:cNvPr id="28" name="Graphic 2" descr="Film strip outline">
                <a:extLst>
                  <a:ext uri="{FF2B5EF4-FFF2-40B4-BE49-F238E27FC236}">
                    <a16:creationId xmlns:a16="http://schemas.microsoft.com/office/drawing/2014/main" id="{CAC09124-7E04-1A0F-B976-FCE8A450EF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9" name="Straight Connector 28">
                <a:extLst>
                  <a:ext uri="{FF2B5EF4-FFF2-40B4-BE49-F238E27FC236}">
                    <a16:creationId xmlns:a16="http://schemas.microsoft.com/office/drawing/2014/main" id="{5B63507D-D749-8385-32EF-4373FF8DF6D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4E540BC2-E5F5-7F37-ECD8-54F7D2E7D61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7A4F6FB8-8F0C-BAB2-939A-0956CD38FB9B}"/>
                </a:ext>
              </a:extLst>
            </p:cNvPr>
            <p:cNvGrpSpPr/>
            <p:nvPr/>
          </p:nvGrpSpPr>
          <p:grpSpPr>
            <a:xfrm>
              <a:off x="-5996785"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D392E444-2045-2457-A570-321BBF8C02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6" name="Straight Connector 25">
                <a:extLst>
                  <a:ext uri="{FF2B5EF4-FFF2-40B4-BE49-F238E27FC236}">
                    <a16:creationId xmlns:a16="http://schemas.microsoft.com/office/drawing/2014/main" id="{687B1436-C7B6-1707-8691-1434C13FCB0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82A5D58B-BD67-0D84-20B6-765F9CE1B0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45D9DBAF-0F72-43C0-9166-A34C2061EB63}"/>
                </a:ext>
              </a:extLst>
            </p:cNvPr>
            <p:cNvGrpSpPr/>
            <p:nvPr/>
          </p:nvGrpSpPr>
          <p:grpSpPr>
            <a:xfrm>
              <a:off x="2033408" y="2448454"/>
              <a:ext cx="2738174" cy="1961091"/>
              <a:chOff x="4726913" y="2438401"/>
              <a:chExt cx="2738174" cy="1961091"/>
            </a:xfrm>
          </p:grpSpPr>
          <p:sp>
            <p:nvSpPr>
              <p:cNvPr id="22" name="Graphic 2" descr="Film strip outline">
                <a:extLst>
                  <a:ext uri="{FF2B5EF4-FFF2-40B4-BE49-F238E27FC236}">
                    <a16:creationId xmlns:a16="http://schemas.microsoft.com/office/drawing/2014/main" id="{84F3CCD9-5C65-0F7A-520E-B5C69C7EE5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3" name="Straight Connector 22">
                <a:extLst>
                  <a:ext uri="{FF2B5EF4-FFF2-40B4-BE49-F238E27FC236}">
                    <a16:creationId xmlns:a16="http://schemas.microsoft.com/office/drawing/2014/main" id="{EE7B9AAC-34A4-2F59-3464-3F43B4031B5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4" name="TextBox 23">
                <a:extLst>
                  <a:ext uri="{FF2B5EF4-FFF2-40B4-BE49-F238E27FC236}">
                    <a16:creationId xmlns:a16="http://schemas.microsoft.com/office/drawing/2014/main" id="{8AD52F28-4384-44B2-4425-54ED26F1BB2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 name="Group 17">
              <a:extLst>
                <a:ext uri="{FF2B5EF4-FFF2-40B4-BE49-F238E27FC236}">
                  <a16:creationId xmlns:a16="http://schemas.microsoft.com/office/drawing/2014/main" id="{C36BCBBD-C022-6398-C1E5-DBCD4A2591B4}"/>
                </a:ext>
              </a:extLst>
            </p:cNvPr>
            <p:cNvGrpSpPr/>
            <p:nvPr/>
          </p:nvGrpSpPr>
          <p:grpSpPr>
            <a:xfrm>
              <a:off x="-636012" y="2448454"/>
              <a:ext cx="2738174" cy="1961091"/>
              <a:chOff x="4726913" y="2438401"/>
              <a:chExt cx="2738174" cy="1961091"/>
            </a:xfrm>
          </p:grpSpPr>
          <p:sp>
            <p:nvSpPr>
              <p:cNvPr id="19" name="Graphic 2" descr="Film strip outline">
                <a:extLst>
                  <a:ext uri="{FF2B5EF4-FFF2-40B4-BE49-F238E27FC236}">
                    <a16:creationId xmlns:a16="http://schemas.microsoft.com/office/drawing/2014/main" id="{B6673FEB-F20F-CE09-E109-A31C25FCAE8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 name="Straight Connector 19">
                <a:extLst>
                  <a:ext uri="{FF2B5EF4-FFF2-40B4-BE49-F238E27FC236}">
                    <a16:creationId xmlns:a16="http://schemas.microsoft.com/office/drawing/2014/main" id="{AE6BAB79-1D5C-5259-DBB7-41741E110D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 name="TextBox 20">
                <a:extLst>
                  <a:ext uri="{FF2B5EF4-FFF2-40B4-BE49-F238E27FC236}">
                    <a16:creationId xmlns:a16="http://schemas.microsoft.com/office/drawing/2014/main" id="{E8DDE7DB-7B06-1AD6-0667-0D53DECE4D0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3" name="!!Film_Tabe_2">
            <a:extLst>
              <a:ext uri="{FF2B5EF4-FFF2-40B4-BE49-F238E27FC236}">
                <a16:creationId xmlns:a16="http://schemas.microsoft.com/office/drawing/2014/main" id="{B97D5FB9-B611-A63C-F557-129D8E0C25C5}"/>
              </a:ext>
            </a:extLst>
          </p:cNvPr>
          <p:cNvGrpSpPr/>
          <p:nvPr/>
        </p:nvGrpSpPr>
        <p:grpSpPr>
          <a:xfrm rot="13921541">
            <a:off x="755094" y="-1633807"/>
            <a:ext cx="21467809" cy="1961092"/>
            <a:chOff x="-5996785" y="2448454"/>
            <a:chExt cx="21467809" cy="1961092"/>
          </a:xfrm>
          <a:effectLst>
            <a:outerShdw blurRad="12700" dist="50800" dir="2700000" algn="tl" rotWithShape="0">
              <a:prstClr val="black">
                <a:alpha val="40000"/>
              </a:prstClr>
            </a:outerShdw>
          </a:effectLst>
        </p:grpSpPr>
        <p:grpSp>
          <p:nvGrpSpPr>
            <p:cNvPr id="44" name="Group 43">
              <a:extLst>
                <a:ext uri="{FF2B5EF4-FFF2-40B4-BE49-F238E27FC236}">
                  <a16:creationId xmlns:a16="http://schemas.microsoft.com/office/drawing/2014/main" id="{0EFA2F89-EBB6-EDCA-F3CB-C1191459B011}"/>
                </a:ext>
              </a:extLst>
            </p:cNvPr>
            <p:cNvGrpSpPr/>
            <p:nvPr/>
          </p:nvGrpSpPr>
          <p:grpSpPr>
            <a:xfrm>
              <a:off x="7372077" y="2448455"/>
              <a:ext cx="2738174" cy="1961091"/>
              <a:chOff x="4726913" y="2438401"/>
              <a:chExt cx="2738174" cy="1961091"/>
            </a:xfrm>
          </p:grpSpPr>
          <p:sp>
            <p:nvSpPr>
              <p:cNvPr id="73" name="Graphic 2" descr="Film strip outline">
                <a:extLst>
                  <a:ext uri="{FF2B5EF4-FFF2-40B4-BE49-F238E27FC236}">
                    <a16:creationId xmlns:a16="http://schemas.microsoft.com/office/drawing/2014/main" id="{A73F16F5-3606-E815-BF57-406D2A23196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57778906-3D86-7224-7FE2-A9533C1D7DE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54B25B76-295D-E57C-76F4-A6B540DA3B7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5" name="Group 44">
              <a:extLst>
                <a:ext uri="{FF2B5EF4-FFF2-40B4-BE49-F238E27FC236}">
                  <a16:creationId xmlns:a16="http://schemas.microsoft.com/office/drawing/2014/main" id="{71B75BE7-6739-8094-433C-EEB6A45600BE}"/>
                </a:ext>
              </a:extLst>
            </p:cNvPr>
            <p:cNvGrpSpPr/>
            <p:nvPr/>
          </p:nvGrpSpPr>
          <p:grpSpPr>
            <a:xfrm>
              <a:off x="4702657" y="2448455"/>
              <a:ext cx="2738174" cy="1961091"/>
              <a:chOff x="4726913" y="2438401"/>
              <a:chExt cx="2738174" cy="1961091"/>
            </a:xfrm>
          </p:grpSpPr>
          <p:sp>
            <p:nvSpPr>
              <p:cNvPr id="70" name="Graphic 2" descr="Film strip outline">
                <a:extLst>
                  <a:ext uri="{FF2B5EF4-FFF2-40B4-BE49-F238E27FC236}">
                    <a16:creationId xmlns:a16="http://schemas.microsoft.com/office/drawing/2014/main" id="{DDA55E96-1CD1-9FA6-0A63-86D5D7DE4F2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14D69990-AB33-CB20-D89D-36C5CE31894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1B68A2B3-7E4B-9172-6792-0F2402AAD6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6" name="Group 45">
              <a:extLst>
                <a:ext uri="{FF2B5EF4-FFF2-40B4-BE49-F238E27FC236}">
                  <a16:creationId xmlns:a16="http://schemas.microsoft.com/office/drawing/2014/main" id="{78903FE6-3372-90A6-C357-B147FE8A4DD0}"/>
                </a:ext>
              </a:extLst>
            </p:cNvPr>
            <p:cNvGrpSpPr/>
            <p:nvPr/>
          </p:nvGrpSpPr>
          <p:grpSpPr>
            <a:xfrm>
              <a:off x="12732850" y="2448455"/>
              <a:ext cx="2738174" cy="1961091"/>
              <a:chOff x="4726913" y="2438401"/>
              <a:chExt cx="2738174" cy="1961091"/>
            </a:xfrm>
          </p:grpSpPr>
          <p:sp>
            <p:nvSpPr>
              <p:cNvPr id="67" name="Graphic 2" descr="Film strip outline">
                <a:extLst>
                  <a:ext uri="{FF2B5EF4-FFF2-40B4-BE49-F238E27FC236}">
                    <a16:creationId xmlns:a16="http://schemas.microsoft.com/office/drawing/2014/main" id="{28DC8A04-B6F2-29DC-1105-66AE95DB8FB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B4094F3B-1CA7-FACF-DEC6-70646B9050E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97F46D6B-EDB2-0A89-CE26-5A861E2E85B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 name="Group 46">
              <a:extLst>
                <a:ext uri="{FF2B5EF4-FFF2-40B4-BE49-F238E27FC236}">
                  <a16:creationId xmlns:a16="http://schemas.microsoft.com/office/drawing/2014/main" id="{96794DBE-E834-8CDC-F1C3-5D24DCD656B8}"/>
                </a:ext>
              </a:extLst>
            </p:cNvPr>
            <p:cNvGrpSpPr/>
            <p:nvPr/>
          </p:nvGrpSpPr>
          <p:grpSpPr>
            <a:xfrm>
              <a:off x="10063430" y="2448455"/>
              <a:ext cx="2738174" cy="1961091"/>
              <a:chOff x="4726913" y="2438401"/>
              <a:chExt cx="2738174" cy="1961091"/>
            </a:xfrm>
          </p:grpSpPr>
          <p:sp>
            <p:nvSpPr>
              <p:cNvPr id="64" name="Graphic 2" descr="Film strip outline">
                <a:extLst>
                  <a:ext uri="{FF2B5EF4-FFF2-40B4-BE49-F238E27FC236}">
                    <a16:creationId xmlns:a16="http://schemas.microsoft.com/office/drawing/2014/main" id="{3B379904-DAD7-6948-F2C3-5AE685EE786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5" name="Straight Connector 64">
                <a:extLst>
                  <a:ext uri="{FF2B5EF4-FFF2-40B4-BE49-F238E27FC236}">
                    <a16:creationId xmlns:a16="http://schemas.microsoft.com/office/drawing/2014/main" id="{D8DCB26C-DD74-81EA-3A11-8C2B18CDA61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6FE02AB1-8E55-1BDF-8871-B5E7F9B441D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D11ACF2C-84E9-6E5F-9081-762D506BF8B2}"/>
                </a:ext>
              </a:extLst>
            </p:cNvPr>
            <p:cNvGrpSpPr/>
            <p:nvPr/>
          </p:nvGrpSpPr>
          <p:grpSpPr>
            <a:xfrm>
              <a:off x="-3327365" y="2448454"/>
              <a:ext cx="2738174" cy="1961091"/>
              <a:chOff x="4726913" y="2438401"/>
              <a:chExt cx="2738174" cy="1961091"/>
            </a:xfrm>
          </p:grpSpPr>
          <p:sp>
            <p:nvSpPr>
              <p:cNvPr id="61" name="Graphic 2" descr="Film strip outline">
                <a:extLst>
                  <a:ext uri="{FF2B5EF4-FFF2-40B4-BE49-F238E27FC236}">
                    <a16:creationId xmlns:a16="http://schemas.microsoft.com/office/drawing/2014/main" id="{DD75B38A-E0C9-D65E-9C96-50B818533AB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2" name="Straight Connector 61">
                <a:extLst>
                  <a:ext uri="{FF2B5EF4-FFF2-40B4-BE49-F238E27FC236}">
                    <a16:creationId xmlns:a16="http://schemas.microsoft.com/office/drawing/2014/main" id="{48A25637-FBAA-D604-7FA2-82A5E856EB0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3" name="TextBox 62">
                <a:extLst>
                  <a:ext uri="{FF2B5EF4-FFF2-40B4-BE49-F238E27FC236}">
                    <a16:creationId xmlns:a16="http://schemas.microsoft.com/office/drawing/2014/main" id="{B146BF3D-2BF1-6352-BD4F-04C2082B3E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9" name="Group 48">
              <a:extLst>
                <a:ext uri="{FF2B5EF4-FFF2-40B4-BE49-F238E27FC236}">
                  <a16:creationId xmlns:a16="http://schemas.microsoft.com/office/drawing/2014/main" id="{B3CD9BB2-0357-7932-7FE5-7FFF1A49939F}"/>
                </a:ext>
              </a:extLst>
            </p:cNvPr>
            <p:cNvGrpSpPr/>
            <p:nvPr/>
          </p:nvGrpSpPr>
          <p:grpSpPr>
            <a:xfrm>
              <a:off x="-5996785" y="2448454"/>
              <a:ext cx="2738174" cy="1961091"/>
              <a:chOff x="4726913" y="2438401"/>
              <a:chExt cx="2738174" cy="1961091"/>
            </a:xfrm>
          </p:grpSpPr>
          <p:sp>
            <p:nvSpPr>
              <p:cNvPr id="58" name="Graphic 2" descr="Film strip outline">
                <a:extLst>
                  <a:ext uri="{FF2B5EF4-FFF2-40B4-BE49-F238E27FC236}">
                    <a16:creationId xmlns:a16="http://schemas.microsoft.com/office/drawing/2014/main" id="{81291B10-4813-C618-3D94-D1A9694D80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9" name="Straight Connector 58">
                <a:extLst>
                  <a:ext uri="{FF2B5EF4-FFF2-40B4-BE49-F238E27FC236}">
                    <a16:creationId xmlns:a16="http://schemas.microsoft.com/office/drawing/2014/main" id="{AD6F208F-5E57-F7A3-3600-3B850CB15E9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0" name="TextBox 59">
                <a:extLst>
                  <a:ext uri="{FF2B5EF4-FFF2-40B4-BE49-F238E27FC236}">
                    <a16:creationId xmlns:a16="http://schemas.microsoft.com/office/drawing/2014/main" id="{C48D4EC7-0AF9-EEA1-6F86-0DA3C65D2E5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1521334B-61C2-097D-33B5-8EDBB47147AD}"/>
                </a:ext>
              </a:extLst>
            </p:cNvPr>
            <p:cNvGrpSpPr/>
            <p:nvPr/>
          </p:nvGrpSpPr>
          <p:grpSpPr>
            <a:xfrm>
              <a:off x="2033408" y="2448454"/>
              <a:ext cx="2738174" cy="1961091"/>
              <a:chOff x="4726913" y="2438401"/>
              <a:chExt cx="2738174" cy="1961091"/>
            </a:xfrm>
          </p:grpSpPr>
          <p:sp>
            <p:nvSpPr>
              <p:cNvPr id="55" name="Graphic 2" descr="Film strip outline">
                <a:extLst>
                  <a:ext uri="{FF2B5EF4-FFF2-40B4-BE49-F238E27FC236}">
                    <a16:creationId xmlns:a16="http://schemas.microsoft.com/office/drawing/2014/main" id="{4A4AAF3A-CE4C-99AD-7F4D-EFEFFADFCD3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C89FA0E1-77C3-7D09-BF70-AB382ABFCA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FDBD35B8-581B-0EDF-AED6-B20E6F5D6FC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1" name="Group 50">
              <a:extLst>
                <a:ext uri="{FF2B5EF4-FFF2-40B4-BE49-F238E27FC236}">
                  <a16:creationId xmlns:a16="http://schemas.microsoft.com/office/drawing/2014/main" id="{6056DEEE-A55A-986F-063C-611EA981E2BD}"/>
                </a:ext>
              </a:extLst>
            </p:cNvPr>
            <p:cNvGrpSpPr/>
            <p:nvPr/>
          </p:nvGrpSpPr>
          <p:grpSpPr>
            <a:xfrm>
              <a:off x="-636012" y="2448454"/>
              <a:ext cx="2738174" cy="1961091"/>
              <a:chOff x="4726913" y="2438401"/>
              <a:chExt cx="2738174" cy="1961091"/>
            </a:xfrm>
          </p:grpSpPr>
          <p:sp>
            <p:nvSpPr>
              <p:cNvPr id="52" name="Graphic 2" descr="Film strip outline">
                <a:extLst>
                  <a:ext uri="{FF2B5EF4-FFF2-40B4-BE49-F238E27FC236}">
                    <a16:creationId xmlns:a16="http://schemas.microsoft.com/office/drawing/2014/main" id="{AB183417-C815-4FBE-1176-AE5B8EAEE6B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CB019783-9BD4-D1D7-4914-21036696D76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6D7140B3-1645-46DE-BB85-DAD2A16F2E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9171738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animEffect transition="in" filter="fade">
                                      <p:cBhvr>
                                        <p:cTn id="11" dur="500"/>
                                        <p:tgtEl>
                                          <p:spTgt spid="7">
                                            <p:txEl>
                                              <p:pRg st="2" end="2"/>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fade">
                                      <p:cBhvr>
                                        <p:cTn id="15" dur="500"/>
                                        <p:tgtEl>
                                          <p:spTgt spid="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EF9B88-96C8-CF3D-9250-65D928E179FA}"/>
            </a:ext>
          </a:extLst>
        </p:cNvPr>
        <p:cNvGrpSpPr/>
        <p:nvPr/>
      </p:nvGrpSpPr>
      <p:grpSpPr>
        <a:xfrm>
          <a:off x="0" y="0"/>
          <a:ext cx="0" cy="0"/>
          <a:chOff x="0" y="0"/>
          <a:chExt cx="0" cy="0"/>
        </a:xfrm>
      </p:grpSpPr>
      <p:sp>
        <p:nvSpPr>
          <p:cNvPr id="2" name="Freeform 3">
            <a:extLst>
              <a:ext uri="{FF2B5EF4-FFF2-40B4-BE49-F238E27FC236}">
                <a16:creationId xmlns:a16="http://schemas.microsoft.com/office/drawing/2014/main" id="{7D5E0C03-844A-C996-D58A-AB464A1E0480}"/>
              </a:ext>
            </a:extLst>
          </p:cNvPr>
          <p:cNvSpPr/>
          <p:nvPr/>
        </p:nvSpPr>
        <p:spPr>
          <a:xfrm>
            <a:off x="-1444890" y="0"/>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endParaRPr lang="en-AS"/>
          </a:p>
        </p:txBody>
      </p:sp>
      <p:grpSp>
        <p:nvGrpSpPr>
          <p:cNvPr id="3" name="Group 6">
            <a:extLst>
              <a:ext uri="{FF2B5EF4-FFF2-40B4-BE49-F238E27FC236}">
                <a16:creationId xmlns:a16="http://schemas.microsoft.com/office/drawing/2014/main" id="{B8633A80-BDEA-3718-5D3E-13A7ECDDBDBE}"/>
              </a:ext>
            </a:extLst>
          </p:cNvPr>
          <p:cNvGrpSpPr/>
          <p:nvPr/>
        </p:nvGrpSpPr>
        <p:grpSpPr>
          <a:xfrm>
            <a:off x="-4854386" y="6358177"/>
            <a:ext cx="8305800" cy="2853460"/>
            <a:chOff x="0" y="0"/>
            <a:chExt cx="3151501" cy="1106083"/>
          </a:xfrm>
        </p:grpSpPr>
        <p:sp>
          <p:nvSpPr>
            <p:cNvPr id="4" name="Freeform 7">
              <a:extLst>
                <a:ext uri="{FF2B5EF4-FFF2-40B4-BE49-F238E27FC236}">
                  <a16:creationId xmlns:a16="http://schemas.microsoft.com/office/drawing/2014/main" id="{ABB8DAFB-43F2-6FFB-BCBE-35C15D7CAC35}"/>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B60F90EB-1269-E626-2CF8-E4F5BB4DBE60}"/>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sp>
        <p:nvSpPr>
          <p:cNvPr id="10" name="Rectangle 9">
            <a:extLst>
              <a:ext uri="{FF2B5EF4-FFF2-40B4-BE49-F238E27FC236}">
                <a16:creationId xmlns:a16="http://schemas.microsoft.com/office/drawing/2014/main" id="{5628BB6E-3513-AF7B-7F6C-EC873D07A19C}"/>
              </a:ext>
            </a:extLst>
          </p:cNvPr>
          <p:cNvSpPr/>
          <p:nvPr/>
        </p:nvSpPr>
        <p:spPr>
          <a:xfrm>
            <a:off x="12309261" y="0"/>
            <a:ext cx="3643085" cy="6858000"/>
          </a:xfrm>
          <a:prstGeom prst="rect">
            <a:avLst/>
          </a:prstGeom>
          <a:gradFill flip="none" rotWithShape="1">
            <a:gsLst>
              <a:gs pos="0">
                <a:schemeClr val="accent1">
                  <a:lumMod val="5000"/>
                  <a:lumOff val="95000"/>
                  <a:alpha val="0"/>
                </a:schemeClr>
              </a:gs>
              <a:gs pos="90000">
                <a:schemeClr val="bg2">
                  <a:lumMod val="2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 name="Title">
            <a:extLst>
              <a:ext uri="{FF2B5EF4-FFF2-40B4-BE49-F238E27FC236}">
                <a16:creationId xmlns:a16="http://schemas.microsoft.com/office/drawing/2014/main" id="{C18FB796-3E8B-AC4B-6094-66C78C4199E6}"/>
              </a:ext>
            </a:extLst>
          </p:cNvPr>
          <p:cNvSpPr txBox="1"/>
          <p:nvPr/>
        </p:nvSpPr>
        <p:spPr>
          <a:xfrm>
            <a:off x="1444890" y="203200"/>
            <a:ext cx="2661920" cy="584775"/>
          </a:xfrm>
          <a:prstGeom prst="rect">
            <a:avLst/>
          </a:prstGeom>
          <a:noFill/>
        </p:spPr>
        <p:txBody>
          <a:bodyPr wrap="square" rtlCol="0">
            <a:spAutoFit/>
          </a:bodyPr>
          <a:lstStyle/>
          <a:p>
            <a:pPr algn="ctr"/>
            <a:r>
              <a:rPr lang="en-US" sz="3200" dirty="0">
                <a:latin typeface="Times New Roman" panose="02020603050405020304" pitchFamily="18" charset="0"/>
                <a:cs typeface="Times New Roman" panose="02020603050405020304" pitchFamily="18" charset="0"/>
              </a:rPr>
              <a:t>Block diagram</a:t>
            </a:r>
          </a:p>
        </p:txBody>
      </p:sp>
      <p:sp>
        <p:nvSpPr>
          <p:cNvPr id="9" name="Freeform 20">
            <a:extLst>
              <a:ext uri="{FF2B5EF4-FFF2-40B4-BE49-F238E27FC236}">
                <a16:creationId xmlns:a16="http://schemas.microsoft.com/office/drawing/2014/main" id="{B39400FE-5781-5E95-6247-A572987F1765}"/>
              </a:ext>
            </a:extLst>
          </p:cNvPr>
          <p:cNvSpPr/>
          <p:nvPr/>
        </p:nvSpPr>
        <p:spPr>
          <a:xfrm>
            <a:off x="9832024" y="6116433"/>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3"/>
                </a:ext>
              </a:extLst>
            </a:blip>
            <a:stretch>
              <a:fillRect t="-127827" r="-47370"/>
            </a:stretch>
          </a:blipFill>
        </p:spPr>
        <p:txBody>
          <a:bodyPr/>
          <a:lstStyle/>
          <a:p>
            <a:endParaRPr lang="en-AS"/>
          </a:p>
        </p:txBody>
      </p:sp>
      <p:grpSp>
        <p:nvGrpSpPr>
          <p:cNvPr id="7" name="Group 6">
            <a:extLst>
              <a:ext uri="{FF2B5EF4-FFF2-40B4-BE49-F238E27FC236}">
                <a16:creationId xmlns:a16="http://schemas.microsoft.com/office/drawing/2014/main" id="{9B69BCC8-8D91-6D6D-B939-FC9C462C1B90}"/>
              </a:ext>
            </a:extLst>
          </p:cNvPr>
          <p:cNvGrpSpPr/>
          <p:nvPr/>
        </p:nvGrpSpPr>
        <p:grpSpPr>
          <a:xfrm>
            <a:off x="6016370" y="1240847"/>
            <a:ext cx="5231300" cy="5019039"/>
            <a:chOff x="6016370" y="1240847"/>
            <a:chExt cx="5231300" cy="5019039"/>
          </a:xfrm>
        </p:grpSpPr>
        <p:sp>
          <p:nvSpPr>
            <p:cNvPr id="19" name="Rectangle 18">
              <a:extLst>
                <a:ext uri="{FF2B5EF4-FFF2-40B4-BE49-F238E27FC236}">
                  <a16:creationId xmlns:a16="http://schemas.microsoft.com/office/drawing/2014/main" id="{544DA044-D514-94DD-DE87-40B547A22352}"/>
                </a:ext>
              </a:extLst>
            </p:cNvPr>
            <p:cNvSpPr/>
            <p:nvPr/>
          </p:nvSpPr>
          <p:spPr>
            <a:xfrm>
              <a:off x="6016370" y="1240847"/>
              <a:ext cx="5231300" cy="5019039"/>
            </a:xfrm>
            <a:prstGeom prst="rect">
              <a:avLst/>
            </a:prstGeom>
            <a:solidFill>
              <a:schemeClr val="bg1"/>
            </a:solidFill>
            <a:ln>
              <a:solidFill>
                <a:schemeClr val="bg2">
                  <a:lumMod val="7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 name="SubTitel_2">
              <a:extLst>
                <a:ext uri="{FF2B5EF4-FFF2-40B4-BE49-F238E27FC236}">
                  <a16:creationId xmlns:a16="http://schemas.microsoft.com/office/drawing/2014/main" id="{724297C1-C478-98D7-370D-AB933E1E8EA4}"/>
                </a:ext>
              </a:extLst>
            </p:cNvPr>
            <p:cNvSpPr txBox="1"/>
            <p:nvPr/>
          </p:nvSpPr>
          <p:spPr>
            <a:xfrm>
              <a:off x="7407740" y="1299924"/>
              <a:ext cx="2448560" cy="523220"/>
            </a:xfrm>
            <a:prstGeom prst="rect">
              <a:avLst/>
            </a:prstGeom>
            <a:noFill/>
            <a:ln>
              <a:noFill/>
            </a:ln>
          </p:spPr>
          <p:txBody>
            <a:bodyPr wrap="square" rtlCol="0">
              <a:spAutoFit/>
            </a:bodyPr>
            <a:lstStyle/>
            <a:p>
              <a:pPr algn="ctr"/>
              <a:r>
                <a:rPr lang="en-US" sz="2800" dirty="0">
                  <a:latin typeface="Times New Roman" panose="02020603050405020304" pitchFamily="18" charset="0"/>
                  <a:cs typeface="Times New Roman" panose="02020603050405020304" pitchFamily="18" charset="0"/>
                </a:rPr>
                <a:t> Decoding Path</a:t>
              </a:r>
            </a:p>
          </p:txBody>
        </p:sp>
        <mc:AlternateContent xmlns:mc="http://schemas.openxmlformats.org/markup-compatibility/2006" xmlns:a14="http://schemas.microsoft.com/office/drawing/2010/main">
          <mc:Choice Requires="a14">
            <p:sp>
              <p:nvSpPr>
                <p:cNvPr id="21" name="Rectangle 20">
                  <a:extLst>
                    <a:ext uri="{FF2B5EF4-FFF2-40B4-BE49-F238E27FC236}">
                      <a16:creationId xmlns:a16="http://schemas.microsoft.com/office/drawing/2014/main" id="{4689B3D9-C935-83F6-51CA-DA742FC0C7C3}"/>
                    </a:ext>
                  </a:extLst>
                </p:cNvPr>
                <p:cNvSpPr/>
                <p:nvPr/>
              </p:nvSpPr>
              <p:spPr>
                <a:xfrm>
                  <a:off x="6295620" y="1849120"/>
                  <a:ext cx="4672800" cy="3931200"/>
                </a:xfrm>
                <a:prstGeom prst="rect">
                  <a:avLst/>
                </a:prstGeom>
                <a:solidFill>
                  <a:schemeClr val="tx1"/>
                </a:solidFill>
                <a:ln w="9525">
                  <a:solidFill>
                    <a:schemeClr val="bg1"/>
                  </a:solidFill>
                </a:ln>
                <a:effectLst>
                  <a:innerShdw blurRad="63500" dist="50800" dir="2700000">
                    <a:schemeClr val="bg1">
                      <a:alpha val="50000"/>
                    </a:scheme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Bitstream</a:t>
                  </a: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Entropy Decoding</a:t>
                  </a: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Decoder </a:t>
                  </a:r>
                  <a14:m>
                    <m:oMath xmlns:m="http://schemas.openxmlformats.org/officeDocument/2006/math">
                      <m:r>
                        <a:rPr lang="en-US" b="0" i="0" smtClean="0">
                          <a:latin typeface="Cambria Math" panose="02040503050406030204" pitchFamily="18" charset="0"/>
                        </a:rPr>
                        <m:t>(</m:t>
                      </m:r>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𝑣</m:t>
                              </m:r>
                            </m:e>
                          </m:acc>
                        </m:e>
                        <m:sub>
                          <m:r>
                            <a:rPr lang="cy-GB" i="1" smtClean="0">
                              <a:latin typeface="Cambria Math" panose="02040503050406030204" pitchFamily="18" charset="0"/>
                            </a:rPr>
                            <m:t>𝑡</m:t>
                          </m:r>
                        </m:sub>
                      </m:sSub>
                      <m:r>
                        <a:rPr lang="en-US" b="0" i="1" smtClean="0">
                          <a:latin typeface="Cambria Math" panose="020405030504060302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Residual Decoder </a:t>
                  </a:r>
                  <a14:m>
                    <m:oMath xmlns:m="http://schemas.openxmlformats.org/officeDocument/2006/math">
                      <m:r>
                        <a:rPr lang="en-US" b="0" i="0" smtClean="0">
                          <a:latin typeface="Cambria Math" panose="02040503050406030204" pitchFamily="18" charset="0"/>
                        </a:rPr>
                        <m:t>(</m:t>
                      </m:r>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𝑟</m:t>
                              </m:r>
                            </m:e>
                          </m:acc>
                        </m:e>
                        <m:sub>
                          <m:r>
                            <a:rPr lang="cy-GB" i="1" smtClean="0">
                              <a:latin typeface="Cambria Math" panose="02040503050406030204" pitchFamily="18" charset="0"/>
                            </a:rPr>
                            <m:t>𝑡</m:t>
                          </m:r>
                        </m:sub>
                      </m:sSub>
                      <m:r>
                        <a:rPr lang="en-US" b="0" i="1" smtClean="0">
                          <a:latin typeface="Cambria Math" panose="020405030504060302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Compensation (Decoder)</a:t>
                  </a: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Frame Reconstruction </a:t>
                  </a:r>
                  <a14:m>
                    <m:oMath xmlns:m="http://schemas.openxmlformats.org/officeDocument/2006/math">
                      <m:r>
                        <a:rPr lang="en-US" b="0" i="0" smtClean="0">
                          <a:latin typeface="Cambria Math" panose="02040503050406030204" pitchFamily="18" charset="0"/>
                        </a:rPr>
                        <m:t>(</m:t>
                      </m:r>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𝑥</m:t>
                              </m:r>
                            </m:e>
                          </m:acc>
                        </m:e>
                        <m:sub>
                          <m:r>
                            <a:rPr lang="cy-GB" i="1" smtClean="0">
                              <a:latin typeface="Cambria Math" panose="02040503050406030204" pitchFamily="18" charset="0"/>
                            </a:rPr>
                            <m:t>𝑡</m:t>
                          </m:r>
                        </m:sub>
                      </m:sSub>
                      <m:r>
                        <a:rPr lang="en-US" b="0" i="1" smtClean="0">
                          <a:latin typeface="Cambria Math" panose="02040503050406030204" pitchFamily="18" charset="0"/>
                        </a:rPr>
                        <m:t>=</m:t>
                      </m:r>
                      <m:sSub>
                        <m:sSubPr>
                          <m:ctrlPr>
                            <a:rPr lang="cy-GB" i="1">
                              <a:latin typeface="Cambria Math" panose="02040503050406030204" pitchFamily="18" charset="0"/>
                              <a:cs typeface="Times New Roman" panose="02020603050405020304" pitchFamily="18" charset="0"/>
                            </a:rPr>
                          </m:ctrlPr>
                        </m:sSubPr>
                        <m:e>
                          <m:acc>
                            <m:accPr>
                              <m:chr m:val="̆"/>
                              <m:ctrlPr>
                                <a:rPr lang="en-US" i="1">
                                  <a:latin typeface="Cambria Math" panose="02040503050406030204" pitchFamily="18" charset="0"/>
                                  <a:cs typeface="Times New Roman" panose="02020603050405020304" pitchFamily="18" charset="0"/>
                                </a:rPr>
                              </m:ctrlPr>
                            </m:accPr>
                            <m:e>
                              <m:r>
                                <a:rPr lang="en-US" i="1">
                                  <a:latin typeface="Cambria Math" panose="02040503050406030204" pitchFamily="18" charset="0"/>
                                  <a:cs typeface="Times New Roman" panose="02020603050405020304" pitchFamily="18" charset="0"/>
                                </a:rPr>
                                <m:t>𝑥</m:t>
                              </m:r>
                            </m:e>
                          </m:acc>
                        </m:e>
                        <m:sub>
                          <m:r>
                            <a:rPr lang="en-US" i="1">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sSub>
                        <m:sSubPr>
                          <m:ctrlPr>
                            <a:rPr lang="cy-GB" i="1">
                              <a:latin typeface="Cambria Math" panose="02040503050406030204" pitchFamily="18" charset="0"/>
                            </a:rPr>
                          </m:ctrlPr>
                        </m:sSubPr>
                        <m:e>
                          <m:acc>
                            <m:accPr>
                              <m:chr m:val="̂"/>
                              <m:ctrlPr>
                                <a:rPr lang="cy-GB" i="1">
                                  <a:latin typeface="Cambria Math" panose="02040503050406030204" pitchFamily="18" charset="0"/>
                                </a:rPr>
                              </m:ctrlPr>
                            </m:accPr>
                            <m:e>
                              <m:r>
                                <a:rPr lang="cy-GB" i="1">
                                  <a:latin typeface="Cambria Math" panose="02040503050406030204" pitchFamily="18" charset="0"/>
                                </a:rPr>
                                <m:t>𝑟</m:t>
                              </m:r>
                            </m:e>
                          </m:acc>
                        </m:e>
                        <m:sub>
                          <m:r>
                            <a:rPr lang="cy-GB" i="1">
                              <a:latin typeface="Cambria Math" panose="02040503050406030204" pitchFamily="18" charset="0"/>
                            </a:rPr>
                            <m:t>𝑡</m:t>
                          </m:r>
                        </m:sub>
                      </m:sSub>
                      <m:r>
                        <a:rPr lang="en-US" b="0" i="1" smtClean="0">
                          <a:latin typeface="Cambria Math" panose="020405030504060302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Store Reconstructed Frame</a:t>
                  </a:r>
                </a:p>
                <a:p>
                  <a:pPr marL="285750" indent="-285750">
                    <a:lnSpc>
                      <a:spcPct val="150000"/>
                    </a:lnSpc>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Move to next frame </a:t>
                  </a:r>
                  <a14:m>
                    <m:oMath xmlns:m="http://schemas.openxmlformats.org/officeDocument/2006/math">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cs typeface="Times New Roman" panose="02020603050405020304" pitchFamily="18" charset="0"/>
                        </a:rPr>
                        <m:t>𝑡</m:t>
                      </m:r>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cs typeface="Times New Roman" panose="02020603050405020304" pitchFamily="18" charset="0"/>
                        </a:rPr>
                        <m:t>1</m:t>
                      </m:r>
                      <m:r>
                        <a:rPr lang="en-US" b="0" i="1" smtClean="0">
                          <a:latin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p:txBody>
            </p:sp>
          </mc:Choice>
          <mc:Fallback xmlns="">
            <p:sp>
              <p:nvSpPr>
                <p:cNvPr id="21" name="Rectangle 20">
                  <a:extLst>
                    <a:ext uri="{FF2B5EF4-FFF2-40B4-BE49-F238E27FC236}">
                      <a16:creationId xmlns:a16="http://schemas.microsoft.com/office/drawing/2014/main" id="{4689B3D9-C935-83F6-51CA-DA742FC0C7C3}"/>
                    </a:ext>
                  </a:extLst>
                </p:cNvPr>
                <p:cNvSpPr>
                  <a:spLocks noRot="1" noChangeAspect="1" noMove="1" noResize="1" noEditPoints="1" noAdjustHandles="1" noChangeArrowheads="1" noChangeShapeType="1" noTextEdit="1"/>
                </p:cNvSpPr>
                <p:nvPr/>
              </p:nvSpPr>
              <p:spPr>
                <a:xfrm>
                  <a:off x="6295620" y="1849120"/>
                  <a:ext cx="4672800" cy="3931200"/>
                </a:xfrm>
                <a:prstGeom prst="rect">
                  <a:avLst/>
                </a:prstGeom>
                <a:blipFill>
                  <a:blip r:embed="rId7"/>
                  <a:stretch>
                    <a:fillRect l="-781"/>
                  </a:stretch>
                </a:blipFill>
                <a:ln w="9525">
                  <a:solidFill>
                    <a:schemeClr val="bg1"/>
                  </a:solidFill>
                </a:ln>
                <a:effectLst>
                  <a:innerShdw blurRad="63500" dist="50800" dir="2700000">
                    <a:schemeClr val="bg1">
                      <a:alpha val="50000"/>
                    </a:schemeClr>
                  </a:innerShdw>
                </a:effectLst>
              </p:spPr>
              <p:txBody>
                <a:bodyPr/>
                <a:lstStyle/>
                <a:p>
                  <a:r>
                    <a:rPr lang="en-AS">
                      <a:noFill/>
                    </a:rPr>
                    <a:t> </a:t>
                  </a:r>
                </a:p>
              </p:txBody>
            </p:sp>
          </mc:Fallback>
        </mc:AlternateContent>
      </p:grpSp>
      <p:sp>
        <p:nvSpPr>
          <p:cNvPr id="12" name="Slide Number Placeholder 11">
            <a:extLst>
              <a:ext uri="{FF2B5EF4-FFF2-40B4-BE49-F238E27FC236}">
                <a16:creationId xmlns:a16="http://schemas.microsoft.com/office/drawing/2014/main" id="{015F28BA-7635-0D4D-7335-E0A22D49F962}"/>
              </a:ext>
            </a:extLst>
          </p:cNvPr>
          <p:cNvSpPr>
            <a:spLocks noGrp="1"/>
          </p:cNvSpPr>
          <p:nvPr>
            <p:ph type="sldNum" sz="quarter" idx="12"/>
          </p:nvPr>
        </p:nvSpPr>
        <p:spPr/>
        <p:txBody>
          <a:bodyPr/>
          <a:lstStyle/>
          <a:p>
            <a:fld id="{AD91D796-2600-4CB1-AF8F-6B90FC341573}" type="slidenum">
              <a:rPr lang="en-AS" smtClean="0"/>
              <a:t>27</a:t>
            </a:fld>
            <a:endParaRPr lang="en-AS"/>
          </a:p>
        </p:txBody>
      </p:sp>
      <p:grpSp>
        <p:nvGrpSpPr>
          <p:cNvPr id="13" name="!!Film_Tabe_1">
            <a:extLst>
              <a:ext uri="{FF2B5EF4-FFF2-40B4-BE49-F238E27FC236}">
                <a16:creationId xmlns:a16="http://schemas.microsoft.com/office/drawing/2014/main" id="{6D51E0D0-BFDF-C19B-2196-3E4D81A27629}"/>
              </a:ext>
            </a:extLst>
          </p:cNvPr>
          <p:cNvGrpSpPr/>
          <p:nvPr/>
        </p:nvGrpSpPr>
        <p:grpSpPr>
          <a:xfrm rot="13946350">
            <a:off x="-6387616" y="11231765"/>
            <a:ext cx="21467809" cy="1961092"/>
            <a:chOff x="-5996785" y="2448454"/>
            <a:chExt cx="21467809" cy="1961092"/>
          </a:xfrm>
          <a:effectLst>
            <a:outerShdw blurRad="12700" dist="50800" dir="2700000" algn="tl" rotWithShape="0">
              <a:schemeClr val="tx1">
                <a:alpha val="40000"/>
              </a:schemeClr>
            </a:outerShdw>
          </a:effectLst>
        </p:grpSpPr>
        <p:grpSp>
          <p:nvGrpSpPr>
            <p:cNvPr id="14" name="Group 13">
              <a:extLst>
                <a:ext uri="{FF2B5EF4-FFF2-40B4-BE49-F238E27FC236}">
                  <a16:creationId xmlns:a16="http://schemas.microsoft.com/office/drawing/2014/main" id="{BCCB6C40-B78A-9460-9EFD-D03EC12F40BA}"/>
                </a:ext>
              </a:extLst>
            </p:cNvPr>
            <p:cNvGrpSpPr/>
            <p:nvPr/>
          </p:nvGrpSpPr>
          <p:grpSpPr>
            <a:xfrm>
              <a:off x="7372077" y="2448455"/>
              <a:ext cx="2738174" cy="1961091"/>
              <a:chOff x="4726913" y="2438401"/>
              <a:chExt cx="2738174" cy="1961091"/>
            </a:xfrm>
          </p:grpSpPr>
          <p:sp>
            <p:nvSpPr>
              <p:cNvPr id="48" name="Graphic 2" descr="Film strip outline">
                <a:extLst>
                  <a:ext uri="{FF2B5EF4-FFF2-40B4-BE49-F238E27FC236}">
                    <a16:creationId xmlns:a16="http://schemas.microsoft.com/office/drawing/2014/main" id="{AAFE4366-5A0D-BF97-9338-5C5B60C47EC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B44A15BB-118A-8844-7CA3-BB8F5174CE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CDFD2D55-33CB-5377-782C-0FE4060C5B7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132E6411-3C31-9412-E04C-150139B5A9BE}"/>
                </a:ext>
              </a:extLst>
            </p:cNvPr>
            <p:cNvGrpSpPr/>
            <p:nvPr/>
          </p:nvGrpSpPr>
          <p:grpSpPr>
            <a:xfrm>
              <a:off x="4702657" y="2448455"/>
              <a:ext cx="2738174" cy="1961091"/>
              <a:chOff x="4726913" y="2438401"/>
              <a:chExt cx="2738174" cy="1961091"/>
            </a:xfrm>
          </p:grpSpPr>
          <p:sp>
            <p:nvSpPr>
              <p:cNvPr id="45" name="Graphic 2" descr="Film strip outline">
                <a:extLst>
                  <a:ext uri="{FF2B5EF4-FFF2-40B4-BE49-F238E27FC236}">
                    <a16:creationId xmlns:a16="http://schemas.microsoft.com/office/drawing/2014/main" id="{E069D528-DEA3-C713-E262-CAFDCC0E138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235D2D58-4F22-07FB-EC92-D5860B1CC0B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177B5B8A-4A21-E43F-7D7A-471195AE794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B052DB94-392C-0BB1-994E-F1928283CDDC}"/>
                </a:ext>
              </a:extLst>
            </p:cNvPr>
            <p:cNvGrpSpPr/>
            <p:nvPr/>
          </p:nvGrpSpPr>
          <p:grpSpPr>
            <a:xfrm>
              <a:off x="12732850" y="2448455"/>
              <a:ext cx="2738174" cy="1961091"/>
              <a:chOff x="4726913" y="2438401"/>
              <a:chExt cx="2738174" cy="1961091"/>
            </a:xfrm>
          </p:grpSpPr>
          <p:sp>
            <p:nvSpPr>
              <p:cNvPr id="42" name="Graphic 2" descr="Film strip outline">
                <a:extLst>
                  <a:ext uri="{FF2B5EF4-FFF2-40B4-BE49-F238E27FC236}">
                    <a16:creationId xmlns:a16="http://schemas.microsoft.com/office/drawing/2014/main" id="{1B0FF2E3-3D6F-6C84-28B9-3213E10D97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3" name="Straight Connector 42">
                <a:extLst>
                  <a:ext uri="{FF2B5EF4-FFF2-40B4-BE49-F238E27FC236}">
                    <a16:creationId xmlns:a16="http://schemas.microsoft.com/office/drawing/2014/main" id="{BA0572AE-500B-055B-D68A-6335F020855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FA9F1E2E-2305-7458-6972-85EC0C0D44A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FAE0A4BC-956A-24D6-3DDC-2F8B137CC48C}"/>
                </a:ext>
              </a:extLst>
            </p:cNvPr>
            <p:cNvGrpSpPr/>
            <p:nvPr/>
          </p:nvGrpSpPr>
          <p:grpSpPr>
            <a:xfrm>
              <a:off x="10063430" y="2448455"/>
              <a:ext cx="2738174" cy="1961091"/>
              <a:chOff x="4726913" y="2438401"/>
              <a:chExt cx="2738174" cy="1961091"/>
            </a:xfrm>
          </p:grpSpPr>
          <p:sp>
            <p:nvSpPr>
              <p:cNvPr id="39" name="Graphic 2" descr="Film strip outline">
                <a:extLst>
                  <a:ext uri="{FF2B5EF4-FFF2-40B4-BE49-F238E27FC236}">
                    <a16:creationId xmlns:a16="http://schemas.microsoft.com/office/drawing/2014/main" id="{FC1286BA-AC7B-6A64-BB23-0407AD5A3C4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FCA79961-9469-91FE-8092-5AC194E232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DF9EA054-1A2A-D804-A211-EDB15EBE01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397584C4-0BAF-02A6-3CE8-F7400E12A30F}"/>
                </a:ext>
              </a:extLst>
            </p:cNvPr>
            <p:cNvGrpSpPr/>
            <p:nvPr/>
          </p:nvGrpSpPr>
          <p:grpSpPr>
            <a:xfrm>
              <a:off x="-3327365" y="2448454"/>
              <a:ext cx="2738174" cy="1961091"/>
              <a:chOff x="4726913" y="2438401"/>
              <a:chExt cx="2738174" cy="1961091"/>
            </a:xfrm>
          </p:grpSpPr>
          <p:sp>
            <p:nvSpPr>
              <p:cNvPr id="36" name="Graphic 2" descr="Film strip outline">
                <a:extLst>
                  <a:ext uri="{FF2B5EF4-FFF2-40B4-BE49-F238E27FC236}">
                    <a16:creationId xmlns:a16="http://schemas.microsoft.com/office/drawing/2014/main" id="{D179F03F-C599-850D-C9D7-97914EE5D2B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7" name="Straight Connector 36">
                <a:extLst>
                  <a:ext uri="{FF2B5EF4-FFF2-40B4-BE49-F238E27FC236}">
                    <a16:creationId xmlns:a16="http://schemas.microsoft.com/office/drawing/2014/main" id="{1C41DC44-4D88-97C9-17DD-D90F809880C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1D6F336A-7C0C-EF18-FBA3-B0DA63EB0FD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8E6D0D8D-B9E5-85F6-A22F-31BD6C2B9EFC}"/>
                </a:ext>
              </a:extLst>
            </p:cNvPr>
            <p:cNvGrpSpPr/>
            <p:nvPr/>
          </p:nvGrpSpPr>
          <p:grpSpPr>
            <a:xfrm>
              <a:off x="-5996785" y="2448454"/>
              <a:ext cx="2738174" cy="1961091"/>
              <a:chOff x="4726913" y="2438401"/>
              <a:chExt cx="2738174" cy="1961091"/>
            </a:xfrm>
          </p:grpSpPr>
          <p:sp>
            <p:nvSpPr>
              <p:cNvPr id="33" name="Graphic 2" descr="Film strip outline">
                <a:extLst>
                  <a:ext uri="{FF2B5EF4-FFF2-40B4-BE49-F238E27FC236}">
                    <a16:creationId xmlns:a16="http://schemas.microsoft.com/office/drawing/2014/main" id="{19FA6DFF-15FA-977F-8B62-57369EBF501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99AD0967-CE86-4968-BDD6-9B43442EBCC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7909BF79-8379-4AEE-220F-71A35EE8CCC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521D7EC6-6834-C5A7-03E3-BB24E7A9D23B}"/>
                </a:ext>
              </a:extLst>
            </p:cNvPr>
            <p:cNvGrpSpPr/>
            <p:nvPr/>
          </p:nvGrpSpPr>
          <p:grpSpPr>
            <a:xfrm>
              <a:off x="2033408" y="2448454"/>
              <a:ext cx="2738174" cy="1961091"/>
              <a:chOff x="4726913" y="2438401"/>
              <a:chExt cx="2738174" cy="1961091"/>
            </a:xfrm>
          </p:grpSpPr>
          <p:sp>
            <p:nvSpPr>
              <p:cNvPr id="30" name="Graphic 2" descr="Film strip outline">
                <a:extLst>
                  <a:ext uri="{FF2B5EF4-FFF2-40B4-BE49-F238E27FC236}">
                    <a16:creationId xmlns:a16="http://schemas.microsoft.com/office/drawing/2014/main" id="{772BB281-9BF8-CB70-EF57-5952FDD1E32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561EF6AF-2E12-0BB8-5270-6736737BCE0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4D28B71F-15FA-A311-780C-DC8493AD9F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1906E27E-AAC6-AA91-3399-B7060081581C}"/>
                </a:ext>
              </a:extLst>
            </p:cNvPr>
            <p:cNvGrpSpPr/>
            <p:nvPr/>
          </p:nvGrpSpPr>
          <p:grpSpPr>
            <a:xfrm>
              <a:off x="-636012" y="2448454"/>
              <a:ext cx="2738174" cy="1961091"/>
              <a:chOff x="4726913" y="2438401"/>
              <a:chExt cx="2738174" cy="1961091"/>
            </a:xfrm>
          </p:grpSpPr>
          <p:sp>
            <p:nvSpPr>
              <p:cNvPr id="27" name="Graphic 2" descr="Film strip outline">
                <a:extLst>
                  <a:ext uri="{FF2B5EF4-FFF2-40B4-BE49-F238E27FC236}">
                    <a16:creationId xmlns:a16="http://schemas.microsoft.com/office/drawing/2014/main" id="{E947CD18-10AD-3A16-E9AF-0047CBECAA3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F1F1A786-7297-00F3-8C06-945126A0553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AA96842F-4B21-FC25-6EDF-B648A2481C6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1" name="!!Film_Tabe_2">
            <a:extLst>
              <a:ext uri="{FF2B5EF4-FFF2-40B4-BE49-F238E27FC236}">
                <a16:creationId xmlns:a16="http://schemas.microsoft.com/office/drawing/2014/main" id="{B243C2D8-EF14-38CF-298D-C9BC4A291A1D}"/>
              </a:ext>
            </a:extLst>
          </p:cNvPr>
          <p:cNvGrpSpPr/>
          <p:nvPr/>
        </p:nvGrpSpPr>
        <p:grpSpPr>
          <a:xfrm rot="13921541">
            <a:off x="-3326165" y="-6616276"/>
            <a:ext cx="21467809" cy="1961092"/>
            <a:chOff x="-5996785" y="2448454"/>
            <a:chExt cx="21467809" cy="1961092"/>
          </a:xfrm>
          <a:effectLst>
            <a:outerShdw blurRad="12700" dist="50800" dir="2700000" algn="tl" rotWithShape="0">
              <a:prstClr val="black">
                <a:alpha val="40000"/>
              </a:prstClr>
            </a:outerShdw>
          </a:effectLst>
        </p:grpSpPr>
        <p:grpSp>
          <p:nvGrpSpPr>
            <p:cNvPr id="52" name="Group 51">
              <a:extLst>
                <a:ext uri="{FF2B5EF4-FFF2-40B4-BE49-F238E27FC236}">
                  <a16:creationId xmlns:a16="http://schemas.microsoft.com/office/drawing/2014/main" id="{C9BD2028-E8C7-1C4C-239D-BDCABF42BECE}"/>
                </a:ext>
              </a:extLst>
            </p:cNvPr>
            <p:cNvGrpSpPr/>
            <p:nvPr/>
          </p:nvGrpSpPr>
          <p:grpSpPr>
            <a:xfrm>
              <a:off x="7372077" y="2448455"/>
              <a:ext cx="2738174" cy="1961091"/>
              <a:chOff x="4726913" y="2438401"/>
              <a:chExt cx="2738174" cy="1961091"/>
            </a:xfrm>
          </p:grpSpPr>
          <p:sp>
            <p:nvSpPr>
              <p:cNvPr id="81" name="Graphic 2" descr="Film strip outline">
                <a:extLst>
                  <a:ext uri="{FF2B5EF4-FFF2-40B4-BE49-F238E27FC236}">
                    <a16:creationId xmlns:a16="http://schemas.microsoft.com/office/drawing/2014/main" id="{C7F8084D-EB8D-0E54-CE13-A5BAE299998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2" name="Straight Connector 81">
                <a:extLst>
                  <a:ext uri="{FF2B5EF4-FFF2-40B4-BE49-F238E27FC236}">
                    <a16:creationId xmlns:a16="http://schemas.microsoft.com/office/drawing/2014/main" id="{78A3C75E-757B-4D0A-2CE0-D232C09019A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3" name="TextBox 82">
                <a:extLst>
                  <a:ext uri="{FF2B5EF4-FFF2-40B4-BE49-F238E27FC236}">
                    <a16:creationId xmlns:a16="http://schemas.microsoft.com/office/drawing/2014/main" id="{6DB957EC-503A-3411-A3B2-7D2F1C72BCF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74CA2F40-0CB2-24FB-0FF0-C3179445EF95}"/>
                </a:ext>
              </a:extLst>
            </p:cNvPr>
            <p:cNvGrpSpPr/>
            <p:nvPr/>
          </p:nvGrpSpPr>
          <p:grpSpPr>
            <a:xfrm>
              <a:off x="4702657" y="2448455"/>
              <a:ext cx="2738174" cy="1961091"/>
              <a:chOff x="4726913" y="2438401"/>
              <a:chExt cx="2738174" cy="1961091"/>
            </a:xfrm>
          </p:grpSpPr>
          <p:sp>
            <p:nvSpPr>
              <p:cNvPr id="78" name="Graphic 2" descr="Film strip outline">
                <a:extLst>
                  <a:ext uri="{FF2B5EF4-FFF2-40B4-BE49-F238E27FC236}">
                    <a16:creationId xmlns:a16="http://schemas.microsoft.com/office/drawing/2014/main" id="{74E2A00D-5F77-88FF-8BEC-393CA2F4C64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6E9A1EC4-D6D2-6A3D-703A-4C8BC54817D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FBD9DFBE-D5A4-0842-8B0C-361BEEA1E8F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A84AD2BE-A6C6-284E-2757-9660427F276A}"/>
                </a:ext>
              </a:extLst>
            </p:cNvPr>
            <p:cNvGrpSpPr/>
            <p:nvPr/>
          </p:nvGrpSpPr>
          <p:grpSpPr>
            <a:xfrm>
              <a:off x="12732850" y="2448455"/>
              <a:ext cx="2738174" cy="1961091"/>
              <a:chOff x="4726913" y="2438401"/>
              <a:chExt cx="2738174" cy="1961091"/>
            </a:xfrm>
          </p:grpSpPr>
          <p:sp>
            <p:nvSpPr>
              <p:cNvPr id="75" name="Graphic 2" descr="Film strip outline">
                <a:extLst>
                  <a:ext uri="{FF2B5EF4-FFF2-40B4-BE49-F238E27FC236}">
                    <a16:creationId xmlns:a16="http://schemas.microsoft.com/office/drawing/2014/main" id="{1E27BFB1-887E-8458-BEE7-167E9ADA522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1889DAB1-C60C-77B2-8934-0476B4669D5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4C95D123-846C-EF70-1667-4AF8FC88F82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A9B05C87-539F-7DD0-DD48-7AA5AF17B937}"/>
                </a:ext>
              </a:extLst>
            </p:cNvPr>
            <p:cNvGrpSpPr/>
            <p:nvPr/>
          </p:nvGrpSpPr>
          <p:grpSpPr>
            <a:xfrm>
              <a:off x="10063430" y="2448455"/>
              <a:ext cx="2738174" cy="1961091"/>
              <a:chOff x="4726913" y="2438401"/>
              <a:chExt cx="2738174" cy="1961091"/>
            </a:xfrm>
          </p:grpSpPr>
          <p:sp>
            <p:nvSpPr>
              <p:cNvPr id="72" name="Graphic 2" descr="Film strip outline">
                <a:extLst>
                  <a:ext uri="{FF2B5EF4-FFF2-40B4-BE49-F238E27FC236}">
                    <a16:creationId xmlns:a16="http://schemas.microsoft.com/office/drawing/2014/main" id="{B3728802-71B3-B534-B3B2-1FDD7CF0F17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9173C971-FA6F-5631-E6AC-58B0204532A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FD902C1E-C2C6-D52F-00D6-63996BF7D3A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1C134459-C0B6-8419-6F74-45D9E52FB0C7}"/>
                </a:ext>
              </a:extLst>
            </p:cNvPr>
            <p:cNvGrpSpPr/>
            <p:nvPr/>
          </p:nvGrpSpPr>
          <p:grpSpPr>
            <a:xfrm>
              <a:off x="-3327365" y="2448454"/>
              <a:ext cx="2738174" cy="1961091"/>
              <a:chOff x="4726913" y="2438401"/>
              <a:chExt cx="2738174" cy="1961091"/>
            </a:xfrm>
          </p:grpSpPr>
          <p:sp>
            <p:nvSpPr>
              <p:cNvPr id="69" name="Graphic 2" descr="Film strip outline">
                <a:extLst>
                  <a:ext uri="{FF2B5EF4-FFF2-40B4-BE49-F238E27FC236}">
                    <a16:creationId xmlns:a16="http://schemas.microsoft.com/office/drawing/2014/main" id="{810971B2-64FC-4615-4E23-6B564BC8ABA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F4C7148E-5816-FE51-CFDE-0048845ADD6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A9F47E75-3DCF-372A-D80D-8C5B31FE198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9A8DCB41-41A7-9F1D-F021-CE3782ACDA21}"/>
                </a:ext>
              </a:extLst>
            </p:cNvPr>
            <p:cNvGrpSpPr/>
            <p:nvPr/>
          </p:nvGrpSpPr>
          <p:grpSpPr>
            <a:xfrm>
              <a:off x="-5996785" y="2448454"/>
              <a:ext cx="2738174" cy="1961091"/>
              <a:chOff x="4726913" y="2438401"/>
              <a:chExt cx="2738174" cy="1961091"/>
            </a:xfrm>
          </p:grpSpPr>
          <p:sp>
            <p:nvSpPr>
              <p:cNvPr id="66" name="Graphic 2" descr="Film strip outline">
                <a:extLst>
                  <a:ext uri="{FF2B5EF4-FFF2-40B4-BE49-F238E27FC236}">
                    <a16:creationId xmlns:a16="http://schemas.microsoft.com/office/drawing/2014/main" id="{EAA83694-036F-CCD5-AA54-26EFBED9E1B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571E942E-344D-10CD-DD34-92B72991D4E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569FBAE5-E7F5-761E-B3BD-FC378C2E672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179F75FA-3779-4AF7-89EE-679D0E59C1C1}"/>
                </a:ext>
              </a:extLst>
            </p:cNvPr>
            <p:cNvGrpSpPr/>
            <p:nvPr/>
          </p:nvGrpSpPr>
          <p:grpSpPr>
            <a:xfrm>
              <a:off x="2033408" y="2448454"/>
              <a:ext cx="2738174" cy="1961091"/>
              <a:chOff x="4726913" y="2438401"/>
              <a:chExt cx="2738174" cy="1961091"/>
            </a:xfrm>
          </p:grpSpPr>
          <p:sp>
            <p:nvSpPr>
              <p:cNvPr id="63" name="Graphic 2" descr="Film strip outline">
                <a:extLst>
                  <a:ext uri="{FF2B5EF4-FFF2-40B4-BE49-F238E27FC236}">
                    <a16:creationId xmlns:a16="http://schemas.microsoft.com/office/drawing/2014/main" id="{5EBE2A2C-6DEF-7FD5-191F-EAA58EB8359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06214D30-D625-744F-1537-1262DB56B8B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98393A58-ACE7-29BE-564A-23E7875C677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6E587877-2076-FE6B-88D3-EF61EAFAF4DC}"/>
                </a:ext>
              </a:extLst>
            </p:cNvPr>
            <p:cNvGrpSpPr/>
            <p:nvPr/>
          </p:nvGrpSpPr>
          <p:grpSpPr>
            <a:xfrm>
              <a:off x="-636012"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DA516F5E-A8AC-8238-580A-4F87D2A6BC8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DCDB6D4B-5907-5C93-4344-4D23B040F52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FF838076-2EBC-97C6-B0AE-260EE839DB0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24" name="Group 23">
            <a:extLst>
              <a:ext uri="{FF2B5EF4-FFF2-40B4-BE49-F238E27FC236}">
                <a16:creationId xmlns:a16="http://schemas.microsoft.com/office/drawing/2014/main" id="{EA78DE1B-C246-DA56-DE92-AA4575AD0328}"/>
              </a:ext>
            </a:extLst>
          </p:cNvPr>
          <p:cNvGrpSpPr/>
          <p:nvPr/>
        </p:nvGrpSpPr>
        <p:grpSpPr>
          <a:xfrm>
            <a:off x="326220" y="1240847"/>
            <a:ext cx="5231300" cy="5019039"/>
            <a:chOff x="326220" y="1240847"/>
            <a:chExt cx="5231300" cy="5019039"/>
          </a:xfrm>
        </p:grpSpPr>
        <p:sp>
          <p:nvSpPr>
            <p:cNvPr id="18" name="Rectangle 17">
              <a:extLst>
                <a:ext uri="{FF2B5EF4-FFF2-40B4-BE49-F238E27FC236}">
                  <a16:creationId xmlns:a16="http://schemas.microsoft.com/office/drawing/2014/main" id="{5985210E-6C3B-656B-E3E6-ABD046BE8287}"/>
                </a:ext>
              </a:extLst>
            </p:cNvPr>
            <p:cNvSpPr/>
            <p:nvPr/>
          </p:nvSpPr>
          <p:spPr>
            <a:xfrm>
              <a:off x="326220" y="1240847"/>
              <a:ext cx="5231300" cy="5019039"/>
            </a:xfrm>
            <a:prstGeom prst="rect">
              <a:avLst/>
            </a:prstGeom>
            <a:solidFill>
              <a:schemeClr val="bg1"/>
            </a:solidFill>
            <a:ln>
              <a:solidFill>
                <a:schemeClr val="bg2">
                  <a:lumMod val="75000"/>
                </a:schemeClr>
              </a:solid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B5E235C4-7891-85B2-4FE7-EA5D89B3FE49}"/>
                    </a:ext>
                  </a:extLst>
                </p:cNvPr>
                <p:cNvSpPr/>
                <p:nvPr/>
              </p:nvSpPr>
              <p:spPr>
                <a:xfrm>
                  <a:off x="605349" y="1849120"/>
                  <a:ext cx="4673042" cy="3931920"/>
                </a:xfrm>
                <a:prstGeom prst="rect">
                  <a:avLst/>
                </a:prstGeom>
                <a:solidFill>
                  <a:schemeClr val="tx1"/>
                </a:solidFill>
                <a:ln w="9525">
                  <a:solidFill>
                    <a:schemeClr val="bg1"/>
                  </a:solidFill>
                </a:ln>
                <a:effectLst>
                  <a:innerShdw blurRad="63500" dist="50800" dir="8100000">
                    <a:schemeClr val="bg1">
                      <a:alpha val="50000"/>
                    </a:scheme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Input Frame </a:t>
                  </a:r>
                  <a14:m>
                    <m:oMath xmlns:m="http://schemas.openxmlformats.org/officeDocument/2006/math">
                      <m:sSub>
                        <m:sSubPr>
                          <m:ctrlPr>
                            <a:rPr lang="cy-GB" i="1" smtClean="0">
                              <a:latin typeface="Cambria Math" panose="02040503050406030204" pitchFamily="18" charset="0"/>
                              <a:cs typeface="Times New Roman" panose="02020603050405020304" pitchFamily="18" charset="0"/>
                            </a:rPr>
                          </m:ctrlPr>
                        </m:sSubPr>
                        <m:e>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cs typeface="Times New Roman" panose="02020603050405020304" pitchFamily="18" charset="0"/>
                            </a:rPr>
                            <m:t>𝑥</m:t>
                          </m:r>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Previous Reconstructed Frame </a:t>
                  </a:r>
                  <a14:m>
                    <m:oMath xmlns:m="http://schemas.openxmlformats.org/officeDocument/2006/math">
                      <m:r>
                        <a:rPr lang="en-US" b="0" i="0" smtClean="0">
                          <a:latin typeface="Cambria Math" panose="02040503050406030204" pitchFamily="18" charset="0"/>
                        </a:rPr>
                        <m:t>(</m:t>
                      </m:r>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𝑥</m:t>
                              </m:r>
                            </m:e>
                          </m:acc>
                        </m:e>
                        <m:sub>
                          <m:r>
                            <a:rPr lang="cy-GB" i="1" smtClean="0">
                              <a:latin typeface="Cambria Math" panose="02040503050406030204" pitchFamily="18" charset="0"/>
                            </a:rPr>
                            <m:t>𝑡</m:t>
                          </m:r>
                        </m:sub>
                      </m:sSub>
                      <m:r>
                        <a:rPr lang="cy-GB" i="1" smtClean="0">
                          <a:latin typeface="Cambria Math" panose="02040503050406030204" pitchFamily="18" charset="0"/>
                        </a:rPr>
                        <m:t>−</m:t>
                      </m:r>
                      <m:r>
                        <a:rPr lang="cy-GB" i="1" smtClean="0">
                          <a:latin typeface="Cambria Math" panose="02040503050406030204" pitchFamily="18" charset="0"/>
                        </a:rPr>
                        <m:t>1</m:t>
                      </m:r>
                      <m:r>
                        <a:rPr lang="en-US" b="0" i="1" smtClean="0">
                          <a:latin typeface="Cambria Math" panose="020405030504060302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Estimation </a:t>
                  </a:r>
                  <a14:m>
                    <m:oMath xmlns:m="http://schemas.openxmlformats.org/officeDocument/2006/math">
                      <m:r>
                        <a:rPr lang="en-US" b="0" i="1" smtClean="0">
                          <a:latin typeface="Cambria Math" panose="02040503050406030204" pitchFamily="18" charset="0"/>
                          <a:cs typeface="Times New Roman" panose="02020603050405020304" pitchFamily="18" charset="0"/>
                        </a:rPr>
                        <m:t>(</m:t>
                      </m:r>
                      <m:sSub>
                        <m:sSubPr>
                          <m:ctrlPr>
                            <a:rPr lang="en-US" b="0" i="1" smtClean="0">
                              <a:latin typeface="Cambria Math" panose="02040503050406030204" pitchFamily="18" charset="0"/>
                              <a:cs typeface="Times New Roman" panose="02020603050405020304" pitchFamily="18" charset="0"/>
                            </a:rPr>
                          </m:ctrlPr>
                        </m:sSubPr>
                        <m:e>
                          <m:r>
                            <a:rPr lang="en-US" b="0" i="1" smtClean="0">
                              <a:latin typeface="Cambria Math" panose="02040503050406030204" pitchFamily="18" charset="0"/>
                              <a:cs typeface="Times New Roman" panose="02020603050405020304" pitchFamily="18" charset="0"/>
                            </a:rPr>
                            <m:t>𝑉</m:t>
                          </m:r>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Encoder </a:t>
                  </a:r>
                  <a14:m>
                    <m:oMath xmlns:m="http://schemas.openxmlformats.org/officeDocument/2006/math">
                      <m:r>
                        <a:rPr lang="en-US" b="0" i="1" smtClean="0">
                          <a:latin typeface="Cambria Math" panose="02040503050406030204" pitchFamily="18" charset="0"/>
                          <a:cs typeface="Times New Roman" panose="02020603050405020304" pitchFamily="18" charset="0"/>
                        </a:rPr>
                        <m:t>(</m:t>
                      </m:r>
                      <m:sSub>
                        <m:sSubPr>
                          <m:ctrlPr>
                            <a:rPr lang="en-US" b="0" i="1" smtClean="0">
                              <a:latin typeface="Cambria Math" panose="02040503050406030204" pitchFamily="18" charset="0"/>
                              <a:cs typeface="Times New Roman" panose="02020603050405020304" pitchFamily="18" charset="0"/>
                            </a:rPr>
                          </m:ctrlPr>
                        </m:sSubPr>
                        <m:e>
                          <m:r>
                            <a:rPr lang="en-US" b="0" i="1" smtClean="0">
                              <a:latin typeface="Cambria Math" panose="02040503050406030204" pitchFamily="18" charset="0"/>
                              <a:cs typeface="Times New Roman" panose="02020603050405020304" pitchFamily="18" charset="0"/>
                            </a:rPr>
                            <m:t>𝑚</m:t>
                          </m:r>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Entropy Coding (motion)</a:t>
                  </a: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Decoder (</a:t>
                  </a:r>
                  <a14:m>
                    <m:oMath xmlns:m="http://schemas.openxmlformats.org/officeDocument/2006/math">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𝑚</m:t>
                              </m:r>
                            </m:e>
                          </m:acc>
                        </m:e>
                        <m:sub>
                          <m:r>
                            <a:rPr lang="cy-GB" i="1" smtClean="0">
                              <a:latin typeface="Cambria Math" panose="02040503050406030204" pitchFamily="18" charset="0"/>
                            </a:rPr>
                            <m:t>𝑡</m:t>
                          </m:r>
                        </m:sub>
                      </m:sSub>
                    </m:oMath>
                  </a14:m>
                  <a:r>
                    <a:rPr lang="cy-GB" dirty="0">
                      <a:latin typeface="Times New Roman" panose="02020603050405020304" pitchFamily="18" charset="0"/>
                      <a:cs typeface="Times New Roman" panose="02020603050405020304" pitchFamily="18" charset="0"/>
                    </a:rPr>
                    <a:t>)</a:t>
                  </a: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Motion Compensation</a:t>
                  </a: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Residual Calculation </a:t>
                  </a:r>
                  <a14:m>
                    <m:oMath xmlns:m="http://schemas.openxmlformats.org/officeDocument/2006/math">
                      <m:r>
                        <a:rPr lang="en-US" b="0" i="0" smtClean="0">
                          <a:latin typeface="Cambria Math" panose="02040503050406030204" pitchFamily="18" charset="0"/>
                          <a:cs typeface="Times New Roman" panose="02020603050405020304" pitchFamily="18" charset="0"/>
                        </a:rPr>
                        <m:t>(</m:t>
                      </m:r>
                      <m:sSub>
                        <m:sSubPr>
                          <m:ctrlPr>
                            <a:rPr lang="cy-GB" i="1" smtClean="0">
                              <a:latin typeface="Cambria Math" panose="02040503050406030204" pitchFamily="18" charset="0"/>
                              <a:cs typeface="Times New Roman" panose="02020603050405020304" pitchFamily="18" charset="0"/>
                            </a:rPr>
                          </m:ctrlPr>
                        </m:sSubPr>
                        <m:e>
                          <m:r>
                            <a:rPr lang="en-US" b="0" i="1" smtClean="0">
                              <a:latin typeface="Cambria Math" panose="02040503050406030204" pitchFamily="18" charset="0"/>
                              <a:cs typeface="Times New Roman" panose="02020603050405020304" pitchFamily="18" charset="0"/>
                            </a:rPr>
                            <m:t>𝑟</m:t>
                          </m:r>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sSub>
                        <m:sSubPr>
                          <m:ctrlPr>
                            <a:rPr lang="en-US" b="0" i="1" smtClean="0">
                              <a:latin typeface="Cambria Math" panose="02040503050406030204" pitchFamily="18" charset="0"/>
                              <a:cs typeface="Times New Roman" panose="02020603050405020304" pitchFamily="18" charset="0"/>
                            </a:rPr>
                          </m:ctrlPr>
                        </m:sSubPr>
                        <m:e>
                          <m:r>
                            <a:rPr lang="en-US" b="0" i="1" smtClean="0">
                              <a:latin typeface="Cambria Math" panose="02040503050406030204" pitchFamily="18" charset="0"/>
                              <a:cs typeface="Times New Roman" panose="02020603050405020304" pitchFamily="18" charset="0"/>
                            </a:rPr>
                            <m:t>𝑥</m:t>
                          </m:r>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sSub>
                        <m:sSubPr>
                          <m:ctrlPr>
                            <a:rPr lang="cy-GB" i="1" smtClean="0">
                              <a:latin typeface="Cambria Math" panose="02040503050406030204" pitchFamily="18" charset="0"/>
                              <a:cs typeface="Times New Roman" panose="02020603050405020304" pitchFamily="18" charset="0"/>
                            </a:rPr>
                          </m:ctrlPr>
                        </m:sSubPr>
                        <m:e>
                          <m:acc>
                            <m:accPr>
                              <m:chr m:val="̆"/>
                              <m:ctrlPr>
                                <a:rPr lang="en-US" i="1">
                                  <a:latin typeface="Cambria Math" panose="02040503050406030204" pitchFamily="18" charset="0"/>
                                  <a:cs typeface="Times New Roman" panose="02020603050405020304" pitchFamily="18" charset="0"/>
                                </a:rPr>
                              </m:ctrlPr>
                            </m:accPr>
                            <m:e>
                              <m:r>
                                <a:rPr lang="en-US" i="1">
                                  <a:latin typeface="Cambria Math" panose="02040503050406030204" pitchFamily="18" charset="0"/>
                                  <a:cs typeface="Times New Roman" panose="02020603050405020304" pitchFamily="18" charset="0"/>
                                </a:rPr>
                                <m:t>𝑥</m:t>
                              </m:r>
                            </m:e>
                          </m:acc>
                        </m:e>
                        <m:sub>
                          <m:r>
                            <a:rPr lang="en-US" b="0" i="1" smtClean="0">
                              <a:latin typeface="Cambria Math" panose="02040503050406030204" pitchFamily="18" charset="0"/>
                              <a:cs typeface="Times New Roman" panose="02020603050405020304" pitchFamily="18" charset="0"/>
                            </a:rPr>
                            <m:t>𝑡</m:t>
                          </m:r>
                        </m:sub>
                      </m:sSub>
                      <m:r>
                        <a:rPr lang="en-US" b="0" i="1" smtClean="0">
                          <a:latin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Residual Encoder </a:t>
                  </a:r>
                  <a14:m>
                    <m:oMath xmlns:m="http://schemas.openxmlformats.org/officeDocument/2006/math">
                      <m:r>
                        <a:rPr lang="en-US" b="0" i="0" smtClean="0">
                          <a:latin typeface="Cambria Math" panose="02040503050406030204" pitchFamily="18" charset="0"/>
                        </a:rPr>
                        <m:t>(</m:t>
                      </m:r>
                      <m:sSub>
                        <m:sSubPr>
                          <m:ctrlPr>
                            <a:rPr lang="cy-GB" i="1" smtClean="0">
                              <a:latin typeface="Cambria Math" panose="02040503050406030204" pitchFamily="18" charset="0"/>
                            </a:rPr>
                          </m:ctrlPr>
                        </m:sSubPr>
                        <m:e>
                          <m:acc>
                            <m:accPr>
                              <m:chr m:val="̂"/>
                              <m:ctrlPr>
                                <a:rPr lang="cy-GB" i="1" smtClean="0">
                                  <a:latin typeface="Cambria Math" panose="02040503050406030204" pitchFamily="18" charset="0"/>
                                </a:rPr>
                              </m:ctrlPr>
                            </m:accPr>
                            <m:e>
                              <m:r>
                                <a:rPr lang="cy-GB" i="1" smtClean="0">
                                  <a:latin typeface="Cambria Math" panose="02040503050406030204" pitchFamily="18" charset="0"/>
                                </a:rPr>
                                <m:t>𝑦</m:t>
                              </m:r>
                            </m:e>
                          </m:acc>
                        </m:e>
                        <m:sub>
                          <m:r>
                            <a:rPr lang="cy-GB" i="1" smtClean="0">
                              <a:latin typeface="Cambria Math" panose="02040503050406030204" pitchFamily="18" charset="0"/>
                            </a:rPr>
                            <m:t>𝑡</m:t>
                          </m:r>
                        </m:sub>
                      </m:sSub>
                      <m:r>
                        <a:rPr lang="en-US" b="0" i="1" smtClean="0">
                          <a:latin typeface="Cambria Math" panose="02040503050406030204" pitchFamily="18" charset="0"/>
                        </a:rPr>
                        <m:t>)</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Entropy Coding (residual)</a:t>
                  </a: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Rate Estimation </a:t>
                  </a:r>
                  <a14:m>
                    <m:oMath xmlns:m="http://schemas.openxmlformats.org/officeDocument/2006/math">
                      <m:r>
                        <a:rPr lang="en-US" b="0" i="1" smtClean="0">
                          <a:latin typeface="Cambria Math" panose="02040503050406030204" pitchFamily="18" charset="0"/>
                          <a:cs typeface="Times New Roman" panose="02020603050405020304" pitchFamily="18" charset="0"/>
                        </a:rPr>
                        <m:t>𝑅</m:t>
                      </m:r>
                    </m:oMath>
                  </a14:m>
                  <a:endParaRPr lang="cy-GB"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cy-GB" dirty="0">
                      <a:latin typeface="Times New Roman" panose="02020603050405020304" pitchFamily="18" charset="0"/>
                      <a:cs typeface="Times New Roman" panose="02020603050405020304" pitchFamily="18" charset="0"/>
                    </a:rPr>
                    <a:t>Loss Function </a:t>
                  </a:r>
                  <a14:m>
                    <m:oMath xmlns:m="http://schemas.openxmlformats.org/officeDocument/2006/math">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cs typeface="Times New Roman" panose="02020603050405020304" pitchFamily="18" charset="0"/>
                        </a:rPr>
                        <m:t>𝐿</m:t>
                      </m:r>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ea typeface="Cambria Math" panose="02040503050406030204" pitchFamily="18" charset="0"/>
                          <a:cs typeface="Times New Roman" panose="02020603050405020304" pitchFamily="18" charset="0"/>
                        </a:rPr>
                        <m:t>𝜆</m:t>
                      </m:r>
                      <m:r>
                        <a:rPr lang="en-US" b="0" i="1" smtClean="0">
                          <a:latin typeface="Cambria Math" panose="02040503050406030204" pitchFamily="18" charset="0"/>
                          <a:ea typeface="Cambria Math" panose="02040503050406030204" pitchFamily="18" charset="0"/>
                          <a:cs typeface="Times New Roman" panose="02020603050405020304" pitchFamily="18" charset="0"/>
                        </a:rPr>
                        <m:t>∙</m:t>
                      </m:r>
                      <m:r>
                        <a:rPr lang="en-US" b="0" i="1" smtClean="0">
                          <a:latin typeface="Cambria Math" panose="02040503050406030204" pitchFamily="18" charset="0"/>
                          <a:ea typeface="Cambria Math" panose="02040503050406030204" pitchFamily="18" charset="0"/>
                          <a:cs typeface="Times New Roman" panose="02020603050405020304" pitchFamily="18" charset="0"/>
                        </a:rPr>
                        <m:t>𝐷</m:t>
                      </m:r>
                      <m:r>
                        <a:rPr lang="en-US" b="0" i="1" smtClean="0">
                          <a:latin typeface="Cambria Math" panose="02040503050406030204" pitchFamily="18" charset="0"/>
                          <a:ea typeface="Cambria Math" panose="02040503050406030204" pitchFamily="18" charset="0"/>
                          <a:cs typeface="Times New Roman" panose="02020603050405020304" pitchFamily="18" charset="0"/>
                        </a:rPr>
                        <m:t>+</m:t>
                      </m:r>
                      <m:r>
                        <a:rPr lang="en-US" b="0" i="1" smtClean="0">
                          <a:latin typeface="Cambria Math" panose="02040503050406030204" pitchFamily="18" charset="0"/>
                          <a:ea typeface="Cambria Math" panose="02040503050406030204" pitchFamily="18" charset="0"/>
                          <a:cs typeface="Times New Roman" panose="02020603050405020304" pitchFamily="18" charset="0"/>
                        </a:rPr>
                        <m:t>𝑅</m:t>
                      </m:r>
                      <m:r>
                        <a:rPr lang="en-US" b="0" i="1" smtClean="0">
                          <a:latin typeface="Cambria Math" panose="02040503050406030204" pitchFamily="18" charset="0"/>
                          <a:ea typeface="Cambria Math" panose="02040503050406030204" pitchFamily="18" charset="0"/>
                          <a:cs typeface="Times New Roman" panose="02020603050405020304" pitchFamily="18" charset="0"/>
                        </a:rPr>
                        <m:t>)</m:t>
                      </m:r>
                    </m:oMath>
                  </a14:m>
                  <a:endParaRPr lang="cy-GB" dirty="0">
                    <a:latin typeface="Times New Roman" panose="02020603050405020304" pitchFamily="18" charset="0"/>
                    <a:cs typeface="Times New Roman" panose="02020603050405020304" pitchFamily="18" charset="0"/>
                  </a:endParaRPr>
                </a:p>
              </p:txBody>
            </p:sp>
          </mc:Choice>
          <mc:Fallback xmlns="">
            <p:sp>
              <p:nvSpPr>
                <p:cNvPr id="20" name="Rectangle 19">
                  <a:extLst>
                    <a:ext uri="{FF2B5EF4-FFF2-40B4-BE49-F238E27FC236}">
                      <a16:creationId xmlns:a16="http://schemas.microsoft.com/office/drawing/2014/main" id="{B5E235C4-7891-85B2-4FE7-EA5D89B3FE49}"/>
                    </a:ext>
                  </a:extLst>
                </p:cNvPr>
                <p:cNvSpPr>
                  <a:spLocks noRot="1" noChangeAspect="1" noMove="1" noResize="1" noEditPoints="1" noAdjustHandles="1" noChangeArrowheads="1" noChangeShapeType="1" noTextEdit="1"/>
                </p:cNvSpPr>
                <p:nvPr/>
              </p:nvSpPr>
              <p:spPr>
                <a:xfrm>
                  <a:off x="605349" y="1849120"/>
                  <a:ext cx="4673042" cy="3931920"/>
                </a:xfrm>
                <a:prstGeom prst="rect">
                  <a:avLst/>
                </a:prstGeom>
                <a:blipFill>
                  <a:blip r:embed="rId4"/>
                  <a:stretch>
                    <a:fillRect l="-650"/>
                  </a:stretch>
                </a:blipFill>
                <a:ln w="9525">
                  <a:solidFill>
                    <a:schemeClr val="bg1"/>
                  </a:solidFill>
                </a:ln>
                <a:effectLst>
                  <a:innerShdw blurRad="63500" dist="50800" dir="8100000">
                    <a:schemeClr val="bg1">
                      <a:alpha val="50000"/>
                    </a:schemeClr>
                  </a:innerShdw>
                </a:effectLst>
              </p:spPr>
              <p:txBody>
                <a:bodyPr/>
                <a:lstStyle/>
                <a:p>
                  <a:r>
                    <a:rPr lang="en-AS">
                      <a:noFill/>
                    </a:rPr>
                    <a:t> </a:t>
                  </a:r>
                </a:p>
              </p:txBody>
            </p:sp>
          </mc:Fallback>
        </mc:AlternateContent>
        <p:sp>
          <p:nvSpPr>
            <p:cNvPr id="8" name="SubTitle_1">
              <a:extLst>
                <a:ext uri="{FF2B5EF4-FFF2-40B4-BE49-F238E27FC236}">
                  <a16:creationId xmlns:a16="http://schemas.microsoft.com/office/drawing/2014/main" id="{BBC86A33-BFCE-5EB7-EA4F-FF6802FF8198}"/>
                </a:ext>
              </a:extLst>
            </p:cNvPr>
            <p:cNvSpPr txBox="1"/>
            <p:nvPr/>
          </p:nvSpPr>
          <p:spPr>
            <a:xfrm>
              <a:off x="1717590" y="1299924"/>
              <a:ext cx="2448560" cy="523220"/>
            </a:xfrm>
            <a:prstGeom prst="rect">
              <a:avLst/>
            </a:prstGeom>
            <a:noFill/>
          </p:spPr>
          <p:txBody>
            <a:bodyPr wrap="square" rtlCol="0">
              <a:spAutoFit/>
            </a:bodyPr>
            <a:lstStyle/>
            <a:p>
              <a:pPr algn="ctr"/>
              <a:r>
                <a:rPr lang="en-US" sz="2800" dirty="0">
                  <a:latin typeface="Times New Roman" panose="02020603050405020304" pitchFamily="18" charset="0"/>
                  <a:cs typeface="Times New Roman" panose="02020603050405020304" pitchFamily="18" charset="0"/>
                </a:rPr>
                <a:t> Encoding Path</a:t>
              </a:r>
            </a:p>
          </p:txBody>
        </p:sp>
      </p:grpSp>
    </p:spTree>
    <p:extLst>
      <p:ext uri="{BB962C8B-B14F-4D97-AF65-F5344CB8AC3E}">
        <p14:creationId xmlns:p14="http://schemas.microsoft.com/office/powerpoint/2010/main" val="41160626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up)">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FF7A13F-32E3-B2FD-45C0-26C80C2E4017}"/>
            </a:ext>
          </a:extLst>
        </p:cNvPr>
        <p:cNvGrpSpPr/>
        <p:nvPr/>
      </p:nvGrpSpPr>
      <p:grpSpPr>
        <a:xfrm>
          <a:off x="0" y="0"/>
          <a:ext cx="0" cy="0"/>
          <a:chOff x="0" y="0"/>
          <a:chExt cx="0" cy="0"/>
        </a:xfrm>
      </p:grpSpPr>
      <p:grpSp>
        <p:nvGrpSpPr>
          <p:cNvPr id="131" name="Line_H">
            <a:extLst>
              <a:ext uri="{FF2B5EF4-FFF2-40B4-BE49-F238E27FC236}">
                <a16:creationId xmlns:a16="http://schemas.microsoft.com/office/drawing/2014/main" id="{E72AE85A-47ED-2FA6-2E8F-A1099D33DE1F}"/>
              </a:ext>
            </a:extLst>
          </p:cNvPr>
          <p:cNvGrpSpPr/>
          <p:nvPr/>
        </p:nvGrpSpPr>
        <p:grpSpPr>
          <a:xfrm>
            <a:off x="208116" y="-268543"/>
            <a:ext cx="11775768" cy="7395087"/>
            <a:chOff x="213031" y="-150559"/>
            <a:chExt cx="11775768" cy="7395087"/>
          </a:xfrm>
        </p:grpSpPr>
        <p:cxnSp>
          <p:nvCxnSpPr>
            <p:cNvPr id="149" name="Straight Connector 148">
              <a:extLst>
                <a:ext uri="{FF2B5EF4-FFF2-40B4-BE49-F238E27FC236}">
                  <a16:creationId xmlns:a16="http://schemas.microsoft.com/office/drawing/2014/main" id="{7D7212F3-9FE1-E08E-0BF4-AFC5B60BB8CB}"/>
                </a:ext>
              </a:extLst>
            </p:cNvPr>
            <p:cNvCxnSpPr>
              <a:cxnSpLocks/>
            </p:cNvCxnSpPr>
            <p:nvPr/>
          </p:nvCxnSpPr>
          <p:spPr>
            <a:xfrm>
              <a:off x="213031"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0" name="Straight Connector 149">
              <a:extLst>
                <a:ext uri="{FF2B5EF4-FFF2-40B4-BE49-F238E27FC236}">
                  <a16:creationId xmlns:a16="http://schemas.microsoft.com/office/drawing/2014/main" id="{D8CA36BC-A49F-6BA1-A384-C1BFC0E1AE30}"/>
                </a:ext>
              </a:extLst>
            </p:cNvPr>
            <p:cNvCxnSpPr>
              <a:cxnSpLocks/>
            </p:cNvCxnSpPr>
            <p:nvPr/>
          </p:nvCxnSpPr>
          <p:spPr>
            <a:xfrm>
              <a:off x="684062"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1" name="Straight Connector 150">
              <a:extLst>
                <a:ext uri="{FF2B5EF4-FFF2-40B4-BE49-F238E27FC236}">
                  <a16:creationId xmlns:a16="http://schemas.microsoft.com/office/drawing/2014/main" id="{9F4DEF7B-F8C1-4F65-D5FE-AEB8470104F9}"/>
                </a:ext>
              </a:extLst>
            </p:cNvPr>
            <p:cNvCxnSpPr>
              <a:cxnSpLocks/>
            </p:cNvCxnSpPr>
            <p:nvPr/>
          </p:nvCxnSpPr>
          <p:spPr>
            <a:xfrm>
              <a:off x="1155093"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2" name="Straight Connector 151">
              <a:extLst>
                <a:ext uri="{FF2B5EF4-FFF2-40B4-BE49-F238E27FC236}">
                  <a16:creationId xmlns:a16="http://schemas.microsoft.com/office/drawing/2014/main" id="{CB10F79A-76C0-84F2-4872-2CABA698DE5D}"/>
                </a:ext>
              </a:extLst>
            </p:cNvPr>
            <p:cNvCxnSpPr>
              <a:cxnSpLocks/>
            </p:cNvCxnSpPr>
            <p:nvPr/>
          </p:nvCxnSpPr>
          <p:spPr>
            <a:xfrm>
              <a:off x="1626124"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3" name="Straight Connector 152">
              <a:extLst>
                <a:ext uri="{FF2B5EF4-FFF2-40B4-BE49-F238E27FC236}">
                  <a16:creationId xmlns:a16="http://schemas.microsoft.com/office/drawing/2014/main" id="{F4C9C647-08CA-BCCB-7A0B-017F56C26EB9}"/>
                </a:ext>
              </a:extLst>
            </p:cNvPr>
            <p:cNvCxnSpPr>
              <a:cxnSpLocks/>
            </p:cNvCxnSpPr>
            <p:nvPr/>
          </p:nvCxnSpPr>
          <p:spPr>
            <a:xfrm>
              <a:off x="2097155"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4" name="Straight Connector 153">
              <a:extLst>
                <a:ext uri="{FF2B5EF4-FFF2-40B4-BE49-F238E27FC236}">
                  <a16:creationId xmlns:a16="http://schemas.microsoft.com/office/drawing/2014/main" id="{7794628B-0283-A3BA-DCAE-F510B84B49B9}"/>
                </a:ext>
              </a:extLst>
            </p:cNvPr>
            <p:cNvCxnSpPr>
              <a:cxnSpLocks/>
            </p:cNvCxnSpPr>
            <p:nvPr/>
          </p:nvCxnSpPr>
          <p:spPr>
            <a:xfrm>
              <a:off x="2568186"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5" name="Straight Connector 154">
              <a:extLst>
                <a:ext uri="{FF2B5EF4-FFF2-40B4-BE49-F238E27FC236}">
                  <a16:creationId xmlns:a16="http://schemas.microsoft.com/office/drawing/2014/main" id="{17F6A3B4-8215-B29E-40B8-0400091F10D8}"/>
                </a:ext>
              </a:extLst>
            </p:cNvPr>
            <p:cNvCxnSpPr>
              <a:cxnSpLocks/>
            </p:cNvCxnSpPr>
            <p:nvPr/>
          </p:nvCxnSpPr>
          <p:spPr>
            <a:xfrm>
              <a:off x="3039217"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6" name="Straight Connector 155">
              <a:extLst>
                <a:ext uri="{FF2B5EF4-FFF2-40B4-BE49-F238E27FC236}">
                  <a16:creationId xmlns:a16="http://schemas.microsoft.com/office/drawing/2014/main" id="{E1AF9963-0E20-DC2E-5752-534F377BBE6E}"/>
                </a:ext>
              </a:extLst>
            </p:cNvPr>
            <p:cNvCxnSpPr>
              <a:cxnSpLocks/>
            </p:cNvCxnSpPr>
            <p:nvPr/>
          </p:nvCxnSpPr>
          <p:spPr>
            <a:xfrm>
              <a:off x="3510248"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7" name="Straight Connector 156">
              <a:extLst>
                <a:ext uri="{FF2B5EF4-FFF2-40B4-BE49-F238E27FC236}">
                  <a16:creationId xmlns:a16="http://schemas.microsoft.com/office/drawing/2014/main" id="{D7185837-2D4A-0D7A-99D5-8FCBD05FA6C7}"/>
                </a:ext>
              </a:extLst>
            </p:cNvPr>
            <p:cNvCxnSpPr>
              <a:cxnSpLocks/>
            </p:cNvCxnSpPr>
            <p:nvPr/>
          </p:nvCxnSpPr>
          <p:spPr>
            <a:xfrm>
              <a:off x="3981279"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8" name="Straight Connector 157">
              <a:extLst>
                <a:ext uri="{FF2B5EF4-FFF2-40B4-BE49-F238E27FC236}">
                  <a16:creationId xmlns:a16="http://schemas.microsoft.com/office/drawing/2014/main" id="{A82375E3-FBE4-0E2D-87D6-03EA6A91C430}"/>
                </a:ext>
              </a:extLst>
            </p:cNvPr>
            <p:cNvCxnSpPr>
              <a:cxnSpLocks/>
            </p:cNvCxnSpPr>
            <p:nvPr/>
          </p:nvCxnSpPr>
          <p:spPr>
            <a:xfrm>
              <a:off x="4452310"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59" name="Straight Connector 158">
              <a:extLst>
                <a:ext uri="{FF2B5EF4-FFF2-40B4-BE49-F238E27FC236}">
                  <a16:creationId xmlns:a16="http://schemas.microsoft.com/office/drawing/2014/main" id="{8B26342F-3CD9-9537-5FB0-CEEE96345E28}"/>
                </a:ext>
              </a:extLst>
            </p:cNvPr>
            <p:cNvCxnSpPr>
              <a:cxnSpLocks/>
            </p:cNvCxnSpPr>
            <p:nvPr/>
          </p:nvCxnSpPr>
          <p:spPr>
            <a:xfrm>
              <a:off x="4923341"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0" name="Straight Connector 159">
              <a:extLst>
                <a:ext uri="{FF2B5EF4-FFF2-40B4-BE49-F238E27FC236}">
                  <a16:creationId xmlns:a16="http://schemas.microsoft.com/office/drawing/2014/main" id="{7ED232F9-1367-9697-8B01-5A0B4433F63B}"/>
                </a:ext>
              </a:extLst>
            </p:cNvPr>
            <p:cNvCxnSpPr>
              <a:cxnSpLocks/>
            </p:cNvCxnSpPr>
            <p:nvPr/>
          </p:nvCxnSpPr>
          <p:spPr>
            <a:xfrm>
              <a:off x="5394372"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1" name="Straight Connector 160">
              <a:extLst>
                <a:ext uri="{FF2B5EF4-FFF2-40B4-BE49-F238E27FC236}">
                  <a16:creationId xmlns:a16="http://schemas.microsoft.com/office/drawing/2014/main" id="{69FE829F-5987-67B3-F097-2B5012C47717}"/>
                </a:ext>
              </a:extLst>
            </p:cNvPr>
            <p:cNvCxnSpPr>
              <a:cxnSpLocks/>
            </p:cNvCxnSpPr>
            <p:nvPr/>
          </p:nvCxnSpPr>
          <p:spPr>
            <a:xfrm>
              <a:off x="5865403"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2" name="Straight Connector 161">
              <a:extLst>
                <a:ext uri="{FF2B5EF4-FFF2-40B4-BE49-F238E27FC236}">
                  <a16:creationId xmlns:a16="http://schemas.microsoft.com/office/drawing/2014/main" id="{84AF3A99-D48D-5632-5E56-9AD5104B9112}"/>
                </a:ext>
              </a:extLst>
            </p:cNvPr>
            <p:cNvCxnSpPr>
              <a:cxnSpLocks/>
            </p:cNvCxnSpPr>
            <p:nvPr/>
          </p:nvCxnSpPr>
          <p:spPr>
            <a:xfrm>
              <a:off x="6336434"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3" name="Straight Connector 162">
              <a:extLst>
                <a:ext uri="{FF2B5EF4-FFF2-40B4-BE49-F238E27FC236}">
                  <a16:creationId xmlns:a16="http://schemas.microsoft.com/office/drawing/2014/main" id="{225A7F94-F94A-13AF-00F7-CF2CB7E1A0BC}"/>
                </a:ext>
              </a:extLst>
            </p:cNvPr>
            <p:cNvCxnSpPr>
              <a:cxnSpLocks/>
            </p:cNvCxnSpPr>
            <p:nvPr/>
          </p:nvCxnSpPr>
          <p:spPr>
            <a:xfrm>
              <a:off x="6807465"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CBECE8FA-7F19-8B14-677E-A56B1218FA47}"/>
                </a:ext>
              </a:extLst>
            </p:cNvPr>
            <p:cNvCxnSpPr>
              <a:cxnSpLocks/>
            </p:cNvCxnSpPr>
            <p:nvPr/>
          </p:nvCxnSpPr>
          <p:spPr>
            <a:xfrm>
              <a:off x="7278496"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5" name="Straight Connector 164">
              <a:extLst>
                <a:ext uri="{FF2B5EF4-FFF2-40B4-BE49-F238E27FC236}">
                  <a16:creationId xmlns:a16="http://schemas.microsoft.com/office/drawing/2014/main" id="{163987F0-FABF-2FA7-C697-F7363981E612}"/>
                </a:ext>
              </a:extLst>
            </p:cNvPr>
            <p:cNvCxnSpPr>
              <a:cxnSpLocks/>
            </p:cNvCxnSpPr>
            <p:nvPr/>
          </p:nvCxnSpPr>
          <p:spPr>
            <a:xfrm>
              <a:off x="7749527"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28FC2193-B2B3-755C-2E08-61AB469A8D80}"/>
                </a:ext>
              </a:extLst>
            </p:cNvPr>
            <p:cNvCxnSpPr>
              <a:cxnSpLocks/>
            </p:cNvCxnSpPr>
            <p:nvPr/>
          </p:nvCxnSpPr>
          <p:spPr>
            <a:xfrm>
              <a:off x="8220558"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7" name="Straight Connector 166">
              <a:extLst>
                <a:ext uri="{FF2B5EF4-FFF2-40B4-BE49-F238E27FC236}">
                  <a16:creationId xmlns:a16="http://schemas.microsoft.com/office/drawing/2014/main" id="{46BB8324-6568-2E0D-0F1F-3181A8FEE7E3}"/>
                </a:ext>
              </a:extLst>
            </p:cNvPr>
            <p:cNvCxnSpPr>
              <a:cxnSpLocks/>
            </p:cNvCxnSpPr>
            <p:nvPr/>
          </p:nvCxnSpPr>
          <p:spPr>
            <a:xfrm>
              <a:off x="8691589"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AC912D2D-B200-5031-9211-A478A616638B}"/>
                </a:ext>
              </a:extLst>
            </p:cNvPr>
            <p:cNvCxnSpPr>
              <a:cxnSpLocks/>
            </p:cNvCxnSpPr>
            <p:nvPr/>
          </p:nvCxnSpPr>
          <p:spPr>
            <a:xfrm>
              <a:off x="9162620"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69" name="Straight Connector 168">
              <a:extLst>
                <a:ext uri="{FF2B5EF4-FFF2-40B4-BE49-F238E27FC236}">
                  <a16:creationId xmlns:a16="http://schemas.microsoft.com/office/drawing/2014/main" id="{20D6DF11-A7D5-C977-4A20-EBB245C23033}"/>
                </a:ext>
              </a:extLst>
            </p:cNvPr>
            <p:cNvCxnSpPr>
              <a:cxnSpLocks/>
            </p:cNvCxnSpPr>
            <p:nvPr/>
          </p:nvCxnSpPr>
          <p:spPr>
            <a:xfrm>
              <a:off x="9633651"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2B90D6A1-5291-A82A-35B1-C4C6DB6FB2CD}"/>
                </a:ext>
              </a:extLst>
            </p:cNvPr>
            <p:cNvCxnSpPr>
              <a:cxnSpLocks/>
            </p:cNvCxnSpPr>
            <p:nvPr/>
          </p:nvCxnSpPr>
          <p:spPr>
            <a:xfrm>
              <a:off x="10104682"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71" name="Straight Connector 170">
              <a:extLst>
                <a:ext uri="{FF2B5EF4-FFF2-40B4-BE49-F238E27FC236}">
                  <a16:creationId xmlns:a16="http://schemas.microsoft.com/office/drawing/2014/main" id="{A0B45FB0-74A3-A5BB-88F7-56136385076C}"/>
                </a:ext>
              </a:extLst>
            </p:cNvPr>
            <p:cNvCxnSpPr>
              <a:cxnSpLocks/>
            </p:cNvCxnSpPr>
            <p:nvPr/>
          </p:nvCxnSpPr>
          <p:spPr>
            <a:xfrm>
              <a:off x="10575713"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B8E5FDA8-35C4-A2AB-6AC2-BA687EB9D7C6}"/>
                </a:ext>
              </a:extLst>
            </p:cNvPr>
            <p:cNvCxnSpPr>
              <a:cxnSpLocks/>
            </p:cNvCxnSpPr>
            <p:nvPr/>
          </p:nvCxnSpPr>
          <p:spPr>
            <a:xfrm>
              <a:off x="11046744"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A8E14A09-83DA-A880-0D06-6A14AB799619}"/>
                </a:ext>
              </a:extLst>
            </p:cNvPr>
            <p:cNvCxnSpPr>
              <a:cxnSpLocks/>
            </p:cNvCxnSpPr>
            <p:nvPr/>
          </p:nvCxnSpPr>
          <p:spPr>
            <a:xfrm>
              <a:off x="11517775"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74" name="Straight Connector 173">
              <a:extLst>
                <a:ext uri="{FF2B5EF4-FFF2-40B4-BE49-F238E27FC236}">
                  <a16:creationId xmlns:a16="http://schemas.microsoft.com/office/drawing/2014/main" id="{02AE9731-FFFC-9596-F1BE-FB8AFDEA1081}"/>
                </a:ext>
              </a:extLst>
            </p:cNvPr>
            <p:cNvCxnSpPr>
              <a:cxnSpLocks/>
            </p:cNvCxnSpPr>
            <p:nvPr/>
          </p:nvCxnSpPr>
          <p:spPr>
            <a:xfrm>
              <a:off x="11988799" y="-150559"/>
              <a:ext cx="0" cy="7395087"/>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grpSp>
      <p:grpSp>
        <p:nvGrpSpPr>
          <p:cNvPr id="132" name="Line_V">
            <a:extLst>
              <a:ext uri="{FF2B5EF4-FFF2-40B4-BE49-F238E27FC236}">
                <a16:creationId xmlns:a16="http://schemas.microsoft.com/office/drawing/2014/main" id="{3E91452D-B258-734E-8FE9-251D86A4AD2B}"/>
              </a:ext>
            </a:extLst>
          </p:cNvPr>
          <p:cNvGrpSpPr/>
          <p:nvPr/>
        </p:nvGrpSpPr>
        <p:grpSpPr>
          <a:xfrm>
            <a:off x="-204000" y="413161"/>
            <a:ext cx="12600000" cy="6031679"/>
            <a:chOff x="-104415" y="435429"/>
            <a:chExt cx="12600000" cy="6031679"/>
          </a:xfrm>
        </p:grpSpPr>
        <p:cxnSp>
          <p:nvCxnSpPr>
            <p:cNvPr id="133" name="Straight Connector 132">
              <a:extLst>
                <a:ext uri="{FF2B5EF4-FFF2-40B4-BE49-F238E27FC236}">
                  <a16:creationId xmlns:a16="http://schemas.microsoft.com/office/drawing/2014/main" id="{714C8C6F-2FD5-B895-0E0F-5E8E03ADEAE8}"/>
                </a:ext>
              </a:extLst>
            </p:cNvPr>
            <p:cNvCxnSpPr>
              <a:cxnSpLocks/>
            </p:cNvCxnSpPr>
            <p:nvPr/>
          </p:nvCxnSpPr>
          <p:spPr>
            <a:xfrm>
              <a:off x="-104415" y="435429"/>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4" name="Straight Connector 133">
              <a:extLst>
                <a:ext uri="{FF2B5EF4-FFF2-40B4-BE49-F238E27FC236}">
                  <a16:creationId xmlns:a16="http://schemas.microsoft.com/office/drawing/2014/main" id="{2881D6FA-4D2C-141F-25F6-BDBF2A065C7B}"/>
                </a:ext>
              </a:extLst>
            </p:cNvPr>
            <p:cNvCxnSpPr>
              <a:cxnSpLocks/>
            </p:cNvCxnSpPr>
            <p:nvPr/>
          </p:nvCxnSpPr>
          <p:spPr>
            <a:xfrm>
              <a:off x="-104415" y="837541"/>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5" name="Straight Connector 134">
              <a:extLst>
                <a:ext uri="{FF2B5EF4-FFF2-40B4-BE49-F238E27FC236}">
                  <a16:creationId xmlns:a16="http://schemas.microsoft.com/office/drawing/2014/main" id="{B436C512-FB52-336F-1BA2-CBFC02BF3E5A}"/>
                </a:ext>
              </a:extLst>
            </p:cNvPr>
            <p:cNvCxnSpPr>
              <a:cxnSpLocks/>
            </p:cNvCxnSpPr>
            <p:nvPr/>
          </p:nvCxnSpPr>
          <p:spPr>
            <a:xfrm>
              <a:off x="-104415" y="1239653"/>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6" name="Straight Connector 135">
              <a:extLst>
                <a:ext uri="{FF2B5EF4-FFF2-40B4-BE49-F238E27FC236}">
                  <a16:creationId xmlns:a16="http://schemas.microsoft.com/office/drawing/2014/main" id="{4FD0A0E4-B25D-A0B4-F0E4-9B15EEF0BF37}"/>
                </a:ext>
              </a:extLst>
            </p:cNvPr>
            <p:cNvCxnSpPr>
              <a:cxnSpLocks/>
            </p:cNvCxnSpPr>
            <p:nvPr/>
          </p:nvCxnSpPr>
          <p:spPr>
            <a:xfrm>
              <a:off x="-104415" y="1641765"/>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7" name="Straight Connector 136">
              <a:extLst>
                <a:ext uri="{FF2B5EF4-FFF2-40B4-BE49-F238E27FC236}">
                  <a16:creationId xmlns:a16="http://schemas.microsoft.com/office/drawing/2014/main" id="{1D243668-7EB3-E142-DF49-BAC91BD7B5E1}"/>
                </a:ext>
              </a:extLst>
            </p:cNvPr>
            <p:cNvCxnSpPr>
              <a:cxnSpLocks/>
            </p:cNvCxnSpPr>
            <p:nvPr/>
          </p:nvCxnSpPr>
          <p:spPr>
            <a:xfrm>
              <a:off x="-104415" y="2043877"/>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8" name="Straight Connector 137">
              <a:extLst>
                <a:ext uri="{FF2B5EF4-FFF2-40B4-BE49-F238E27FC236}">
                  <a16:creationId xmlns:a16="http://schemas.microsoft.com/office/drawing/2014/main" id="{79E4AAEB-6D42-26B8-F505-F4F12B934BFC}"/>
                </a:ext>
              </a:extLst>
            </p:cNvPr>
            <p:cNvCxnSpPr>
              <a:cxnSpLocks/>
            </p:cNvCxnSpPr>
            <p:nvPr/>
          </p:nvCxnSpPr>
          <p:spPr>
            <a:xfrm>
              <a:off x="-104415" y="2445989"/>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39" name="Straight Connector 138">
              <a:extLst>
                <a:ext uri="{FF2B5EF4-FFF2-40B4-BE49-F238E27FC236}">
                  <a16:creationId xmlns:a16="http://schemas.microsoft.com/office/drawing/2014/main" id="{2FC24E76-BF28-8E65-B1B1-03795642148F}"/>
                </a:ext>
              </a:extLst>
            </p:cNvPr>
            <p:cNvCxnSpPr>
              <a:cxnSpLocks/>
            </p:cNvCxnSpPr>
            <p:nvPr/>
          </p:nvCxnSpPr>
          <p:spPr>
            <a:xfrm>
              <a:off x="-104415" y="2848101"/>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0" name="Straight Connector 139">
              <a:extLst>
                <a:ext uri="{FF2B5EF4-FFF2-40B4-BE49-F238E27FC236}">
                  <a16:creationId xmlns:a16="http://schemas.microsoft.com/office/drawing/2014/main" id="{3D167CEC-C3C7-3E5A-1E47-AF891D33EBB0}"/>
                </a:ext>
              </a:extLst>
            </p:cNvPr>
            <p:cNvCxnSpPr>
              <a:cxnSpLocks/>
            </p:cNvCxnSpPr>
            <p:nvPr/>
          </p:nvCxnSpPr>
          <p:spPr>
            <a:xfrm>
              <a:off x="-104415" y="3250213"/>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1" name="Straight Connector 140">
              <a:extLst>
                <a:ext uri="{FF2B5EF4-FFF2-40B4-BE49-F238E27FC236}">
                  <a16:creationId xmlns:a16="http://schemas.microsoft.com/office/drawing/2014/main" id="{DBDBD22E-F6E9-B25A-EB87-3A4558ABBEAE}"/>
                </a:ext>
              </a:extLst>
            </p:cNvPr>
            <p:cNvCxnSpPr>
              <a:cxnSpLocks/>
            </p:cNvCxnSpPr>
            <p:nvPr/>
          </p:nvCxnSpPr>
          <p:spPr>
            <a:xfrm>
              <a:off x="-104415" y="3652325"/>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2" name="Straight Connector 141">
              <a:extLst>
                <a:ext uri="{FF2B5EF4-FFF2-40B4-BE49-F238E27FC236}">
                  <a16:creationId xmlns:a16="http://schemas.microsoft.com/office/drawing/2014/main" id="{2FB7EAE8-F89B-AB95-0C6C-EDC427102A84}"/>
                </a:ext>
              </a:extLst>
            </p:cNvPr>
            <p:cNvCxnSpPr>
              <a:cxnSpLocks/>
            </p:cNvCxnSpPr>
            <p:nvPr/>
          </p:nvCxnSpPr>
          <p:spPr>
            <a:xfrm>
              <a:off x="-104415" y="4054437"/>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3" name="Straight Connector 142">
              <a:extLst>
                <a:ext uri="{FF2B5EF4-FFF2-40B4-BE49-F238E27FC236}">
                  <a16:creationId xmlns:a16="http://schemas.microsoft.com/office/drawing/2014/main" id="{692B81EB-4D02-80C5-5A88-F7E16EB22517}"/>
                </a:ext>
              </a:extLst>
            </p:cNvPr>
            <p:cNvCxnSpPr>
              <a:cxnSpLocks/>
            </p:cNvCxnSpPr>
            <p:nvPr/>
          </p:nvCxnSpPr>
          <p:spPr>
            <a:xfrm>
              <a:off x="-104415" y="4456549"/>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4" name="Straight Connector 143">
              <a:extLst>
                <a:ext uri="{FF2B5EF4-FFF2-40B4-BE49-F238E27FC236}">
                  <a16:creationId xmlns:a16="http://schemas.microsoft.com/office/drawing/2014/main" id="{2C9492B1-4D47-81FE-8044-43C12DE853AF}"/>
                </a:ext>
              </a:extLst>
            </p:cNvPr>
            <p:cNvCxnSpPr>
              <a:cxnSpLocks/>
            </p:cNvCxnSpPr>
            <p:nvPr/>
          </p:nvCxnSpPr>
          <p:spPr>
            <a:xfrm>
              <a:off x="-104415" y="4858661"/>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5" name="Straight Connector 144">
              <a:extLst>
                <a:ext uri="{FF2B5EF4-FFF2-40B4-BE49-F238E27FC236}">
                  <a16:creationId xmlns:a16="http://schemas.microsoft.com/office/drawing/2014/main" id="{ADD6A989-2DA8-60B4-DFED-FDDFB3D35EA3}"/>
                </a:ext>
              </a:extLst>
            </p:cNvPr>
            <p:cNvCxnSpPr>
              <a:cxnSpLocks/>
            </p:cNvCxnSpPr>
            <p:nvPr/>
          </p:nvCxnSpPr>
          <p:spPr>
            <a:xfrm>
              <a:off x="-104415" y="5260773"/>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6" name="Straight Connector 145">
              <a:extLst>
                <a:ext uri="{FF2B5EF4-FFF2-40B4-BE49-F238E27FC236}">
                  <a16:creationId xmlns:a16="http://schemas.microsoft.com/office/drawing/2014/main" id="{09B90AC7-F1CE-FC3E-68EC-2FBC163D7E3A}"/>
                </a:ext>
              </a:extLst>
            </p:cNvPr>
            <p:cNvCxnSpPr>
              <a:cxnSpLocks/>
            </p:cNvCxnSpPr>
            <p:nvPr/>
          </p:nvCxnSpPr>
          <p:spPr>
            <a:xfrm>
              <a:off x="-104415" y="5662885"/>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7" name="Straight Connector 146">
              <a:extLst>
                <a:ext uri="{FF2B5EF4-FFF2-40B4-BE49-F238E27FC236}">
                  <a16:creationId xmlns:a16="http://schemas.microsoft.com/office/drawing/2014/main" id="{6740B3CE-4466-72F7-BE05-04407753E8F7}"/>
                </a:ext>
              </a:extLst>
            </p:cNvPr>
            <p:cNvCxnSpPr>
              <a:cxnSpLocks/>
            </p:cNvCxnSpPr>
            <p:nvPr/>
          </p:nvCxnSpPr>
          <p:spPr>
            <a:xfrm>
              <a:off x="-104415" y="6064997"/>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cxnSp>
          <p:nvCxnSpPr>
            <p:cNvPr id="148" name="Straight Connector 147">
              <a:extLst>
                <a:ext uri="{FF2B5EF4-FFF2-40B4-BE49-F238E27FC236}">
                  <a16:creationId xmlns:a16="http://schemas.microsoft.com/office/drawing/2014/main" id="{8D98D1A2-F701-5AA7-240D-3D58168BB5C0}"/>
                </a:ext>
              </a:extLst>
            </p:cNvPr>
            <p:cNvCxnSpPr>
              <a:cxnSpLocks/>
            </p:cNvCxnSpPr>
            <p:nvPr/>
          </p:nvCxnSpPr>
          <p:spPr>
            <a:xfrm>
              <a:off x="-104415" y="6467108"/>
              <a:ext cx="12600000" cy="0"/>
            </a:xfrm>
            <a:prstGeom prst="line">
              <a:avLst/>
            </a:prstGeom>
            <a:ln>
              <a:solidFill>
                <a:srgbClr val="282828"/>
              </a:solidFill>
            </a:ln>
          </p:spPr>
          <p:style>
            <a:lnRef idx="2">
              <a:schemeClr val="accent1"/>
            </a:lnRef>
            <a:fillRef idx="0">
              <a:schemeClr val="accent1"/>
            </a:fillRef>
            <a:effectRef idx="1">
              <a:schemeClr val="accent1"/>
            </a:effectRef>
            <a:fontRef idx="minor">
              <a:schemeClr val="tx1"/>
            </a:fontRef>
          </p:style>
        </p:cxnSp>
      </p:grpSp>
      <p:sp>
        <p:nvSpPr>
          <p:cNvPr id="394" name="Gradient_Rigth">
            <a:extLst>
              <a:ext uri="{FF2B5EF4-FFF2-40B4-BE49-F238E27FC236}">
                <a16:creationId xmlns:a16="http://schemas.microsoft.com/office/drawing/2014/main" id="{D86784ED-66E1-3F03-C62F-D32A95676183}"/>
              </a:ext>
            </a:extLst>
          </p:cNvPr>
          <p:cNvSpPr/>
          <p:nvPr/>
        </p:nvSpPr>
        <p:spPr>
          <a:xfrm>
            <a:off x="11157835" y="-5764"/>
            <a:ext cx="3643085" cy="6858000"/>
          </a:xfrm>
          <a:prstGeom prst="rect">
            <a:avLst/>
          </a:prstGeom>
          <a:gradFill flip="none" rotWithShape="1">
            <a:gsLst>
              <a:gs pos="0">
                <a:schemeClr val="accent1">
                  <a:lumMod val="5000"/>
                  <a:lumOff val="95000"/>
                  <a:alpha val="0"/>
                </a:schemeClr>
              </a:gs>
              <a:gs pos="90000">
                <a:schemeClr val="bg2">
                  <a:lumMod val="2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00" name="Glow_Rigth">
            <a:extLst>
              <a:ext uri="{FF2B5EF4-FFF2-40B4-BE49-F238E27FC236}">
                <a16:creationId xmlns:a16="http://schemas.microsoft.com/office/drawing/2014/main" id="{8D597BC6-79F2-3D20-9111-A28F9278BF5B}"/>
              </a:ext>
            </a:extLst>
          </p:cNvPr>
          <p:cNvSpPr/>
          <p:nvPr/>
        </p:nvSpPr>
        <p:spPr>
          <a:xfrm>
            <a:off x="-495350" y="0"/>
            <a:ext cx="3053635" cy="6858000"/>
          </a:xfrm>
          <a:prstGeom prst="rect">
            <a:avLst/>
          </a:prstGeom>
          <a:gradFill flip="none" rotWithShape="1">
            <a:gsLst>
              <a:gs pos="35000">
                <a:schemeClr val="tx1">
                  <a:alpha val="0"/>
                </a:schemeClr>
              </a:gs>
              <a:gs pos="0">
                <a:schemeClr val="accent1">
                  <a:lumMod val="5000"/>
                  <a:lumOff val="95000"/>
                </a:schemeClr>
              </a:gs>
            </a:gsLst>
            <a:lin ang="0" scaled="1"/>
            <a:tileRect/>
          </a:gradFill>
          <a:ln>
            <a:noFill/>
          </a:ln>
          <a:effectLst>
            <a:innerShdw blurRad="114300">
              <a:prstClr val="black"/>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01" name="Glow_Bottom">
            <a:extLst>
              <a:ext uri="{FF2B5EF4-FFF2-40B4-BE49-F238E27FC236}">
                <a16:creationId xmlns:a16="http://schemas.microsoft.com/office/drawing/2014/main" id="{9825A147-958A-AAEB-CC2C-1F2FB414CE0E}"/>
              </a:ext>
            </a:extLst>
          </p:cNvPr>
          <p:cNvSpPr/>
          <p:nvPr/>
        </p:nvSpPr>
        <p:spPr>
          <a:xfrm rot="16200000">
            <a:off x="4568454" y="-315022"/>
            <a:ext cx="3053635" cy="12191999"/>
          </a:xfrm>
          <a:prstGeom prst="rect">
            <a:avLst/>
          </a:prstGeom>
          <a:gradFill flip="none" rotWithShape="1">
            <a:gsLst>
              <a:gs pos="35000">
                <a:schemeClr val="tx1">
                  <a:alpha val="0"/>
                </a:schemeClr>
              </a:gs>
              <a:gs pos="0">
                <a:schemeClr val="accent1">
                  <a:lumMod val="5000"/>
                  <a:lumOff val="95000"/>
                </a:schemeClr>
              </a:gs>
            </a:gsLst>
            <a:lin ang="0" scaled="1"/>
            <a:tileRect/>
          </a:gradFill>
          <a:ln>
            <a:noFill/>
          </a:ln>
          <a:effectLst>
            <a:innerShdw blurRad="114300">
              <a:prstClr val="black"/>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Footer Placeholder 1">
            <a:extLst>
              <a:ext uri="{FF2B5EF4-FFF2-40B4-BE49-F238E27FC236}">
                <a16:creationId xmlns:a16="http://schemas.microsoft.com/office/drawing/2014/main" id="{C191154F-0E5E-EADE-D8EC-A7169DAD116B}"/>
              </a:ext>
            </a:extLst>
          </p:cNvPr>
          <p:cNvSpPr>
            <a:spLocks noGrp="1"/>
          </p:cNvSpPr>
          <p:nvPr>
            <p:ph type="ftr" sz="quarter" idx="11"/>
          </p:nvPr>
        </p:nvSpPr>
        <p:spPr>
          <a:xfrm>
            <a:off x="363600" y="6492875"/>
            <a:ext cx="4114800" cy="365125"/>
          </a:xfrm>
        </p:spPr>
        <p:txBody>
          <a:bodyPr/>
          <a:lstStyle/>
          <a:p>
            <a:pPr algn="l"/>
            <a:r>
              <a:rPr lang="en-US" dirty="0">
                <a:solidFill>
                  <a:schemeClr val="bg1"/>
                </a:solidFill>
                <a:effectLst>
                  <a:glow rad="101600">
                    <a:schemeClr val="bg1">
                      <a:alpha val="40000"/>
                    </a:schemeClr>
                  </a:glow>
                </a:effectLst>
              </a:rPr>
              <a:t>ABVCS</a:t>
            </a:r>
            <a:endParaRPr lang="en-AS" dirty="0">
              <a:solidFill>
                <a:schemeClr val="bg1"/>
              </a:solidFill>
              <a:effectLst>
                <a:glow rad="101600">
                  <a:schemeClr val="bg1">
                    <a:alpha val="40000"/>
                  </a:schemeClr>
                </a:glow>
              </a:effectLst>
            </a:endParaRPr>
          </a:p>
        </p:txBody>
      </p:sp>
      <p:sp>
        <p:nvSpPr>
          <p:cNvPr id="196" name="Slide Number Placeholder 195">
            <a:extLst>
              <a:ext uri="{FF2B5EF4-FFF2-40B4-BE49-F238E27FC236}">
                <a16:creationId xmlns:a16="http://schemas.microsoft.com/office/drawing/2014/main" id="{17C88050-7155-2438-00D1-6D02F2900619}"/>
              </a:ext>
            </a:extLst>
          </p:cNvPr>
          <p:cNvSpPr>
            <a:spLocks noGrp="1"/>
          </p:cNvSpPr>
          <p:nvPr>
            <p:ph type="sldNum" sz="quarter" idx="12"/>
          </p:nvPr>
        </p:nvSpPr>
        <p:spPr>
          <a:xfrm>
            <a:off x="0" y="6492875"/>
            <a:ext cx="363600" cy="365125"/>
          </a:xfrm>
          <a:ln>
            <a:solidFill>
              <a:schemeClr val="bg1"/>
            </a:solidFill>
          </a:ln>
          <a:effectLst>
            <a:glow rad="101600">
              <a:schemeClr val="bg1">
                <a:alpha val="40000"/>
              </a:schemeClr>
            </a:glow>
            <a:outerShdw blurRad="50800" dist="38100" dir="18900000" algn="bl" rotWithShape="0">
              <a:prstClr val="black">
                <a:alpha val="40000"/>
              </a:prstClr>
            </a:outerShdw>
          </a:effectLst>
        </p:spPr>
        <p:txBody>
          <a:bodyPr/>
          <a:lstStyle/>
          <a:p>
            <a:pPr algn="l"/>
            <a:fld id="{AD91D796-2600-4CB1-AF8F-6B90FC341573}" type="slidenum">
              <a:rPr lang="en-AS" smtClean="0">
                <a:solidFill>
                  <a:schemeClr val="bg1"/>
                </a:solidFill>
              </a:rPr>
              <a:pPr algn="l"/>
              <a:t>28</a:t>
            </a:fld>
            <a:endParaRPr lang="en-AS" dirty="0">
              <a:solidFill>
                <a:schemeClr val="bg1"/>
              </a:solidFill>
            </a:endParaRPr>
          </a:p>
        </p:txBody>
      </p:sp>
      <p:sp>
        <p:nvSpPr>
          <p:cNvPr id="55" name="Cylinder 54">
            <a:extLst>
              <a:ext uri="{FF2B5EF4-FFF2-40B4-BE49-F238E27FC236}">
                <a16:creationId xmlns:a16="http://schemas.microsoft.com/office/drawing/2014/main" id="{5DED6DFC-DCA5-7C66-E6CF-71F857F0465F}"/>
              </a:ext>
            </a:extLst>
          </p:cNvPr>
          <p:cNvSpPr/>
          <p:nvPr/>
        </p:nvSpPr>
        <p:spPr>
          <a:xfrm>
            <a:off x="509850" y="3095576"/>
            <a:ext cx="939260" cy="666848"/>
          </a:xfrm>
          <a:prstGeom prst="can">
            <a:avLst/>
          </a:prstGeom>
          <a:solidFill>
            <a:srgbClr val="1D293B"/>
          </a:solidFill>
          <a:ln>
            <a:solidFill>
              <a:srgbClr val="4A6285"/>
            </a:solidFill>
          </a:ln>
          <a:effectLst>
            <a:glow rad="63500">
              <a:srgbClr val="1D293B"/>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Viemeo90k</a:t>
            </a:r>
            <a:endParaRPr lang="en-AS" sz="12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56" name="Cylinder 55">
                <a:extLst>
                  <a:ext uri="{FF2B5EF4-FFF2-40B4-BE49-F238E27FC236}">
                    <a16:creationId xmlns:a16="http://schemas.microsoft.com/office/drawing/2014/main" id="{9094A2EC-F528-EA46-405D-F4FF79692F20}"/>
                  </a:ext>
                </a:extLst>
              </p:cNvPr>
              <p:cNvSpPr/>
              <p:nvPr/>
            </p:nvSpPr>
            <p:spPr>
              <a:xfrm>
                <a:off x="3163077" y="3103992"/>
                <a:ext cx="1342936" cy="666848"/>
              </a:xfrm>
              <a:prstGeom prst="can">
                <a:avLst/>
              </a:prstGeom>
              <a:solidFill>
                <a:srgbClr val="1D293B"/>
              </a:solidFill>
              <a:ln>
                <a:solidFill>
                  <a:srgbClr val="4A6285"/>
                </a:solidFill>
              </a:ln>
              <a:effectLst>
                <a:glow rad="63500">
                  <a:srgbClr val="1D293B"/>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Input Frame</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r>
                            <a:rPr lang="en-US" sz="1200">
                              <a:latin typeface="Cambria Math" panose="02040503050406030204" pitchFamily="18" charset="0"/>
                            </a:rPr>
                            <m:t>𝑥</m:t>
                          </m:r>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56" name="Cylinder 55">
                <a:extLst>
                  <a:ext uri="{FF2B5EF4-FFF2-40B4-BE49-F238E27FC236}">
                    <a16:creationId xmlns:a16="http://schemas.microsoft.com/office/drawing/2014/main" id="{9094A2EC-F528-EA46-405D-F4FF79692F20}"/>
                  </a:ext>
                </a:extLst>
              </p:cNvPr>
              <p:cNvSpPr>
                <a:spLocks noRot="1" noChangeAspect="1" noMove="1" noResize="1" noEditPoints="1" noAdjustHandles="1" noChangeArrowheads="1" noChangeShapeType="1" noTextEdit="1"/>
              </p:cNvSpPr>
              <p:nvPr/>
            </p:nvSpPr>
            <p:spPr>
              <a:xfrm>
                <a:off x="3163077" y="3103992"/>
                <a:ext cx="1342936" cy="666848"/>
              </a:xfrm>
              <a:prstGeom prst="can">
                <a:avLst/>
              </a:prstGeom>
              <a:blipFill>
                <a:blip r:embed="rId3"/>
                <a:stretch>
                  <a:fillRect/>
                </a:stretch>
              </a:blipFill>
              <a:ln>
                <a:solidFill>
                  <a:srgbClr val="4A6285"/>
                </a:solidFill>
              </a:ln>
              <a:effectLst>
                <a:glow rad="63500">
                  <a:srgbClr val="1D293B"/>
                </a:glow>
              </a:effectLst>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57" name="Cylinder 56">
                <a:extLst>
                  <a:ext uri="{FF2B5EF4-FFF2-40B4-BE49-F238E27FC236}">
                    <a16:creationId xmlns:a16="http://schemas.microsoft.com/office/drawing/2014/main" id="{77617DCB-3ACA-B34F-82E4-B1F18C278F82}"/>
                  </a:ext>
                </a:extLst>
              </p:cNvPr>
              <p:cNvSpPr/>
              <p:nvPr/>
            </p:nvSpPr>
            <p:spPr>
              <a:xfrm>
                <a:off x="3148066" y="4297495"/>
                <a:ext cx="1342936" cy="838406"/>
              </a:xfrm>
              <a:prstGeom prst="can">
                <a:avLst/>
              </a:prstGeom>
              <a:solidFill>
                <a:srgbClr val="1D293B"/>
              </a:solidFill>
              <a:ln>
                <a:solidFill>
                  <a:srgbClr val="4A6285"/>
                </a:solidFill>
              </a:ln>
              <a:effectLst>
                <a:glow rad="63500">
                  <a:srgbClr val="1D293B"/>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Previous</a:t>
                </a:r>
              </a:p>
              <a:p>
                <a:pPr algn="ctr"/>
                <a:r>
                  <a:rPr lang="en-US" sz="1200" dirty="0">
                    <a:latin typeface="Times New Roman" panose="02020603050405020304" pitchFamily="18" charset="0"/>
                    <a:cs typeface="Times New Roman" panose="02020603050405020304" pitchFamily="18" charset="0"/>
                  </a:rPr>
                  <a:t>Frame</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𝑥</m:t>
                              </m:r>
                            </m:e>
                          </m:acc>
                        </m:e>
                        <m:sub>
                          <m:r>
                            <a:rPr lang="en-US" sz="1200">
                              <a:latin typeface="Cambria Math" panose="02040503050406030204" pitchFamily="18" charset="0"/>
                            </a:rPr>
                            <m:t>𝑡</m:t>
                          </m:r>
                          <m:r>
                            <a:rPr lang="en-US" sz="1200">
                              <a:latin typeface="Cambria Math" panose="02040503050406030204" pitchFamily="18" charset="0"/>
                            </a:rPr>
                            <m:t>−</m:t>
                          </m:r>
                          <m:r>
                            <a:rPr lang="en-US" sz="1200">
                              <a:latin typeface="Cambria Math" panose="02040503050406030204" pitchFamily="18" charset="0"/>
                            </a:rPr>
                            <m:t>1</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57" name="Cylinder 56">
                <a:extLst>
                  <a:ext uri="{FF2B5EF4-FFF2-40B4-BE49-F238E27FC236}">
                    <a16:creationId xmlns:a16="http://schemas.microsoft.com/office/drawing/2014/main" id="{77617DCB-3ACA-B34F-82E4-B1F18C278F82}"/>
                  </a:ext>
                </a:extLst>
              </p:cNvPr>
              <p:cNvSpPr>
                <a:spLocks noRot="1" noChangeAspect="1" noMove="1" noResize="1" noEditPoints="1" noAdjustHandles="1" noChangeArrowheads="1" noChangeShapeType="1" noTextEdit="1"/>
              </p:cNvSpPr>
              <p:nvPr/>
            </p:nvSpPr>
            <p:spPr>
              <a:xfrm>
                <a:off x="3148066" y="4297495"/>
                <a:ext cx="1342936" cy="838406"/>
              </a:xfrm>
              <a:prstGeom prst="can">
                <a:avLst/>
              </a:prstGeom>
              <a:blipFill>
                <a:blip r:embed="rId4"/>
                <a:stretch>
                  <a:fillRect/>
                </a:stretch>
              </a:blipFill>
              <a:ln>
                <a:solidFill>
                  <a:srgbClr val="4A6285"/>
                </a:solidFill>
              </a:ln>
              <a:effectLst>
                <a:glow rad="63500">
                  <a:srgbClr val="1D293B"/>
                </a:glow>
              </a:effectLst>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59" name="Cylinder 58">
                <a:extLst>
                  <a:ext uri="{FF2B5EF4-FFF2-40B4-BE49-F238E27FC236}">
                    <a16:creationId xmlns:a16="http://schemas.microsoft.com/office/drawing/2014/main" id="{2F19BC03-11A6-6A9F-67C0-F5E759065776}"/>
                  </a:ext>
                </a:extLst>
              </p:cNvPr>
              <p:cNvSpPr/>
              <p:nvPr/>
            </p:nvSpPr>
            <p:spPr>
              <a:xfrm>
                <a:off x="10275624" y="4613261"/>
                <a:ext cx="1153409" cy="906922"/>
              </a:xfrm>
              <a:prstGeom prst="can">
                <a:avLst/>
              </a:prstGeom>
              <a:solidFill>
                <a:srgbClr val="152116"/>
              </a:solidFill>
              <a:ln>
                <a:solidFill>
                  <a:srgbClr val="3857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Reconstructed</a:t>
                </a:r>
              </a:p>
              <a:p>
                <a:pPr algn="ctr"/>
                <a:r>
                  <a:rPr lang="en-US" sz="1200" dirty="0">
                    <a:latin typeface="Times New Roman" panose="02020603050405020304" pitchFamily="18" charset="0"/>
                    <a:cs typeface="Times New Roman" panose="02020603050405020304" pitchFamily="18" charset="0"/>
                  </a:rPr>
                  <a:t>Frame</a:t>
                </a:r>
              </a:p>
              <a:p>
                <a:pPr algn="ctr"/>
                <a14:m>
                  <m:oMathPara xmlns:m="http://schemas.openxmlformats.org/officeDocument/2006/math">
                    <m:oMathParaPr>
                      <m:jc m:val="centerGroup"/>
                    </m:oMathParaPr>
                    <m:oMath xmlns:m="http://schemas.openxmlformats.org/officeDocument/2006/math">
                      <m:sSub>
                        <m:sSubPr>
                          <m:ctrlPr>
                            <a:rPr lang="en-US" sz="1200" b="0" i="1" smtClean="0">
                              <a:latin typeface="Cambria Math" panose="02040503050406030204" pitchFamily="18" charset="0"/>
                              <a:cs typeface="Times New Roman" panose="02020603050405020304" pitchFamily="18" charset="0"/>
                            </a:rPr>
                          </m:ctrlPr>
                        </m:sSubPr>
                        <m:e>
                          <m:acc>
                            <m:accPr>
                              <m:chr m:val="̂"/>
                              <m:ctrlPr>
                                <a:rPr lang="en-AS" sz="1200" i="1" smtClean="0">
                                  <a:latin typeface="Cambria Math" panose="02040503050406030204" pitchFamily="18" charset="0"/>
                                  <a:cs typeface="Times New Roman" panose="02020603050405020304" pitchFamily="18" charset="0"/>
                                </a:rPr>
                              </m:ctrlPr>
                            </m:accPr>
                            <m:e>
                              <m:r>
                                <a:rPr lang="en-US" sz="1200" b="0" i="1" smtClean="0">
                                  <a:latin typeface="Cambria Math" panose="02040503050406030204" pitchFamily="18" charset="0"/>
                                  <a:cs typeface="Times New Roman" panose="02020603050405020304" pitchFamily="18" charset="0"/>
                                </a:rPr>
                                <m:t>𝑥</m:t>
                              </m:r>
                            </m:e>
                          </m:acc>
                        </m:e>
                        <m:sub>
                          <m:r>
                            <a:rPr lang="en-US" sz="1200" b="0" i="1" smtClean="0">
                              <a:latin typeface="Cambria Math" panose="02040503050406030204" pitchFamily="18" charset="0"/>
                              <a:cs typeface="Times New Roman" panose="020206030504050203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59" name="Cylinder 58">
                <a:extLst>
                  <a:ext uri="{FF2B5EF4-FFF2-40B4-BE49-F238E27FC236}">
                    <a16:creationId xmlns:a16="http://schemas.microsoft.com/office/drawing/2014/main" id="{2F19BC03-11A6-6A9F-67C0-F5E759065776}"/>
                  </a:ext>
                </a:extLst>
              </p:cNvPr>
              <p:cNvSpPr>
                <a:spLocks noRot="1" noChangeAspect="1" noMove="1" noResize="1" noEditPoints="1" noAdjustHandles="1" noChangeArrowheads="1" noChangeShapeType="1" noTextEdit="1"/>
              </p:cNvSpPr>
              <p:nvPr/>
            </p:nvSpPr>
            <p:spPr>
              <a:xfrm>
                <a:off x="10275624" y="4613261"/>
                <a:ext cx="1153409" cy="906922"/>
              </a:xfrm>
              <a:prstGeom prst="can">
                <a:avLst/>
              </a:prstGeom>
              <a:blipFill>
                <a:blip r:embed="rId5"/>
                <a:stretch>
                  <a:fillRect/>
                </a:stretch>
              </a:blipFill>
              <a:ln>
                <a:solidFill>
                  <a:srgbClr val="385726"/>
                </a:solidFill>
              </a:ln>
            </p:spPr>
            <p:txBody>
              <a:bodyPr/>
              <a:lstStyle/>
              <a:p>
                <a:r>
                  <a:rPr lang="en-AS">
                    <a:noFill/>
                  </a:rPr>
                  <a:t> </a:t>
                </a:r>
              </a:p>
            </p:txBody>
          </p:sp>
        </mc:Fallback>
      </mc:AlternateContent>
      <p:sp>
        <p:nvSpPr>
          <p:cNvPr id="60" name="Cylinder 59">
            <a:extLst>
              <a:ext uri="{FF2B5EF4-FFF2-40B4-BE49-F238E27FC236}">
                <a16:creationId xmlns:a16="http://schemas.microsoft.com/office/drawing/2014/main" id="{89CB133D-13AF-C37E-A7CE-189216A51464}"/>
              </a:ext>
            </a:extLst>
          </p:cNvPr>
          <p:cNvSpPr/>
          <p:nvPr/>
        </p:nvSpPr>
        <p:spPr>
          <a:xfrm>
            <a:off x="10342563" y="5790129"/>
            <a:ext cx="1019532" cy="906922"/>
          </a:xfrm>
          <a:prstGeom prst="can">
            <a:avLst/>
          </a:prstGeom>
          <a:solidFill>
            <a:srgbClr val="1D293B"/>
          </a:solidFill>
          <a:ln>
            <a:solidFill>
              <a:srgbClr val="4A6285"/>
            </a:solidFill>
          </a:ln>
          <a:effectLst>
            <a:glow rad="63500">
              <a:srgbClr val="1D293B"/>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Final Video</a:t>
            </a:r>
            <a:endParaRPr lang="en-AS" sz="1200" dirty="0">
              <a:latin typeface="Times New Roman" panose="02020603050405020304" pitchFamily="18" charset="0"/>
              <a:cs typeface="Times New Roman" panose="02020603050405020304" pitchFamily="18" charset="0"/>
            </a:endParaRPr>
          </a:p>
        </p:txBody>
      </p:sp>
      <p:sp>
        <p:nvSpPr>
          <p:cNvPr id="62" name="Rectangle: Rounded Corners 61">
            <a:extLst>
              <a:ext uri="{FF2B5EF4-FFF2-40B4-BE49-F238E27FC236}">
                <a16:creationId xmlns:a16="http://schemas.microsoft.com/office/drawing/2014/main" id="{7D291202-E381-7F45-8225-6A96C8276288}"/>
              </a:ext>
            </a:extLst>
          </p:cNvPr>
          <p:cNvSpPr/>
          <p:nvPr/>
        </p:nvSpPr>
        <p:spPr>
          <a:xfrm>
            <a:off x="1737227" y="3260307"/>
            <a:ext cx="1034455" cy="343432"/>
          </a:xfrm>
          <a:prstGeom prst="roundRect">
            <a:avLst/>
          </a:prstGeom>
          <a:solidFill>
            <a:schemeClr val="tx1">
              <a:lumMod val="95000"/>
              <a:lumOff val="5000"/>
            </a:schemeClr>
          </a:solidFill>
          <a:ln>
            <a:solidFill>
              <a:schemeClr val="tx1">
                <a:lumMod val="65000"/>
                <a:lumOff val="35000"/>
              </a:schemeClr>
            </a:solidFill>
          </a:ln>
          <a:effectLst>
            <a:glow rad="38100">
              <a:schemeClr val="bg1">
                <a:alpha val="25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File Frames</a:t>
            </a:r>
            <a:endParaRPr lang="en-AS" sz="1200" dirty="0">
              <a:latin typeface="Times New Roman" panose="02020603050405020304" pitchFamily="18" charset="0"/>
              <a:cs typeface="Times New Roman" panose="02020603050405020304" pitchFamily="18" charset="0"/>
            </a:endParaRPr>
          </a:p>
        </p:txBody>
      </p:sp>
      <p:sp>
        <p:nvSpPr>
          <p:cNvPr id="63" name="Rectangle: Rounded Corners 62">
            <a:extLst>
              <a:ext uri="{FF2B5EF4-FFF2-40B4-BE49-F238E27FC236}">
                <a16:creationId xmlns:a16="http://schemas.microsoft.com/office/drawing/2014/main" id="{6FB9EB1E-1CDB-0268-E60A-29E40675C305}"/>
              </a:ext>
            </a:extLst>
          </p:cNvPr>
          <p:cNvSpPr/>
          <p:nvPr/>
        </p:nvSpPr>
        <p:spPr>
          <a:xfrm>
            <a:off x="7078363" y="3154360"/>
            <a:ext cx="1019531" cy="666848"/>
          </a:xfrm>
          <a:prstGeom prst="roundRect">
            <a:avLst/>
          </a:prstGeom>
          <a:solidFill>
            <a:schemeClr val="tx1">
              <a:lumMod val="95000"/>
              <a:lumOff val="5000"/>
            </a:schemeClr>
          </a:solidFill>
          <a:ln>
            <a:solidFill>
              <a:schemeClr val="tx1">
                <a:lumMod val="65000"/>
                <a:lumOff val="35000"/>
              </a:schemeClr>
            </a:solidFill>
          </a:ln>
          <a:effectLst>
            <a:glow rad="38100">
              <a:schemeClr val="bg1">
                <a:alpha val="25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Entropy Coding</a:t>
            </a:r>
            <a:endParaRPr lang="en-AS" sz="1200" dirty="0">
              <a:latin typeface="Times New Roman" panose="02020603050405020304" pitchFamily="18" charset="0"/>
              <a:cs typeface="Times New Roman" panose="02020603050405020304" pitchFamily="18" charset="0"/>
            </a:endParaRPr>
          </a:p>
        </p:txBody>
      </p:sp>
      <p:sp>
        <p:nvSpPr>
          <p:cNvPr id="64" name="Rectangle: Rounded Corners 63">
            <a:extLst>
              <a:ext uri="{FF2B5EF4-FFF2-40B4-BE49-F238E27FC236}">
                <a16:creationId xmlns:a16="http://schemas.microsoft.com/office/drawing/2014/main" id="{5B74DE2B-C700-5019-2FF6-64019E5954EA}"/>
              </a:ext>
            </a:extLst>
          </p:cNvPr>
          <p:cNvSpPr/>
          <p:nvPr/>
        </p:nvSpPr>
        <p:spPr>
          <a:xfrm>
            <a:off x="7791328" y="2342648"/>
            <a:ext cx="1019531" cy="666848"/>
          </a:xfrm>
          <a:prstGeom prst="roundRect">
            <a:avLst/>
          </a:prstGeom>
          <a:solidFill>
            <a:srgbClr val="512D2B"/>
          </a:solidFill>
          <a:ln>
            <a:solidFill>
              <a:srgbClr val="7C4C4A"/>
            </a:solidFill>
          </a:ln>
          <a:effectLst>
            <a:glow rad="38100">
              <a:srgbClr val="512D2B"/>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Bitstream</a:t>
            </a:r>
            <a:endParaRPr lang="en-AS" sz="1200" dirty="0">
              <a:latin typeface="Times New Roman" panose="02020603050405020304" pitchFamily="18" charset="0"/>
              <a:cs typeface="Times New Roman" panose="02020603050405020304" pitchFamily="18" charset="0"/>
            </a:endParaRPr>
          </a:p>
        </p:txBody>
      </p:sp>
      <p:sp>
        <p:nvSpPr>
          <p:cNvPr id="65" name="Rectangle: Rounded Corners 64">
            <a:extLst>
              <a:ext uri="{FF2B5EF4-FFF2-40B4-BE49-F238E27FC236}">
                <a16:creationId xmlns:a16="http://schemas.microsoft.com/office/drawing/2014/main" id="{46931CB2-1907-9B58-C0E4-7AF04FE18ADB}"/>
              </a:ext>
            </a:extLst>
          </p:cNvPr>
          <p:cNvSpPr/>
          <p:nvPr/>
        </p:nvSpPr>
        <p:spPr>
          <a:xfrm>
            <a:off x="8506191" y="1530936"/>
            <a:ext cx="1019531" cy="666848"/>
          </a:xfrm>
          <a:prstGeom prst="roundRect">
            <a:avLst/>
          </a:prstGeom>
          <a:solidFill>
            <a:schemeClr val="tx1">
              <a:lumMod val="95000"/>
              <a:lumOff val="5000"/>
            </a:schemeClr>
          </a:solidFill>
          <a:ln>
            <a:solidFill>
              <a:schemeClr val="tx1">
                <a:lumMod val="65000"/>
                <a:lumOff val="35000"/>
              </a:schemeClr>
            </a:solidFill>
          </a:ln>
          <a:effectLst>
            <a:glow rad="38100">
              <a:schemeClr val="bg1">
                <a:alpha val="25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Entropy Decoding</a:t>
            </a:r>
            <a:endParaRPr lang="en-AS" sz="12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66" name="Rectangle: Rounded Corners 65">
                <a:extLst>
                  <a:ext uri="{FF2B5EF4-FFF2-40B4-BE49-F238E27FC236}">
                    <a16:creationId xmlns:a16="http://schemas.microsoft.com/office/drawing/2014/main" id="{B04865DC-2ACB-9E83-A274-CA8C99BAF9E7}"/>
                  </a:ext>
                </a:extLst>
              </p:cNvPr>
              <p:cNvSpPr/>
              <p:nvPr/>
            </p:nvSpPr>
            <p:spPr>
              <a:xfrm>
                <a:off x="5022265" y="677973"/>
                <a:ext cx="1609725" cy="514350"/>
              </a:xfrm>
              <a:prstGeom prst="roundRect">
                <a:avLst/>
              </a:prstGeom>
              <a:solidFill>
                <a:srgbClr val="36210A"/>
              </a:solidFill>
              <a:ln>
                <a:solidFill>
                  <a:srgbClr val="493807"/>
                </a:solidFill>
              </a:ln>
              <a:effectLst>
                <a:glow rad="63500">
                  <a:srgbClr val="493807">
                    <a:alpha val="30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Rate Estimation</a:t>
                </a:r>
              </a:p>
              <a:p>
                <a:pPr algn="ctr"/>
                <a14:m>
                  <m:oMathPara xmlns:m="http://schemas.openxmlformats.org/officeDocument/2006/math">
                    <m:oMathParaPr>
                      <m:jc m:val="centerGroup"/>
                    </m:oMathParaPr>
                    <m:oMath xmlns:m="http://schemas.openxmlformats.org/officeDocument/2006/math">
                      <m:r>
                        <a:rPr lang="en-US" sz="1200" b="0" i="1" smtClean="0">
                          <a:latin typeface="Cambria Math" panose="02040503050406030204" pitchFamily="18" charset="0"/>
                          <a:cs typeface="Times New Roman" panose="02020603050405020304" pitchFamily="18" charset="0"/>
                        </a:rPr>
                        <m:t>𝑅</m:t>
                      </m:r>
                      <m:r>
                        <a:rPr lang="en-US" sz="1200" b="0" i="1" smtClean="0">
                          <a:latin typeface="Cambria Math" panose="02040503050406030204" pitchFamily="18" charset="0"/>
                          <a:cs typeface="Times New Roman" panose="02020603050405020304" pitchFamily="18" charset="0"/>
                        </a:rPr>
                        <m:t>=</m:t>
                      </m:r>
                      <m:r>
                        <a:rPr lang="en-US" sz="1200" b="0" i="1" smtClean="0">
                          <a:latin typeface="Cambria Math" panose="02040503050406030204" pitchFamily="18" charset="0"/>
                          <a:cs typeface="Times New Roman" panose="02020603050405020304" pitchFamily="18" charset="0"/>
                        </a:rPr>
                        <m:t>𝑅</m:t>
                      </m:r>
                      <m:d>
                        <m:dPr>
                          <m:ctrlPr>
                            <a:rPr lang="en-US" sz="1200" b="0" i="1" smtClean="0">
                              <a:latin typeface="Cambria Math" panose="02040503050406030204" pitchFamily="18" charset="0"/>
                              <a:cs typeface="Times New Roman" panose="02020603050405020304" pitchFamily="18" charset="0"/>
                            </a:rPr>
                          </m:ctrlPr>
                        </m:dPr>
                        <m:e>
                          <m:sSub>
                            <m:sSubPr>
                              <m:ctrlPr>
                                <a:rPr lang="en-US" sz="1200" b="0" i="1" smtClean="0">
                                  <a:latin typeface="Cambria Math" panose="02040503050406030204" pitchFamily="18" charset="0"/>
                                  <a:cs typeface="Times New Roman" panose="02020603050405020304" pitchFamily="18" charset="0"/>
                                </a:rPr>
                              </m:ctrlPr>
                            </m:sSubPr>
                            <m:e>
                              <m:acc>
                                <m:accPr>
                                  <m:chr m:val="̂"/>
                                  <m:ctrlPr>
                                    <a:rPr lang="en-US" sz="1200" b="0" i="1" smtClean="0">
                                      <a:latin typeface="Cambria Math" panose="02040503050406030204" pitchFamily="18" charset="0"/>
                                      <a:cs typeface="Times New Roman" panose="02020603050405020304" pitchFamily="18" charset="0"/>
                                    </a:rPr>
                                  </m:ctrlPr>
                                </m:accPr>
                                <m:e>
                                  <m:r>
                                    <a:rPr lang="en-US" sz="1200" b="0" i="1" smtClean="0">
                                      <a:latin typeface="Cambria Math" panose="02040503050406030204" pitchFamily="18" charset="0"/>
                                      <a:cs typeface="Times New Roman" panose="02020603050405020304" pitchFamily="18" charset="0"/>
                                    </a:rPr>
                                    <m:t>𝑚</m:t>
                                  </m:r>
                                </m:e>
                              </m:acc>
                            </m:e>
                            <m:sub>
                              <m:r>
                                <a:rPr lang="en-US" sz="1200" b="0" i="1" smtClean="0">
                                  <a:latin typeface="Cambria Math" panose="02040503050406030204" pitchFamily="18" charset="0"/>
                                  <a:cs typeface="Times New Roman" panose="02020603050405020304" pitchFamily="18" charset="0"/>
                                </a:rPr>
                                <m:t>𝑡</m:t>
                              </m:r>
                            </m:sub>
                          </m:sSub>
                          <m:r>
                            <a:rPr lang="en-US" sz="1200" b="0" i="1" smtClean="0">
                              <a:latin typeface="Cambria Math" panose="02040503050406030204" pitchFamily="18" charset="0"/>
                              <a:cs typeface="Times New Roman" panose="02020603050405020304" pitchFamily="18" charset="0"/>
                            </a:rPr>
                            <m:t>,</m:t>
                          </m:r>
                          <m:sSub>
                            <m:sSubPr>
                              <m:ctrlPr>
                                <a:rPr lang="en-US" sz="1200" b="0" i="1" smtClean="0">
                                  <a:latin typeface="Cambria Math" panose="02040503050406030204" pitchFamily="18" charset="0"/>
                                  <a:cs typeface="Times New Roman" panose="02020603050405020304" pitchFamily="18" charset="0"/>
                                </a:rPr>
                              </m:ctrlPr>
                            </m:sSubPr>
                            <m:e>
                              <m:acc>
                                <m:accPr>
                                  <m:chr m:val="̂"/>
                                  <m:ctrlPr>
                                    <a:rPr lang="en-US" sz="1200" b="0" i="1" smtClean="0">
                                      <a:latin typeface="Cambria Math" panose="02040503050406030204" pitchFamily="18" charset="0"/>
                                      <a:cs typeface="Times New Roman" panose="02020603050405020304" pitchFamily="18" charset="0"/>
                                    </a:rPr>
                                  </m:ctrlPr>
                                </m:accPr>
                                <m:e>
                                  <m:r>
                                    <a:rPr lang="en-US" sz="1200" b="0" i="1" smtClean="0">
                                      <a:latin typeface="Cambria Math" panose="02040503050406030204" pitchFamily="18" charset="0"/>
                                      <a:cs typeface="Times New Roman" panose="02020603050405020304" pitchFamily="18" charset="0"/>
                                    </a:rPr>
                                    <m:t>𝑦</m:t>
                                  </m:r>
                                </m:e>
                              </m:acc>
                            </m:e>
                            <m:sub>
                              <m:r>
                                <a:rPr lang="en-US" sz="1200" b="0" i="1" smtClean="0">
                                  <a:latin typeface="Cambria Math" panose="02040503050406030204" pitchFamily="18" charset="0"/>
                                  <a:cs typeface="Times New Roman" panose="02020603050405020304" pitchFamily="18" charset="0"/>
                                </a:rPr>
                                <m:t>𝑡</m:t>
                              </m:r>
                            </m:sub>
                          </m:sSub>
                        </m:e>
                      </m:d>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66" name="Rectangle: Rounded Corners 65">
                <a:extLst>
                  <a:ext uri="{FF2B5EF4-FFF2-40B4-BE49-F238E27FC236}">
                    <a16:creationId xmlns:a16="http://schemas.microsoft.com/office/drawing/2014/main" id="{B04865DC-2ACB-9E83-A274-CA8C99BAF9E7}"/>
                  </a:ext>
                </a:extLst>
              </p:cNvPr>
              <p:cNvSpPr>
                <a:spLocks noRot="1" noChangeAspect="1" noMove="1" noResize="1" noEditPoints="1" noAdjustHandles="1" noChangeArrowheads="1" noChangeShapeType="1" noTextEdit="1"/>
              </p:cNvSpPr>
              <p:nvPr/>
            </p:nvSpPr>
            <p:spPr>
              <a:xfrm>
                <a:off x="5022265" y="677973"/>
                <a:ext cx="1609725" cy="514350"/>
              </a:xfrm>
              <a:prstGeom prst="roundRect">
                <a:avLst/>
              </a:prstGeom>
              <a:blipFill>
                <a:blip r:embed="rId6"/>
                <a:stretch>
                  <a:fillRect/>
                </a:stretch>
              </a:blipFill>
              <a:ln>
                <a:solidFill>
                  <a:srgbClr val="493807"/>
                </a:solidFill>
              </a:ln>
              <a:effectLst>
                <a:glow rad="63500">
                  <a:srgbClr val="493807">
                    <a:alpha val="30000"/>
                  </a:srgbClr>
                </a:glow>
              </a:effectLst>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67" name="Rectangle: Rounded Corners 66">
                <a:extLst>
                  <a:ext uri="{FF2B5EF4-FFF2-40B4-BE49-F238E27FC236}">
                    <a16:creationId xmlns:a16="http://schemas.microsoft.com/office/drawing/2014/main" id="{7766504C-BF76-E64E-33E7-71D244D869E5}"/>
                  </a:ext>
                </a:extLst>
              </p:cNvPr>
              <p:cNvSpPr/>
              <p:nvPr/>
            </p:nvSpPr>
            <p:spPr>
              <a:xfrm>
                <a:off x="7791328" y="677973"/>
                <a:ext cx="1250894" cy="514350"/>
              </a:xfrm>
              <a:prstGeom prst="roundRect">
                <a:avLst/>
              </a:prstGeom>
              <a:solidFill>
                <a:srgbClr val="36210A"/>
              </a:solidFill>
              <a:ln>
                <a:solidFill>
                  <a:srgbClr val="493807"/>
                </a:solidFill>
              </a:ln>
              <a:effectLst>
                <a:glow rad="63500">
                  <a:srgbClr val="493807">
                    <a:alpha val="30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Loss</a:t>
                </a:r>
              </a:p>
              <a:p>
                <a:pPr algn="ctr"/>
                <a14:m>
                  <m:oMathPara xmlns:m="http://schemas.openxmlformats.org/officeDocument/2006/math">
                    <m:oMathParaPr>
                      <m:jc m:val="centerGroup"/>
                    </m:oMathParaPr>
                    <m:oMath xmlns:m="http://schemas.openxmlformats.org/officeDocument/2006/math">
                      <m:r>
                        <a:rPr lang="en-US" sz="1200">
                          <a:latin typeface="Cambria Math" panose="02040503050406030204" pitchFamily="18" charset="0"/>
                        </a:rPr>
                        <m:t>𝐿</m:t>
                      </m:r>
                      <m:r>
                        <a:rPr lang="en-US" sz="1200">
                          <a:latin typeface="Cambria Math" panose="02040503050406030204" pitchFamily="18" charset="0"/>
                        </a:rPr>
                        <m:t>=</m:t>
                      </m:r>
                      <m:r>
                        <a:rPr lang="en-US" sz="1200">
                          <a:latin typeface="Cambria Math" panose="02040503050406030204" pitchFamily="18" charset="0"/>
                        </a:rPr>
                        <m:t>𝜆</m:t>
                      </m:r>
                      <m:r>
                        <a:rPr lang="en-US" sz="1200">
                          <a:latin typeface="Cambria Math" panose="02040503050406030204" pitchFamily="18" charset="0"/>
                        </a:rPr>
                        <m:t>×</m:t>
                      </m:r>
                      <m:r>
                        <a:rPr lang="en-US" sz="1200">
                          <a:latin typeface="Cambria Math" panose="02040503050406030204" pitchFamily="18" charset="0"/>
                        </a:rPr>
                        <m:t>𝐷</m:t>
                      </m:r>
                      <m:r>
                        <a:rPr lang="en-US" sz="1200">
                          <a:latin typeface="Cambria Math" panose="02040503050406030204" pitchFamily="18" charset="0"/>
                        </a:rPr>
                        <m:t>+</m:t>
                      </m:r>
                      <m:r>
                        <a:rPr lang="en-US" sz="1200">
                          <a:latin typeface="Cambria Math" panose="02040503050406030204" pitchFamily="18" charset="0"/>
                        </a:rPr>
                        <m:t>𝑅</m:t>
                      </m:r>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67" name="Rectangle: Rounded Corners 66">
                <a:extLst>
                  <a:ext uri="{FF2B5EF4-FFF2-40B4-BE49-F238E27FC236}">
                    <a16:creationId xmlns:a16="http://schemas.microsoft.com/office/drawing/2014/main" id="{7766504C-BF76-E64E-33E7-71D244D869E5}"/>
                  </a:ext>
                </a:extLst>
              </p:cNvPr>
              <p:cNvSpPr>
                <a:spLocks noRot="1" noChangeAspect="1" noMove="1" noResize="1" noEditPoints="1" noAdjustHandles="1" noChangeArrowheads="1" noChangeShapeType="1" noTextEdit="1"/>
              </p:cNvSpPr>
              <p:nvPr/>
            </p:nvSpPr>
            <p:spPr>
              <a:xfrm>
                <a:off x="7791328" y="677973"/>
                <a:ext cx="1250894" cy="514350"/>
              </a:xfrm>
              <a:prstGeom prst="roundRect">
                <a:avLst/>
              </a:prstGeom>
              <a:blipFill>
                <a:blip r:embed="rId7"/>
                <a:stretch>
                  <a:fillRect/>
                </a:stretch>
              </a:blipFill>
              <a:ln>
                <a:solidFill>
                  <a:srgbClr val="493807"/>
                </a:solidFill>
              </a:ln>
              <a:effectLst>
                <a:glow rad="63500">
                  <a:srgbClr val="493807">
                    <a:alpha val="30000"/>
                  </a:srgbClr>
                </a:glow>
              </a:effectLst>
            </p:spPr>
            <p:txBody>
              <a:bodyPr/>
              <a:lstStyle/>
              <a:p>
                <a:r>
                  <a:rPr lang="en-AS">
                    <a:noFill/>
                  </a:rPr>
                  <a:t> </a:t>
                </a:r>
              </a:p>
            </p:txBody>
          </p:sp>
        </mc:Fallback>
      </mc:AlternateContent>
      <p:cxnSp>
        <p:nvCxnSpPr>
          <p:cNvPr id="68" name="Connector: Elbow 67">
            <a:extLst>
              <a:ext uri="{FF2B5EF4-FFF2-40B4-BE49-F238E27FC236}">
                <a16:creationId xmlns:a16="http://schemas.microsoft.com/office/drawing/2014/main" id="{F0549750-240A-1953-8F79-71110E9E827D}"/>
              </a:ext>
            </a:extLst>
          </p:cNvPr>
          <p:cNvCxnSpPr>
            <a:stCxn id="63" idx="0"/>
            <a:endCxn id="64" idx="1"/>
          </p:cNvCxnSpPr>
          <p:nvPr/>
        </p:nvCxnSpPr>
        <p:spPr>
          <a:xfrm rot="5400000" flipH="1" flipV="1">
            <a:off x="7450584" y="2813617"/>
            <a:ext cx="478288" cy="203199"/>
          </a:xfrm>
          <a:prstGeom prst="bentConnector2">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69" name="Connector: Elbow 68">
            <a:extLst>
              <a:ext uri="{FF2B5EF4-FFF2-40B4-BE49-F238E27FC236}">
                <a16:creationId xmlns:a16="http://schemas.microsoft.com/office/drawing/2014/main" id="{528169C5-F52B-741F-AE82-B65D322DBF0C}"/>
              </a:ext>
            </a:extLst>
          </p:cNvPr>
          <p:cNvCxnSpPr>
            <a:stCxn id="64" idx="0"/>
            <a:endCxn id="65" idx="1"/>
          </p:cNvCxnSpPr>
          <p:nvPr/>
        </p:nvCxnSpPr>
        <p:spPr>
          <a:xfrm rot="5400000" flipH="1" flipV="1">
            <a:off x="8164498" y="2000956"/>
            <a:ext cx="478288" cy="205097"/>
          </a:xfrm>
          <a:prstGeom prst="bentConnector2">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0" name="Straight Arrow Connector 69">
            <a:extLst>
              <a:ext uri="{FF2B5EF4-FFF2-40B4-BE49-F238E27FC236}">
                <a16:creationId xmlns:a16="http://schemas.microsoft.com/office/drawing/2014/main" id="{5B6EF3ED-7202-80E4-B87E-0CB39EBA6A48}"/>
              </a:ext>
            </a:extLst>
          </p:cNvPr>
          <p:cNvCxnSpPr>
            <a:stCxn id="55" idx="4"/>
            <a:endCxn id="62" idx="1"/>
          </p:cNvCxnSpPr>
          <p:nvPr/>
        </p:nvCxnSpPr>
        <p:spPr>
          <a:xfrm>
            <a:off x="1449110" y="3429000"/>
            <a:ext cx="288117" cy="3023"/>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1" name="Straight Arrow Connector 70">
            <a:extLst>
              <a:ext uri="{FF2B5EF4-FFF2-40B4-BE49-F238E27FC236}">
                <a16:creationId xmlns:a16="http://schemas.microsoft.com/office/drawing/2014/main" id="{D38ED663-D1B5-7FEB-8972-84B3E355C745}"/>
              </a:ext>
            </a:extLst>
          </p:cNvPr>
          <p:cNvCxnSpPr>
            <a:cxnSpLocks/>
            <a:stCxn id="56" idx="4"/>
          </p:cNvCxnSpPr>
          <p:nvPr/>
        </p:nvCxnSpPr>
        <p:spPr>
          <a:xfrm>
            <a:off x="4506013" y="3437416"/>
            <a:ext cx="408887" cy="0"/>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2" name="Straight Arrow Connector 71">
            <a:extLst>
              <a:ext uri="{FF2B5EF4-FFF2-40B4-BE49-F238E27FC236}">
                <a16:creationId xmlns:a16="http://schemas.microsoft.com/office/drawing/2014/main" id="{4D3F2146-C1C2-B4CC-B2E4-E951D1A24BE3}"/>
              </a:ext>
            </a:extLst>
          </p:cNvPr>
          <p:cNvCxnSpPr>
            <a:stCxn id="57" idx="4"/>
          </p:cNvCxnSpPr>
          <p:nvPr/>
        </p:nvCxnSpPr>
        <p:spPr>
          <a:xfrm>
            <a:off x="4491002" y="4716698"/>
            <a:ext cx="435804" cy="0"/>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3" name="Straight Arrow Connector 72">
            <a:extLst>
              <a:ext uri="{FF2B5EF4-FFF2-40B4-BE49-F238E27FC236}">
                <a16:creationId xmlns:a16="http://schemas.microsoft.com/office/drawing/2014/main" id="{18C100B5-374D-6C40-D2EC-6C628597EB3E}"/>
              </a:ext>
            </a:extLst>
          </p:cNvPr>
          <p:cNvCxnSpPr>
            <a:stCxn id="84" idx="3"/>
            <a:endCxn id="63" idx="1"/>
          </p:cNvCxnSpPr>
          <p:nvPr/>
        </p:nvCxnSpPr>
        <p:spPr>
          <a:xfrm>
            <a:off x="6708360" y="3487784"/>
            <a:ext cx="370003" cy="0"/>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4" name="Straight Arrow Connector 73">
            <a:extLst>
              <a:ext uri="{FF2B5EF4-FFF2-40B4-BE49-F238E27FC236}">
                <a16:creationId xmlns:a16="http://schemas.microsoft.com/office/drawing/2014/main" id="{E6914DA4-7886-9727-423A-B9EE218856F3}"/>
              </a:ext>
            </a:extLst>
          </p:cNvPr>
          <p:cNvCxnSpPr>
            <a:stCxn id="65" idx="3"/>
          </p:cNvCxnSpPr>
          <p:nvPr/>
        </p:nvCxnSpPr>
        <p:spPr>
          <a:xfrm>
            <a:off x="9525722" y="1864360"/>
            <a:ext cx="351703" cy="0"/>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5" name="Straight Arrow Connector 74">
            <a:extLst>
              <a:ext uri="{FF2B5EF4-FFF2-40B4-BE49-F238E27FC236}">
                <a16:creationId xmlns:a16="http://schemas.microsoft.com/office/drawing/2014/main" id="{31B4B57F-3F8D-4ECC-CEE0-4E609DB11002}"/>
              </a:ext>
            </a:extLst>
          </p:cNvPr>
          <p:cNvCxnSpPr>
            <a:stCxn id="93" idx="2"/>
            <a:endCxn id="59" idx="1"/>
          </p:cNvCxnSpPr>
          <p:nvPr/>
        </p:nvCxnSpPr>
        <p:spPr>
          <a:xfrm>
            <a:off x="10852328" y="4319186"/>
            <a:ext cx="1" cy="294075"/>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6" name="Straight Arrow Connector 75">
            <a:extLst>
              <a:ext uri="{FF2B5EF4-FFF2-40B4-BE49-F238E27FC236}">
                <a16:creationId xmlns:a16="http://schemas.microsoft.com/office/drawing/2014/main" id="{2E0AA96E-1917-8EBC-675E-98086B67C67F}"/>
              </a:ext>
            </a:extLst>
          </p:cNvPr>
          <p:cNvCxnSpPr>
            <a:stCxn id="59" idx="3"/>
            <a:endCxn id="60" idx="1"/>
          </p:cNvCxnSpPr>
          <p:nvPr/>
        </p:nvCxnSpPr>
        <p:spPr>
          <a:xfrm>
            <a:off x="10852329" y="5520183"/>
            <a:ext cx="0" cy="269946"/>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7" name="Straight Arrow Connector 76">
            <a:extLst>
              <a:ext uri="{FF2B5EF4-FFF2-40B4-BE49-F238E27FC236}">
                <a16:creationId xmlns:a16="http://schemas.microsoft.com/office/drawing/2014/main" id="{23DA60BC-F75B-B8CC-8A74-A9A4415C3934}"/>
              </a:ext>
            </a:extLst>
          </p:cNvPr>
          <p:cNvCxnSpPr>
            <a:stCxn id="84" idx="0"/>
            <a:endCxn id="66" idx="2"/>
          </p:cNvCxnSpPr>
          <p:nvPr/>
        </p:nvCxnSpPr>
        <p:spPr>
          <a:xfrm flipH="1" flipV="1">
            <a:off x="5827128" y="1192323"/>
            <a:ext cx="1" cy="582396"/>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8" name="Straight Arrow Connector 77">
            <a:extLst>
              <a:ext uri="{FF2B5EF4-FFF2-40B4-BE49-F238E27FC236}">
                <a16:creationId xmlns:a16="http://schemas.microsoft.com/office/drawing/2014/main" id="{51342B91-5283-F408-2685-591298E2FBEB}"/>
              </a:ext>
            </a:extLst>
          </p:cNvPr>
          <p:cNvCxnSpPr>
            <a:stCxn id="66" idx="3"/>
            <a:endCxn id="67" idx="1"/>
          </p:cNvCxnSpPr>
          <p:nvPr/>
        </p:nvCxnSpPr>
        <p:spPr>
          <a:xfrm>
            <a:off x="6631990" y="935148"/>
            <a:ext cx="1159338" cy="0"/>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79" name="Connector: Elbow 78">
            <a:extLst>
              <a:ext uri="{FF2B5EF4-FFF2-40B4-BE49-F238E27FC236}">
                <a16:creationId xmlns:a16="http://schemas.microsoft.com/office/drawing/2014/main" id="{866913AF-2615-7CC1-A81C-B822E551D68D}"/>
              </a:ext>
            </a:extLst>
          </p:cNvPr>
          <p:cNvCxnSpPr>
            <a:stCxn id="93" idx="0"/>
            <a:endCxn id="67" idx="3"/>
          </p:cNvCxnSpPr>
          <p:nvPr/>
        </p:nvCxnSpPr>
        <p:spPr>
          <a:xfrm rot="16200000" flipV="1">
            <a:off x="9704860" y="272510"/>
            <a:ext cx="484830" cy="1810106"/>
          </a:xfrm>
          <a:prstGeom prst="bentConnector2">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cxnSp>
        <p:nvCxnSpPr>
          <p:cNvPr id="80" name="Connector: Elbow 79">
            <a:extLst>
              <a:ext uri="{FF2B5EF4-FFF2-40B4-BE49-F238E27FC236}">
                <a16:creationId xmlns:a16="http://schemas.microsoft.com/office/drawing/2014/main" id="{7EB79089-AA11-91E1-9569-40371E5DC700}"/>
              </a:ext>
            </a:extLst>
          </p:cNvPr>
          <p:cNvCxnSpPr>
            <a:stCxn id="59" idx="2"/>
            <a:endCxn id="57" idx="3"/>
          </p:cNvCxnSpPr>
          <p:nvPr/>
        </p:nvCxnSpPr>
        <p:spPr>
          <a:xfrm rot="10800000" flipV="1">
            <a:off x="3819534" y="5066721"/>
            <a:ext cx="6456090" cy="69179"/>
          </a:xfrm>
          <a:prstGeom prst="bentConnector4">
            <a:avLst>
              <a:gd name="adj1" fmla="val 44800"/>
              <a:gd name="adj2" fmla="val 985936"/>
            </a:avLst>
          </a:prstGeom>
          <a:ln>
            <a:solidFill>
              <a:srgbClr val="796284"/>
            </a:solidFill>
            <a:prstDash val="dash"/>
            <a:tailEnd type="stealth"/>
          </a:ln>
          <a:effectLst>
            <a:glow rad="63500">
              <a:srgbClr val="796284">
                <a:alpha val="40000"/>
              </a:srgbClr>
            </a:glow>
          </a:effectLst>
        </p:spPr>
        <p:style>
          <a:lnRef idx="2">
            <a:schemeClr val="accent1"/>
          </a:lnRef>
          <a:fillRef idx="0">
            <a:schemeClr val="accent1"/>
          </a:fillRef>
          <a:effectRef idx="1">
            <a:schemeClr val="accent1"/>
          </a:effectRef>
          <a:fontRef idx="minor">
            <a:schemeClr val="tx1"/>
          </a:fontRef>
        </p:style>
      </p:cxnSp>
      <p:grpSp>
        <p:nvGrpSpPr>
          <p:cNvPr id="81" name="Group 80">
            <a:extLst>
              <a:ext uri="{FF2B5EF4-FFF2-40B4-BE49-F238E27FC236}">
                <a16:creationId xmlns:a16="http://schemas.microsoft.com/office/drawing/2014/main" id="{1DC5738B-385D-1717-B5FF-F972F7F426E5}"/>
              </a:ext>
            </a:extLst>
          </p:cNvPr>
          <p:cNvGrpSpPr/>
          <p:nvPr/>
        </p:nvGrpSpPr>
        <p:grpSpPr>
          <a:xfrm>
            <a:off x="4945897" y="1774719"/>
            <a:ext cx="1762463" cy="3426130"/>
            <a:chOff x="4945897" y="1774719"/>
            <a:chExt cx="1762463" cy="3426130"/>
          </a:xfrm>
        </p:grpSpPr>
        <p:grpSp>
          <p:nvGrpSpPr>
            <p:cNvPr id="82" name="Group 81">
              <a:extLst>
                <a:ext uri="{FF2B5EF4-FFF2-40B4-BE49-F238E27FC236}">
                  <a16:creationId xmlns:a16="http://schemas.microsoft.com/office/drawing/2014/main" id="{4786C800-0EC8-E29B-37AC-7EE7A01CBFB2}"/>
                </a:ext>
              </a:extLst>
            </p:cNvPr>
            <p:cNvGrpSpPr/>
            <p:nvPr/>
          </p:nvGrpSpPr>
          <p:grpSpPr>
            <a:xfrm>
              <a:off x="4945897" y="1774719"/>
              <a:ext cx="1762463" cy="3426130"/>
              <a:chOff x="4945897" y="1774719"/>
              <a:chExt cx="1762463" cy="3426130"/>
            </a:xfrm>
            <a:effectLst>
              <a:glow rad="88900">
                <a:srgbClr val="9A5800">
                  <a:alpha val="30000"/>
                </a:srgbClr>
              </a:glow>
            </a:effectLst>
          </p:grpSpPr>
          <p:sp>
            <p:nvSpPr>
              <p:cNvPr id="84" name="Rectangle: Rounded Corners 83">
                <a:extLst>
                  <a:ext uri="{FF2B5EF4-FFF2-40B4-BE49-F238E27FC236}">
                    <a16:creationId xmlns:a16="http://schemas.microsoft.com/office/drawing/2014/main" id="{4AB240F0-39FF-400E-8585-39CEDFA4FF40}"/>
                  </a:ext>
                </a:extLst>
              </p:cNvPr>
              <p:cNvSpPr/>
              <p:nvPr/>
            </p:nvSpPr>
            <p:spPr>
              <a:xfrm>
                <a:off x="4945897" y="1774719"/>
                <a:ext cx="1762463" cy="3426130"/>
              </a:xfrm>
              <a:prstGeom prst="roundRect">
                <a:avLst/>
              </a:prstGeom>
              <a:solidFill>
                <a:srgbClr val="211C00"/>
              </a:solidFill>
              <a:ln>
                <a:solidFill>
                  <a:srgbClr val="9A58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mc:AlternateContent xmlns:mc="http://schemas.openxmlformats.org/markup-compatibility/2006" xmlns:a14="http://schemas.microsoft.com/office/drawing/2010/main">
            <mc:Choice Requires="a14">
              <p:sp>
                <p:nvSpPr>
                  <p:cNvPr id="85" name="Rectangle: Rounded Corners 84">
                    <a:extLst>
                      <a:ext uri="{FF2B5EF4-FFF2-40B4-BE49-F238E27FC236}">
                        <a16:creationId xmlns:a16="http://schemas.microsoft.com/office/drawing/2014/main" id="{23E04651-009B-8199-204C-00BBB1CB5925}"/>
                      </a:ext>
                    </a:extLst>
                  </p:cNvPr>
                  <p:cNvSpPr/>
                  <p:nvPr/>
                </p:nvSpPr>
                <p:spPr>
                  <a:xfrm>
                    <a:off x="5095800" y="2197784"/>
                    <a:ext cx="1462656" cy="547027"/>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Motion Estimation</a:t>
                    </a:r>
                  </a:p>
                  <a:p>
                    <a:pPr algn="ctr"/>
                    <a14:m>
                      <m:oMathPara xmlns:m="http://schemas.openxmlformats.org/officeDocument/2006/math">
                        <m:oMathParaPr>
                          <m:jc m:val="centerGroup"/>
                        </m:oMathParaPr>
                        <m:oMath xmlns:m="http://schemas.openxmlformats.org/officeDocument/2006/math">
                          <m:sSub>
                            <m:sSubPr>
                              <m:ctrlPr>
                                <a:rPr lang="en-US" sz="1200" i="1" dirty="0" err="1">
                                  <a:latin typeface="Cambria Math" panose="02040503050406030204" pitchFamily="18" charset="0"/>
                                </a:rPr>
                              </m:ctrlPr>
                            </m:sSubPr>
                            <m:e>
                              <m:r>
                                <a:rPr lang="en-US" sz="1200" dirty="0">
                                  <a:latin typeface="Cambria Math" panose="02040503050406030204" pitchFamily="18" charset="0"/>
                                </a:rPr>
                                <m:t>𝑣</m:t>
                              </m:r>
                            </m:e>
                            <m:sub>
                              <m:r>
                                <a:rPr lang="en-US" sz="1200" dirty="0" smtClean="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85" name="Rectangle: Rounded Corners 84">
                    <a:extLst>
                      <a:ext uri="{FF2B5EF4-FFF2-40B4-BE49-F238E27FC236}">
                        <a16:creationId xmlns:a16="http://schemas.microsoft.com/office/drawing/2014/main" id="{23E04651-009B-8199-204C-00BBB1CB5925}"/>
                      </a:ext>
                    </a:extLst>
                  </p:cNvPr>
                  <p:cNvSpPr>
                    <a:spLocks noRot="1" noChangeAspect="1" noMove="1" noResize="1" noEditPoints="1" noAdjustHandles="1" noChangeArrowheads="1" noChangeShapeType="1" noTextEdit="1"/>
                  </p:cNvSpPr>
                  <p:nvPr/>
                </p:nvSpPr>
                <p:spPr>
                  <a:xfrm>
                    <a:off x="5095800" y="2197784"/>
                    <a:ext cx="1462656" cy="547027"/>
                  </a:xfrm>
                  <a:prstGeom prst="roundRect">
                    <a:avLst/>
                  </a:prstGeom>
                  <a:blipFill>
                    <a:blip r:embed="rId8"/>
                    <a:stretch>
                      <a:fillRect/>
                    </a:stretch>
                  </a:blipFill>
                  <a:ln>
                    <a:solidFill>
                      <a:schemeClr val="tx1">
                        <a:lumMod val="65000"/>
                        <a:lumOff val="35000"/>
                      </a:schemeClr>
                    </a:solidFill>
                  </a:ln>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86" name="Rectangle: Rounded Corners 85">
                    <a:extLst>
                      <a:ext uri="{FF2B5EF4-FFF2-40B4-BE49-F238E27FC236}">
                        <a16:creationId xmlns:a16="http://schemas.microsoft.com/office/drawing/2014/main" id="{4409C8B7-990A-E06A-0F98-CC53C409CF59}"/>
                      </a:ext>
                    </a:extLst>
                  </p:cNvPr>
                  <p:cNvSpPr>
                    <a:spLocks/>
                  </p:cNvSpPr>
                  <p:nvPr/>
                </p:nvSpPr>
                <p:spPr>
                  <a:xfrm>
                    <a:off x="5095800" y="2974126"/>
                    <a:ext cx="1462656" cy="547027"/>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Motion Encoder</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𝑚</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86" name="Rectangle: Rounded Corners 85">
                    <a:extLst>
                      <a:ext uri="{FF2B5EF4-FFF2-40B4-BE49-F238E27FC236}">
                        <a16:creationId xmlns:a16="http://schemas.microsoft.com/office/drawing/2014/main" id="{4409C8B7-990A-E06A-0F98-CC53C409CF59}"/>
                      </a:ext>
                    </a:extLst>
                  </p:cNvPr>
                  <p:cNvSpPr>
                    <a:spLocks noRot="1" noChangeAspect="1" noMove="1" noResize="1" noEditPoints="1" noAdjustHandles="1" noChangeArrowheads="1" noChangeShapeType="1" noTextEdit="1"/>
                  </p:cNvSpPr>
                  <p:nvPr/>
                </p:nvSpPr>
                <p:spPr>
                  <a:xfrm>
                    <a:off x="5095800" y="2974126"/>
                    <a:ext cx="1462656" cy="547027"/>
                  </a:xfrm>
                  <a:prstGeom prst="roundRect">
                    <a:avLst/>
                  </a:prstGeom>
                  <a:blipFill>
                    <a:blip r:embed="rId9"/>
                    <a:stretch>
                      <a:fillRect/>
                    </a:stretch>
                  </a:blipFill>
                  <a:ln>
                    <a:solidFill>
                      <a:schemeClr val="tx1">
                        <a:lumMod val="65000"/>
                        <a:lumOff val="35000"/>
                      </a:schemeClr>
                    </a:solidFill>
                  </a:ln>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88" name="Rectangle: Rounded Corners 87">
                    <a:extLst>
                      <a:ext uri="{FF2B5EF4-FFF2-40B4-BE49-F238E27FC236}">
                        <a16:creationId xmlns:a16="http://schemas.microsoft.com/office/drawing/2014/main" id="{1847D732-E7AC-DB99-A9F9-E4E5B7A77431}"/>
                      </a:ext>
                    </a:extLst>
                  </p:cNvPr>
                  <p:cNvSpPr>
                    <a:spLocks/>
                  </p:cNvSpPr>
                  <p:nvPr/>
                </p:nvSpPr>
                <p:spPr>
                  <a:xfrm>
                    <a:off x="5095800" y="3729448"/>
                    <a:ext cx="1462656" cy="634550"/>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Motion compensation</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𝑥</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88" name="Rectangle: Rounded Corners 87">
                    <a:extLst>
                      <a:ext uri="{FF2B5EF4-FFF2-40B4-BE49-F238E27FC236}">
                        <a16:creationId xmlns:a16="http://schemas.microsoft.com/office/drawing/2014/main" id="{1847D732-E7AC-DB99-A9F9-E4E5B7A77431}"/>
                      </a:ext>
                    </a:extLst>
                  </p:cNvPr>
                  <p:cNvSpPr>
                    <a:spLocks noRot="1" noChangeAspect="1" noMove="1" noResize="1" noEditPoints="1" noAdjustHandles="1" noChangeArrowheads="1" noChangeShapeType="1" noTextEdit="1"/>
                  </p:cNvSpPr>
                  <p:nvPr/>
                </p:nvSpPr>
                <p:spPr>
                  <a:xfrm>
                    <a:off x="5095800" y="3729448"/>
                    <a:ext cx="1462656" cy="634550"/>
                  </a:xfrm>
                  <a:prstGeom prst="roundRect">
                    <a:avLst/>
                  </a:prstGeom>
                  <a:blipFill>
                    <a:blip r:embed="rId10"/>
                    <a:stretch>
                      <a:fillRect/>
                    </a:stretch>
                  </a:blipFill>
                  <a:ln>
                    <a:solidFill>
                      <a:schemeClr val="tx1">
                        <a:lumMod val="65000"/>
                        <a:lumOff val="35000"/>
                      </a:schemeClr>
                    </a:solidFill>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89" name="Rectangle: Rounded Corners 88">
                    <a:extLst>
                      <a:ext uri="{FF2B5EF4-FFF2-40B4-BE49-F238E27FC236}">
                        <a16:creationId xmlns:a16="http://schemas.microsoft.com/office/drawing/2014/main" id="{5FFDE8C1-A740-5A66-AF26-586A88441DA0}"/>
                      </a:ext>
                    </a:extLst>
                  </p:cNvPr>
                  <p:cNvSpPr>
                    <a:spLocks/>
                  </p:cNvSpPr>
                  <p:nvPr/>
                </p:nvSpPr>
                <p:spPr>
                  <a:xfrm>
                    <a:off x="5095800" y="4526809"/>
                    <a:ext cx="1462656" cy="547027"/>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Residual Encoder</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𝑦</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89" name="Rectangle: Rounded Corners 88">
                    <a:extLst>
                      <a:ext uri="{FF2B5EF4-FFF2-40B4-BE49-F238E27FC236}">
                        <a16:creationId xmlns:a16="http://schemas.microsoft.com/office/drawing/2014/main" id="{5FFDE8C1-A740-5A66-AF26-586A88441DA0}"/>
                      </a:ext>
                    </a:extLst>
                  </p:cNvPr>
                  <p:cNvSpPr>
                    <a:spLocks noRot="1" noChangeAspect="1" noMove="1" noResize="1" noEditPoints="1" noAdjustHandles="1" noChangeArrowheads="1" noChangeShapeType="1" noTextEdit="1"/>
                  </p:cNvSpPr>
                  <p:nvPr/>
                </p:nvSpPr>
                <p:spPr>
                  <a:xfrm>
                    <a:off x="5095800" y="4526809"/>
                    <a:ext cx="1462656" cy="547027"/>
                  </a:xfrm>
                  <a:prstGeom prst="roundRect">
                    <a:avLst/>
                  </a:prstGeom>
                  <a:blipFill>
                    <a:blip r:embed="rId11"/>
                    <a:stretch>
                      <a:fillRect/>
                    </a:stretch>
                  </a:blipFill>
                  <a:ln>
                    <a:solidFill>
                      <a:schemeClr val="tx1">
                        <a:lumMod val="65000"/>
                        <a:lumOff val="35000"/>
                      </a:schemeClr>
                    </a:solidFill>
                  </a:ln>
                </p:spPr>
                <p:txBody>
                  <a:bodyPr/>
                  <a:lstStyle/>
                  <a:p>
                    <a:r>
                      <a:rPr lang="en-AS">
                        <a:noFill/>
                      </a:rPr>
                      <a:t> </a:t>
                    </a:r>
                  </a:p>
                </p:txBody>
              </p:sp>
            </mc:Fallback>
          </mc:AlternateContent>
        </p:grpSp>
        <p:sp>
          <p:nvSpPr>
            <p:cNvPr id="83" name="TextBox 82">
              <a:extLst>
                <a:ext uri="{FF2B5EF4-FFF2-40B4-BE49-F238E27FC236}">
                  <a16:creationId xmlns:a16="http://schemas.microsoft.com/office/drawing/2014/main" id="{C4B2EF4E-B187-A0BF-09FE-4822BAA03FEB}"/>
                </a:ext>
              </a:extLst>
            </p:cNvPr>
            <p:cNvSpPr txBox="1"/>
            <p:nvPr/>
          </p:nvSpPr>
          <p:spPr>
            <a:xfrm>
              <a:off x="5022265" y="1853496"/>
              <a:ext cx="911810" cy="338554"/>
            </a:xfrm>
            <a:prstGeom prst="rect">
              <a:avLst/>
            </a:prstGeom>
            <a:noFill/>
          </p:spPr>
          <p:txBody>
            <a:bodyPr wrap="square" rtlCol="0">
              <a:spAutoFit/>
            </a:bodyPr>
            <a:lstStyle/>
            <a:p>
              <a:r>
                <a:rPr lang="en-US" sz="1600" dirty="0">
                  <a:solidFill>
                    <a:srgbClr val="B08837"/>
                  </a:solidFill>
                  <a:latin typeface="Times New Roman" panose="02020603050405020304" pitchFamily="18" charset="0"/>
                  <a:cs typeface="Times New Roman" panose="02020603050405020304" pitchFamily="18" charset="0"/>
                </a:rPr>
                <a:t>Encoder</a:t>
              </a:r>
              <a:endParaRPr lang="en-AS" sz="1600" dirty="0">
                <a:solidFill>
                  <a:srgbClr val="B08837"/>
                </a:solidFill>
                <a:latin typeface="Times New Roman" panose="02020603050405020304" pitchFamily="18" charset="0"/>
                <a:cs typeface="Times New Roman" panose="02020603050405020304" pitchFamily="18" charset="0"/>
              </a:endParaRPr>
            </a:p>
          </p:txBody>
        </p:sp>
      </p:grpSp>
      <p:grpSp>
        <p:nvGrpSpPr>
          <p:cNvPr id="90" name="Group 89">
            <a:extLst>
              <a:ext uri="{FF2B5EF4-FFF2-40B4-BE49-F238E27FC236}">
                <a16:creationId xmlns:a16="http://schemas.microsoft.com/office/drawing/2014/main" id="{E8CE0FB6-4A73-EEE2-F671-8417103DDA18}"/>
              </a:ext>
            </a:extLst>
          </p:cNvPr>
          <p:cNvGrpSpPr/>
          <p:nvPr/>
        </p:nvGrpSpPr>
        <p:grpSpPr>
          <a:xfrm>
            <a:off x="9893827" y="1419978"/>
            <a:ext cx="1917002" cy="2899208"/>
            <a:chOff x="9893827" y="1419978"/>
            <a:chExt cx="1917002" cy="2899208"/>
          </a:xfrm>
        </p:grpSpPr>
        <p:grpSp>
          <p:nvGrpSpPr>
            <p:cNvPr id="91" name="Group 90">
              <a:extLst>
                <a:ext uri="{FF2B5EF4-FFF2-40B4-BE49-F238E27FC236}">
                  <a16:creationId xmlns:a16="http://schemas.microsoft.com/office/drawing/2014/main" id="{6D9A501F-A8D7-4154-43E8-C6BF2053ED31}"/>
                </a:ext>
              </a:extLst>
            </p:cNvPr>
            <p:cNvGrpSpPr/>
            <p:nvPr/>
          </p:nvGrpSpPr>
          <p:grpSpPr>
            <a:xfrm>
              <a:off x="9893827" y="1419978"/>
              <a:ext cx="1917002" cy="2899208"/>
              <a:chOff x="9599256" y="847315"/>
              <a:chExt cx="1917002" cy="2899208"/>
            </a:xfrm>
            <a:effectLst>
              <a:glow rad="50800">
                <a:srgbClr val="3F7541">
                  <a:alpha val="30000"/>
                </a:srgbClr>
              </a:glow>
            </a:effectLst>
          </p:grpSpPr>
          <p:sp>
            <p:nvSpPr>
              <p:cNvPr id="93" name="Rectangle: Rounded Corners 92">
                <a:extLst>
                  <a:ext uri="{FF2B5EF4-FFF2-40B4-BE49-F238E27FC236}">
                    <a16:creationId xmlns:a16="http://schemas.microsoft.com/office/drawing/2014/main" id="{E34E113A-14D0-0DD2-9A88-90C6558DD1B8}"/>
                  </a:ext>
                </a:extLst>
              </p:cNvPr>
              <p:cNvSpPr/>
              <p:nvPr/>
            </p:nvSpPr>
            <p:spPr>
              <a:xfrm>
                <a:off x="9599256" y="847315"/>
                <a:ext cx="1917002" cy="2899208"/>
              </a:xfrm>
              <a:prstGeom prst="roundRect">
                <a:avLst/>
              </a:prstGeom>
              <a:solidFill>
                <a:srgbClr val="152116"/>
              </a:solidFill>
              <a:ln>
                <a:solidFill>
                  <a:srgbClr val="3F754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mc:AlternateContent xmlns:mc="http://schemas.openxmlformats.org/markup-compatibility/2006" xmlns:a14="http://schemas.microsoft.com/office/drawing/2010/main">
            <mc:Choice Requires="a14">
              <p:sp>
                <p:nvSpPr>
                  <p:cNvPr id="94" name="Rectangle: Rounded Corners 93">
                    <a:extLst>
                      <a:ext uri="{FF2B5EF4-FFF2-40B4-BE49-F238E27FC236}">
                        <a16:creationId xmlns:a16="http://schemas.microsoft.com/office/drawing/2014/main" id="{97DB2856-F0FA-10E8-F57F-DF9A9E9D92B7}"/>
                      </a:ext>
                    </a:extLst>
                  </p:cNvPr>
                  <p:cNvSpPr>
                    <a:spLocks/>
                  </p:cNvSpPr>
                  <p:nvPr/>
                </p:nvSpPr>
                <p:spPr>
                  <a:xfrm>
                    <a:off x="9826429" y="1337393"/>
                    <a:ext cx="1462656" cy="547027"/>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Motion Decoder</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𝑣</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94" name="Rectangle: Rounded Corners 93">
                    <a:extLst>
                      <a:ext uri="{FF2B5EF4-FFF2-40B4-BE49-F238E27FC236}">
                        <a16:creationId xmlns:a16="http://schemas.microsoft.com/office/drawing/2014/main" id="{97DB2856-F0FA-10E8-F57F-DF9A9E9D92B7}"/>
                      </a:ext>
                    </a:extLst>
                  </p:cNvPr>
                  <p:cNvSpPr>
                    <a:spLocks noRot="1" noChangeAspect="1" noMove="1" noResize="1" noEditPoints="1" noAdjustHandles="1" noChangeArrowheads="1" noChangeShapeType="1" noTextEdit="1"/>
                  </p:cNvSpPr>
                  <p:nvPr/>
                </p:nvSpPr>
                <p:spPr>
                  <a:xfrm>
                    <a:off x="9826429" y="1337393"/>
                    <a:ext cx="1462656" cy="547027"/>
                  </a:xfrm>
                  <a:prstGeom prst="roundRect">
                    <a:avLst/>
                  </a:prstGeom>
                  <a:blipFill>
                    <a:blip r:embed="rId12"/>
                    <a:stretch>
                      <a:fillRect/>
                    </a:stretch>
                  </a:blipFill>
                  <a:ln>
                    <a:solidFill>
                      <a:schemeClr val="tx1">
                        <a:lumMod val="65000"/>
                        <a:lumOff val="35000"/>
                      </a:schemeClr>
                    </a:solidFill>
                  </a:ln>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96" name="Rectangle: Rounded Corners 95">
                    <a:extLst>
                      <a:ext uri="{FF2B5EF4-FFF2-40B4-BE49-F238E27FC236}">
                        <a16:creationId xmlns:a16="http://schemas.microsoft.com/office/drawing/2014/main" id="{9A11AEED-1964-C71C-FD62-85570A399411}"/>
                      </a:ext>
                    </a:extLst>
                  </p:cNvPr>
                  <p:cNvSpPr>
                    <a:spLocks/>
                  </p:cNvSpPr>
                  <p:nvPr/>
                </p:nvSpPr>
                <p:spPr>
                  <a:xfrm>
                    <a:off x="9826429" y="2089781"/>
                    <a:ext cx="1462656" cy="547027"/>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Residual Decoder</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𝑟</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96" name="Rectangle: Rounded Corners 95">
                    <a:extLst>
                      <a:ext uri="{FF2B5EF4-FFF2-40B4-BE49-F238E27FC236}">
                        <a16:creationId xmlns:a16="http://schemas.microsoft.com/office/drawing/2014/main" id="{9A11AEED-1964-C71C-FD62-85570A399411}"/>
                      </a:ext>
                    </a:extLst>
                  </p:cNvPr>
                  <p:cNvSpPr>
                    <a:spLocks noRot="1" noChangeAspect="1" noMove="1" noResize="1" noEditPoints="1" noAdjustHandles="1" noChangeArrowheads="1" noChangeShapeType="1" noTextEdit="1"/>
                  </p:cNvSpPr>
                  <p:nvPr/>
                </p:nvSpPr>
                <p:spPr>
                  <a:xfrm>
                    <a:off x="9826429" y="2089781"/>
                    <a:ext cx="1462656" cy="547027"/>
                  </a:xfrm>
                  <a:prstGeom prst="roundRect">
                    <a:avLst/>
                  </a:prstGeom>
                  <a:blipFill>
                    <a:blip r:embed="rId13"/>
                    <a:stretch>
                      <a:fillRect/>
                    </a:stretch>
                  </a:blipFill>
                  <a:ln>
                    <a:solidFill>
                      <a:schemeClr val="tx1">
                        <a:lumMod val="65000"/>
                        <a:lumOff val="35000"/>
                      </a:schemeClr>
                    </a:solidFill>
                  </a:ln>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97" name="Rectangle: Rounded Corners 96">
                    <a:extLst>
                      <a:ext uri="{FF2B5EF4-FFF2-40B4-BE49-F238E27FC236}">
                        <a16:creationId xmlns:a16="http://schemas.microsoft.com/office/drawing/2014/main" id="{8BF2CC7A-4C74-6387-1931-6FCD960CEA6B}"/>
                      </a:ext>
                    </a:extLst>
                  </p:cNvPr>
                  <p:cNvSpPr>
                    <a:spLocks/>
                  </p:cNvSpPr>
                  <p:nvPr/>
                </p:nvSpPr>
                <p:spPr>
                  <a:xfrm>
                    <a:off x="9826429" y="2842169"/>
                    <a:ext cx="1462656" cy="723324"/>
                  </a:xfrm>
                  <a:prstGeom prst="roundRect">
                    <a:avLst/>
                  </a:prstGeom>
                  <a:solidFill>
                    <a:schemeClr val="tx1">
                      <a:lumMod val="95000"/>
                      <a:lumOff val="5000"/>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Frame Reconstruction</a:t>
                    </a:r>
                  </a:p>
                  <a:p>
                    <a:pPr algn="ctr"/>
                    <a14:m>
                      <m:oMathPara xmlns:m="http://schemas.openxmlformats.org/officeDocument/2006/math">
                        <m:oMathParaPr>
                          <m:jc m:val="centerGroup"/>
                        </m:oMathParaPr>
                        <m:oMath xmlns:m="http://schemas.openxmlformats.org/officeDocument/2006/math">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𝑥</m:t>
                                  </m:r>
                                </m:e>
                              </m:acc>
                            </m:e>
                            <m:sub>
                              <m:r>
                                <a:rPr lang="en-US" sz="1200">
                                  <a:latin typeface="Cambria Math" panose="02040503050406030204" pitchFamily="18" charset="0"/>
                                </a:rPr>
                                <m:t>𝑡</m:t>
                              </m:r>
                            </m:sub>
                          </m:sSub>
                          <m:r>
                            <a:rPr lang="en-US" sz="1200">
                              <a:latin typeface="Cambria Math" panose="02040503050406030204" pitchFamily="18" charset="0"/>
                            </a:rPr>
                            <m:t>=</m:t>
                          </m:r>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𝑥</m:t>
                                  </m:r>
                                </m:e>
                              </m:acc>
                            </m:e>
                            <m:sub>
                              <m:r>
                                <a:rPr lang="en-US" sz="1200">
                                  <a:latin typeface="Cambria Math" panose="02040503050406030204" pitchFamily="18" charset="0"/>
                                </a:rPr>
                                <m:t>𝑡</m:t>
                              </m:r>
                            </m:sub>
                          </m:sSub>
                          <m:r>
                            <a:rPr lang="en-US" sz="1200">
                              <a:latin typeface="Cambria Math" panose="02040503050406030204" pitchFamily="18" charset="0"/>
                            </a:rPr>
                            <m:t>+</m:t>
                          </m:r>
                          <m:sSub>
                            <m:sSubPr>
                              <m:ctrlPr>
                                <a:rPr lang="en-US" sz="1200" i="1">
                                  <a:latin typeface="Cambria Math" panose="02040503050406030204" pitchFamily="18" charset="0"/>
                                </a:rPr>
                              </m:ctrlPr>
                            </m:sSubPr>
                            <m:e>
                              <m:acc>
                                <m:accPr>
                                  <m:chr m:val="̂"/>
                                  <m:ctrlPr>
                                    <a:rPr lang="en-AS" sz="1200" i="1">
                                      <a:latin typeface="Cambria Math" panose="02040503050406030204" pitchFamily="18" charset="0"/>
                                    </a:rPr>
                                  </m:ctrlPr>
                                </m:accPr>
                                <m:e>
                                  <m:r>
                                    <a:rPr lang="en-US" sz="1200">
                                      <a:latin typeface="Cambria Math" panose="02040503050406030204" pitchFamily="18" charset="0"/>
                                    </a:rPr>
                                    <m:t>𝑟</m:t>
                                  </m:r>
                                </m:e>
                              </m:acc>
                            </m:e>
                            <m:sub>
                              <m:r>
                                <a:rPr lang="en-US" sz="1200">
                                  <a:latin typeface="Cambria Math" panose="02040503050406030204" pitchFamily="18" charset="0"/>
                                </a:rPr>
                                <m:t>𝑡</m:t>
                              </m:r>
                            </m:sub>
                          </m:sSub>
                        </m:oMath>
                      </m:oMathPara>
                    </a14:m>
                    <a:endParaRPr lang="en-AS" sz="1200" dirty="0">
                      <a:latin typeface="Times New Roman" panose="02020603050405020304" pitchFamily="18" charset="0"/>
                      <a:cs typeface="Times New Roman" panose="02020603050405020304" pitchFamily="18" charset="0"/>
                    </a:endParaRPr>
                  </a:p>
                </p:txBody>
              </p:sp>
            </mc:Choice>
            <mc:Fallback xmlns="">
              <p:sp>
                <p:nvSpPr>
                  <p:cNvPr id="97" name="Rectangle: Rounded Corners 96">
                    <a:extLst>
                      <a:ext uri="{FF2B5EF4-FFF2-40B4-BE49-F238E27FC236}">
                        <a16:creationId xmlns:a16="http://schemas.microsoft.com/office/drawing/2014/main" id="{8BF2CC7A-4C74-6387-1931-6FCD960CEA6B}"/>
                      </a:ext>
                    </a:extLst>
                  </p:cNvPr>
                  <p:cNvSpPr>
                    <a:spLocks noRot="1" noChangeAspect="1" noMove="1" noResize="1" noEditPoints="1" noAdjustHandles="1" noChangeArrowheads="1" noChangeShapeType="1" noTextEdit="1"/>
                  </p:cNvSpPr>
                  <p:nvPr/>
                </p:nvSpPr>
                <p:spPr>
                  <a:xfrm>
                    <a:off x="9826429" y="2842169"/>
                    <a:ext cx="1462656" cy="723324"/>
                  </a:xfrm>
                  <a:prstGeom prst="roundRect">
                    <a:avLst/>
                  </a:prstGeom>
                  <a:blipFill>
                    <a:blip r:embed="rId14"/>
                    <a:stretch>
                      <a:fillRect/>
                    </a:stretch>
                  </a:blipFill>
                  <a:ln>
                    <a:solidFill>
                      <a:schemeClr val="tx1">
                        <a:lumMod val="65000"/>
                        <a:lumOff val="35000"/>
                      </a:schemeClr>
                    </a:solidFill>
                  </a:ln>
                </p:spPr>
                <p:txBody>
                  <a:bodyPr/>
                  <a:lstStyle/>
                  <a:p>
                    <a:r>
                      <a:rPr lang="en-AS">
                        <a:noFill/>
                      </a:rPr>
                      <a:t> </a:t>
                    </a:r>
                  </a:p>
                </p:txBody>
              </p:sp>
            </mc:Fallback>
          </mc:AlternateContent>
        </p:grpSp>
        <p:sp>
          <p:nvSpPr>
            <p:cNvPr id="92" name="TextBox 91">
              <a:extLst>
                <a:ext uri="{FF2B5EF4-FFF2-40B4-BE49-F238E27FC236}">
                  <a16:creationId xmlns:a16="http://schemas.microsoft.com/office/drawing/2014/main" id="{76AAF63F-7068-57A9-3A84-A2A22309DED8}"/>
                </a:ext>
              </a:extLst>
            </p:cNvPr>
            <p:cNvSpPr txBox="1"/>
            <p:nvPr/>
          </p:nvSpPr>
          <p:spPr>
            <a:xfrm>
              <a:off x="10056526" y="1482957"/>
              <a:ext cx="911810" cy="338554"/>
            </a:xfrm>
            <a:prstGeom prst="rect">
              <a:avLst/>
            </a:prstGeom>
            <a:noFill/>
          </p:spPr>
          <p:txBody>
            <a:bodyPr wrap="square" rtlCol="0">
              <a:spAutoFit/>
            </a:bodyPr>
            <a:lstStyle/>
            <a:p>
              <a:r>
                <a:rPr lang="en-US" sz="1600" dirty="0">
                  <a:solidFill>
                    <a:srgbClr val="5EA763"/>
                  </a:solidFill>
                  <a:latin typeface="Times New Roman" panose="02020603050405020304" pitchFamily="18" charset="0"/>
                  <a:cs typeface="Times New Roman" panose="02020603050405020304" pitchFamily="18" charset="0"/>
                </a:rPr>
                <a:t>Decoder</a:t>
              </a:r>
              <a:endParaRPr lang="en-AS" sz="1600" dirty="0">
                <a:solidFill>
                  <a:srgbClr val="5EA763"/>
                </a:solidFill>
                <a:latin typeface="Times New Roman" panose="02020603050405020304" pitchFamily="18" charset="0"/>
                <a:cs typeface="Times New Roman" panose="02020603050405020304" pitchFamily="18" charset="0"/>
              </a:endParaRPr>
            </a:p>
          </p:txBody>
        </p:sp>
      </p:grpSp>
      <p:grpSp>
        <p:nvGrpSpPr>
          <p:cNvPr id="98" name="Group 97">
            <a:extLst>
              <a:ext uri="{FF2B5EF4-FFF2-40B4-BE49-F238E27FC236}">
                <a16:creationId xmlns:a16="http://schemas.microsoft.com/office/drawing/2014/main" id="{19967592-966A-537B-EC79-6FD726C5C5A0}"/>
              </a:ext>
            </a:extLst>
          </p:cNvPr>
          <p:cNvGrpSpPr/>
          <p:nvPr/>
        </p:nvGrpSpPr>
        <p:grpSpPr>
          <a:xfrm>
            <a:off x="357870" y="4035674"/>
            <a:ext cx="1897760" cy="2661377"/>
            <a:chOff x="357870" y="4035674"/>
            <a:chExt cx="1897760" cy="2661377"/>
          </a:xfrm>
        </p:grpSpPr>
        <p:grpSp>
          <p:nvGrpSpPr>
            <p:cNvPr id="99" name="Group 98">
              <a:extLst>
                <a:ext uri="{FF2B5EF4-FFF2-40B4-BE49-F238E27FC236}">
                  <a16:creationId xmlns:a16="http://schemas.microsoft.com/office/drawing/2014/main" id="{6C00F530-2821-DC9C-0647-41F024486420}"/>
                </a:ext>
              </a:extLst>
            </p:cNvPr>
            <p:cNvGrpSpPr/>
            <p:nvPr/>
          </p:nvGrpSpPr>
          <p:grpSpPr>
            <a:xfrm>
              <a:off x="1316370" y="4035674"/>
              <a:ext cx="939260" cy="2661377"/>
              <a:chOff x="1316370" y="4035674"/>
              <a:chExt cx="939260" cy="2661377"/>
            </a:xfrm>
          </p:grpSpPr>
          <p:sp>
            <p:nvSpPr>
              <p:cNvPr id="101" name="Cylinder 100">
                <a:extLst>
                  <a:ext uri="{FF2B5EF4-FFF2-40B4-BE49-F238E27FC236}">
                    <a16:creationId xmlns:a16="http://schemas.microsoft.com/office/drawing/2014/main" id="{CB99DBB7-829C-3361-86A1-82F58E9783C7}"/>
                  </a:ext>
                </a:extLst>
              </p:cNvPr>
              <p:cNvSpPr/>
              <p:nvPr/>
            </p:nvSpPr>
            <p:spPr>
              <a:xfrm>
                <a:off x="1316370" y="4035674"/>
                <a:ext cx="939260" cy="441162"/>
              </a:xfrm>
              <a:prstGeom prst="can">
                <a:avLst/>
              </a:prstGeom>
              <a:solidFill>
                <a:srgbClr val="1D293B"/>
              </a:solidFill>
              <a:ln>
                <a:solidFill>
                  <a:srgbClr val="4A6285"/>
                </a:solidFill>
              </a:ln>
              <a:effectLst>
                <a:glow rad="63500">
                  <a:srgbClr val="1D293B"/>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200" dirty="0">
                    <a:latin typeface="Times New Roman" panose="02020603050405020304" pitchFamily="18" charset="0"/>
                    <a:cs typeface="Times New Roman" panose="02020603050405020304" pitchFamily="18" charset="0"/>
                  </a:rPr>
                  <a:t>Input/Output</a:t>
                </a:r>
                <a:endParaRPr lang="en-AS" sz="1200" dirty="0">
                  <a:latin typeface="Times New Roman" panose="02020603050405020304" pitchFamily="18" charset="0"/>
                  <a:cs typeface="Times New Roman" panose="02020603050405020304" pitchFamily="18" charset="0"/>
                </a:endParaRPr>
              </a:p>
            </p:txBody>
          </p:sp>
          <p:sp>
            <p:nvSpPr>
              <p:cNvPr id="103" name="Rectangle: Rounded Corners 102">
                <a:extLst>
                  <a:ext uri="{FF2B5EF4-FFF2-40B4-BE49-F238E27FC236}">
                    <a16:creationId xmlns:a16="http://schemas.microsoft.com/office/drawing/2014/main" id="{84DA80E6-DAEA-E0BC-D383-6239C387A2DD}"/>
                  </a:ext>
                </a:extLst>
              </p:cNvPr>
              <p:cNvSpPr>
                <a:spLocks/>
              </p:cNvSpPr>
              <p:nvPr/>
            </p:nvSpPr>
            <p:spPr>
              <a:xfrm>
                <a:off x="1316370" y="4575589"/>
                <a:ext cx="939260" cy="441162"/>
              </a:xfrm>
              <a:prstGeom prst="roundRect">
                <a:avLst/>
              </a:prstGeom>
              <a:solidFill>
                <a:srgbClr val="211C00"/>
              </a:solidFill>
              <a:ln>
                <a:solidFill>
                  <a:srgbClr val="9A5800"/>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200" dirty="0">
                    <a:latin typeface="Times New Roman" panose="02020603050405020304" pitchFamily="18" charset="0"/>
                    <a:cs typeface="Times New Roman" panose="02020603050405020304" pitchFamily="18" charset="0"/>
                  </a:rPr>
                  <a:t>Encoder Step</a:t>
                </a:r>
                <a:endParaRPr lang="en-AS" sz="1200" dirty="0">
                  <a:latin typeface="Times New Roman" panose="02020603050405020304" pitchFamily="18" charset="0"/>
                  <a:cs typeface="Times New Roman" panose="02020603050405020304" pitchFamily="18" charset="0"/>
                </a:endParaRPr>
              </a:p>
            </p:txBody>
          </p:sp>
          <p:sp>
            <p:nvSpPr>
              <p:cNvPr id="105" name="Rectangle: Rounded Corners 104">
                <a:extLst>
                  <a:ext uri="{FF2B5EF4-FFF2-40B4-BE49-F238E27FC236}">
                    <a16:creationId xmlns:a16="http://schemas.microsoft.com/office/drawing/2014/main" id="{C5D859B0-B21B-0D9B-7860-CBFA356F02AE}"/>
                  </a:ext>
                </a:extLst>
              </p:cNvPr>
              <p:cNvSpPr>
                <a:spLocks/>
              </p:cNvSpPr>
              <p:nvPr/>
            </p:nvSpPr>
            <p:spPr>
              <a:xfrm>
                <a:off x="1316370" y="5115504"/>
                <a:ext cx="939260" cy="441162"/>
              </a:xfrm>
              <a:prstGeom prst="roundRect">
                <a:avLst/>
              </a:prstGeom>
              <a:solidFill>
                <a:srgbClr val="152116"/>
              </a:solidFill>
              <a:ln>
                <a:solidFill>
                  <a:srgbClr val="3F7541"/>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200" dirty="0">
                    <a:latin typeface="Times New Roman" panose="02020603050405020304" pitchFamily="18" charset="0"/>
                    <a:cs typeface="Times New Roman" panose="02020603050405020304" pitchFamily="18" charset="0"/>
                  </a:rPr>
                  <a:t>Encoder Step</a:t>
                </a:r>
                <a:endParaRPr lang="en-AS" sz="1200" dirty="0">
                  <a:latin typeface="Times New Roman" panose="02020603050405020304" pitchFamily="18" charset="0"/>
                  <a:cs typeface="Times New Roman" panose="02020603050405020304" pitchFamily="18" charset="0"/>
                </a:endParaRPr>
              </a:p>
            </p:txBody>
          </p:sp>
          <p:sp>
            <p:nvSpPr>
              <p:cNvPr id="106" name="Rectangle: Rounded Corners 105">
                <a:extLst>
                  <a:ext uri="{FF2B5EF4-FFF2-40B4-BE49-F238E27FC236}">
                    <a16:creationId xmlns:a16="http://schemas.microsoft.com/office/drawing/2014/main" id="{9FC4C867-E61F-3D43-EE3F-7BE17AEDAB66}"/>
                  </a:ext>
                </a:extLst>
              </p:cNvPr>
              <p:cNvSpPr>
                <a:spLocks/>
              </p:cNvSpPr>
              <p:nvPr/>
            </p:nvSpPr>
            <p:spPr>
              <a:xfrm>
                <a:off x="1316370" y="5688709"/>
                <a:ext cx="939260" cy="441162"/>
              </a:xfrm>
              <a:prstGeom prst="roundRect">
                <a:avLst/>
              </a:prstGeom>
              <a:solidFill>
                <a:srgbClr val="36210A"/>
              </a:solidFill>
              <a:ln>
                <a:solidFill>
                  <a:srgbClr val="493807"/>
                </a:solidFill>
              </a:ln>
              <a:effectLst>
                <a:glow rad="63500">
                  <a:srgbClr val="493807">
                    <a:alpha val="30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latin typeface="Times New Roman" panose="02020603050405020304" pitchFamily="18" charset="0"/>
                    <a:cs typeface="Times New Roman" panose="02020603050405020304" pitchFamily="18" charset="0"/>
                  </a:rPr>
                  <a:t>Training/</a:t>
                </a:r>
              </a:p>
              <a:p>
                <a:pPr algn="ctr"/>
                <a:r>
                  <a:rPr lang="en-US" sz="1200" dirty="0">
                    <a:latin typeface="Times New Roman" panose="02020603050405020304" pitchFamily="18" charset="0"/>
                    <a:cs typeface="Times New Roman" panose="02020603050405020304" pitchFamily="18" charset="0"/>
                  </a:rPr>
                  <a:t>Loss</a:t>
                </a:r>
                <a:endParaRPr lang="en-AS" sz="1200" dirty="0">
                  <a:latin typeface="Times New Roman" panose="02020603050405020304" pitchFamily="18" charset="0"/>
                  <a:cs typeface="Times New Roman" panose="02020603050405020304" pitchFamily="18" charset="0"/>
                </a:endParaRPr>
              </a:p>
            </p:txBody>
          </p:sp>
          <p:sp>
            <p:nvSpPr>
              <p:cNvPr id="108" name="Rectangle: Rounded Corners 107">
                <a:extLst>
                  <a:ext uri="{FF2B5EF4-FFF2-40B4-BE49-F238E27FC236}">
                    <a16:creationId xmlns:a16="http://schemas.microsoft.com/office/drawing/2014/main" id="{912C5B85-4A0B-1FB1-0565-DDABF94BEE1D}"/>
                  </a:ext>
                </a:extLst>
              </p:cNvPr>
              <p:cNvSpPr>
                <a:spLocks/>
              </p:cNvSpPr>
              <p:nvPr/>
            </p:nvSpPr>
            <p:spPr>
              <a:xfrm>
                <a:off x="1316370" y="6255889"/>
                <a:ext cx="939260" cy="441162"/>
              </a:xfrm>
              <a:prstGeom prst="roundRect">
                <a:avLst>
                  <a:gd name="adj" fmla="val 30341"/>
                </a:avLst>
              </a:prstGeom>
              <a:noFill/>
              <a:ln>
                <a:solidFill>
                  <a:srgbClr val="796284"/>
                </a:solidFill>
                <a:prstDash val="dash"/>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sz="1200" dirty="0">
                    <a:latin typeface="Times New Roman" panose="02020603050405020304" pitchFamily="18" charset="0"/>
                    <a:cs typeface="Times New Roman" panose="02020603050405020304" pitchFamily="18" charset="0"/>
                  </a:rPr>
                  <a:t>Feedback </a:t>
                </a:r>
              </a:p>
              <a:p>
                <a:pPr algn="ctr"/>
                <a:r>
                  <a:rPr lang="en-US" sz="1200" dirty="0">
                    <a:latin typeface="Times New Roman" panose="02020603050405020304" pitchFamily="18" charset="0"/>
                    <a:cs typeface="Times New Roman" panose="02020603050405020304" pitchFamily="18" charset="0"/>
                  </a:rPr>
                  <a:t>loop</a:t>
                </a:r>
                <a:endParaRPr lang="en-AS" sz="1200" dirty="0">
                  <a:latin typeface="Times New Roman" panose="02020603050405020304" pitchFamily="18" charset="0"/>
                  <a:cs typeface="Times New Roman" panose="02020603050405020304" pitchFamily="18" charset="0"/>
                </a:endParaRPr>
              </a:p>
            </p:txBody>
          </p:sp>
        </p:grpSp>
        <p:sp>
          <p:nvSpPr>
            <p:cNvPr id="100" name="TextBox 99">
              <a:extLst>
                <a:ext uri="{FF2B5EF4-FFF2-40B4-BE49-F238E27FC236}">
                  <a16:creationId xmlns:a16="http://schemas.microsoft.com/office/drawing/2014/main" id="{6D333C9E-E44D-C830-2064-0AD735ADF2A9}"/>
                </a:ext>
              </a:extLst>
            </p:cNvPr>
            <p:cNvSpPr txBox="1"/>
            <p:nvPr/>
          </p:nvSpPr>
          <p:spPr>
            <a:xfrm>
              <a:off x="357870" y="4086978"/>
              <a:ext cx="876570" cy="338554"/>
            </a:xfrm>
            <a:prstGeom prst="rect">
              <a:avLst/>
            </a:prstGeom>
            <a:noFill/>
          </p:spPr>
          <p:txBody>
            <a:bodyPr wrap="square" rtlCol="0">
              <a:spAutoFit/>
            </a:bodyPr>
            <a:lstStyle/>
            <a:p>
              <a:r>
                <a:rPr lang="en-US" sz="1600" dirty="0">
                  <a:solidFill>
                    <a:schemeClr val="bg1"/>
                  </a:solidFill>
                  <a:latin typeface="Times New Roman" panose="02020603050405020304" pitchFamily="18" charset="0"/>
                  <a:cs typeface="Times New Roman" panose="02020603050405020304" pitchFamily="18" charset="0"/>
                </a:rPr>
                <a:t>Legend:</a:t>
              </a:r>
              <a:endParaRPr lang="en-AS" sz="1600" dirty="0">
                <a:solidFill>
                  <a:schemeClr val="bg1"/>
                </a:solidFill>
                <a:latin typeface="Times New Roman" panose="02020603050405020304" pitchFamily="18" charset="0"/>
                <a:cs typeface="Times New Roman" panose="02020603050405020304" pitchFamily="18" charset="0"/>
              </a:endParaRPr>
            </a:p>
          </p:txBody>
        </p:sp>
      </p:grpSp>
      <p:cxnSp>
        <p:nvCxnSpPr>
          <p:cNvPr id="110" name="Straight Arrow Connector 109">
            <a:extLst>
              <a:ext uri="{FF2B5EF4-FFF2-40B4-BE49-F238E27FC236}">
                <a16:creationId xmlns:a16="http://schemas.microsoft.com/office/drawing/2014/main" id="{5FB4B968-A726-7B8D-92F0-60D25319250C}"/>
              </a:ext>
            </a:extLst>
          </p:cNvPr>
          <p:cNvCxnSpPr>
            <a:stCxn id="62" idx="3"/>
            <a:endCxn id="56" idx="2"/>
          </p:cNvCxnSpPr>
          <p:nvPr/>
        </p:nvCxnSpPr>
        <p:spPr>
          <a:xfrm>
            <a:off x="2771682" y="3432023"/>
            <a:ext cx="391395" cy="5393"/>
          </a:xfrm>
          <a:prstGeom prst="straightConnector1">
            <a:avLst/>
          </a:prstGeom>
          <a:ln>
            <a:solidFill>
              <a:schemeClr val="bg1"/>
            </a:solidFill>
            <a:tailEnd type="stealth"/>
          </a:ln>
          <a:effectLst>
            <a:glow rad="50800">
              <a:schemeClr val="bg1">
                <a:alpha val="25000"/>
              </a:schemeClr>
            </a:glow>
          </a:effectLst>
        </p:spPr>
        <p:style>
          <a:lnRef idx="2">
            <a:schemeClr val="accent1"/>
          </a:lnRef>
          <a:fillRef idx="0">
            <a:schemeClr val="accent1"/>
          </a:fillRef>
          <a:effectRef idx="1">
            <a:schemeClr val="accent1"/>
          </a:effectRef>
          <a:fontRef idx="minor">
            <a:schemeClr val="tx1"/>
          </a:fontRef>
        </p:style>
      </p:cxnSp>
      <p:grpSp>
        <p:nvGrpSpPr>
          <p:cNvPr id="3" name="Group 2">
            <a:extLst>
              <a:ext uri="{FF2B5EF4-FFF2-40B4-BE49-F238E27FC236}">
                <a16:creationId xmlns:a16="http://schemas.microsoft.com/office/drawing/2014/main" id="{881C2BE4-9F8B-20ED-D57A-28B12F2B4F42}"/>
              </a:ext>
            </a:extLst>
          </p:cNvPr>
          <p:cNvGrpSpPr/>
          <p:nvPr/>
        </p:nvGrpSpPr>
        <p:grpSpPr>
          <a:xfrm rot="5400000">
            <a:off x="6199222" y="-7518506"/>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4" name="Graphic 37" descr="Film strip outline">
              <a:extLst>
                <a:ext uri="{FF2B5EF4-FFF2-40B4-BE49-F238E27FC236}">
                  <a16:creationId xmlns:a16="http://schemas.microsoft.com/office/drawing/2014/main" id="{7D02F5E4-4FB8-F139-BB08-2C496F6B5719}"/>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5" name="Graphic 37" descr="Film strip outline">
              <a:extLst>
                <a:ext uri="{FF2B5EF4-FFF2-40B4-BE49-F238E27FC236}">
                  <a16:creationId xmlns:a16="http://schemas.microsoft.com/office/drawing/2014/main" id="{F389E44F-022E-46D2-88AE-E18F4F060684}"/>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6" name="Graphic 37" descr="Film strip outline">
              <a:extLst>
                <a:ext uri="{FF2B5EF4-FFF2-40B4-BE49-F238E27FC236}">
                  <a16:creationId xmlns:a16="http://schemas.microsoft.com/office/drawing/2014/main" id="{65F93F52-22F0-0B0B-FEF1-DEE600DF442B}"/>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 name="Graphic 37" descr="Film strip outline">
              <a:extLst>
                <a:ext uri="{FF2B5EF4-FFF2-40B4-BE49-F238E27FC236}">
                  <a16:creationId xmlns:a16="http://schemas.microsoft.com/office/drawing/2014/main" id="{B0824D4F-5716-3BBC-9C76-94BCDE5E6B06}"/>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8" name="Freeform: Shape 7">
            <a:extLst>
              <a:ext uri="{FF2B5EF4-FFF2-40B4-BE49-F238E27FC236}">
                <a16:creationId xmlns:a16="http://schemas.microsoft.com/office/drawing/2014/main" id="{6FC735A8-7A3B-BF55-2897-706F8ADAD881}"/>
              </a:ext>
            </a:extLst>
          </p:cNvPr>
          <p:cNvSpPr/>
          <p:nvPr/>
        </p:nvSpPr>
        <p:spPr>
          <a:xfrm>
            <a:off x="12394636" y="1130273"/>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9" name="Rectangle 8">
            <a:extLst>
              <a:ext uri="{FF2B5EF4-FFF2-40B4-BE49-F238E27FC236}">
                <a16:creationId xmlns:a16="http://schemas.microsoft.com/office/drawing/2014/main" id="{41C618A8-4775-4BFA-31A8-55BC04A1741E}"/>
              </a:ext>
            </a:extLst>
          </p:cNvPr>
          <p:cNvSpPr/>
          <p:nvPr/>
        </p:nvSpPr>
        <p:spPr>
          <a:xfrm>
            <a:off x="14071177" y="187016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 name="Rectangle 9">
            <a:extLst>
              <a:ext uri="{FF2B5EF4-FFF2-40B4-BE49-F238E27FC236}">
                <a16:creationId xmlns:a16="http://schemas.microsoft.com/office/drawing/2014/main" id="{C3FE8377-462D-847F-3D1F-9715C93B122A}"/>
              </a:ext>
            </a:extLst>
          </p:cNvPr>
          <p:cNvSpPr>
            <a:spLocks/>
          </p:cNvSpPr>
          <p:nvPr/>
        </p:nvSpPr>
        <p:spPr>
          <a:xfrm>
            <a:off x="14071177" y="247420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 name="Rectangle 10">
            <a:extLst>
              <a:ext uri="{FF2B5EF4-FFF2-40B4-BE49-F238E27FC236}">
                <a16:creationId xmlns:a16="http://schemas.microsoft.com/office/drawing/2014/main" id="{1026178E-8635-6750-37E5-8CEC308B8F9C}"/>
              </a:ext>
            </a:extLst>
          </p:cNvPr>
          <p:cNvSpPr>
            <a:spLocks/>
          </p:cNvSpPr>
          <p:nvPr/>
        </p:nvSpPr>
        <p:spPr>
          <a:xfrm>
            <a:off x="14071177" y="307824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 name="Rectangle 11">
            <a:extLst>
              <a:ext uri="{FF2B5EF4-FFF2-40B4-BE49-F238E27FC236}">
                <a16:creationId xmlns:a16="http://schemas.microsoft.com/office/drawing/2014/main" id="{A1810286-58A5-D73F-9CFB-E82A0FF6D39C}"/>
              </a:ext>
            </a:extLst>
          </p:cNvPr>
          <p:cNvSpPr>
            <a:spLocks/>
          </p:cNvSpPr>
          <p:nvPr/>
        </p:nvSpPr>
        <p:spPr>
          <a:xfrm>
            <a:off x="14071177" y="368229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 name="Rectangle 12">
            <a:extLst>
              <a:ext uri="{FF2B5EF4-FFF2-40B4-BE49-F238E27FC236}">
                <a16:creationId xmlns:a16="http://schemas.microsoft.com/office/drawing/2014/main" id="{916F16F9-5B33-B5BC-7540-A7855B2F5A46}"/>
              </a:ext>
            </a:extLst>
          </p:cNvPr>
          <p:cNvSpPr>
            <a:spLocks/>
          </p:cNvSpPr>
          <p:nvPr/>
        </p:nvSpPr>
        <p:spPr>
          <a:xfrm>
            <a:off x="14071177" y="489038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4" name="Rectangle 13">
            <a:extLst>
              <a:ext uri="{FF2B5EF4-FFF2-40B4-BE49-F238E27FC236}">
                <a16:creationId xmlns:a16="http://schemas.microsoft.com/office/drawing/2014/main" id="{8C2902BB-D5BE-DDD4-1685-98FCBE834178}"/>
              </a:ext>
            </a:extLst>
          </p:cNvPr>
          <p:cNvSpPr>
            <a:spLocks/>
          </p:cNvSpPr>
          <p:nvPr/>
        </p:nvSpPr>
        <p:spPr>
          <a:xfrm>
            <a:off x="14071177" y="549442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6" name="Rectangle 15">
            <a:extLst>
              <a:ext uri="{FF2B5EF4-FFF2-40B4-BE49-F238E27FC236}">
                <a16:creationId xmlns:a16="http://schemas.microsoft.com/office/drawing/2014/main" id="{A38AA844-49DC-E5A8-1767-07FC957BB105}"/>
              </a:ext>
            </a:extLst>
          </p:cNvPr>
          <p:cNvSpPr/>
          <p:nvPr/>
        </p:nvSpPr>
        <p:spPr>
          <a:xfrm>
            <a:off x="13158904" y="4184735"/>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 name="Rectangle 16">
            <a:extLst>
              <a:ext uri="{FF2B5EF4-FFF2-40B4-BE49-F238E27FC236}">
                <a16:creationId xmlns:a16="http://schemas.microsoft.com/office/drawing/2014/main" id="{3A971D00-02B9-3DAB-EAD7-A6A5908903CE}"/>
              </a:ext>
            </a:extLst>
          </p:cNvPr>
          <p:cNvSpPr/>
          <p:nvPr/>
        </p:nvSpPr>
        <p:spPr>
          <a:xfrm>
            <a:off x="13158904" y="4788382"/>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 name="Rectangle 17">
            <a:extLst>
              <a:ext uri="{FF2B5EF4-FFF2-40B4-BE49-F238E27FC236}">
                <a16:creationId xmlns:a16="http://schemas.microsoft.com/office/drawing/2014/main" id="{7FDFECD5-F26A-C391-E307-B74B99383C27}"/>
              </a:ext>
            </a:extLst>
          </p:cNvPr>
          <p:cNvSpPr/>
          <p:nvPr/>
        </p:nvSpPr>
        <p:spPr>
          <a:xfrm>
            <a:off x="13158904" y="5392030"/>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 name="Freeform: Shape 18">
            <a:extLst>
              <a:ext uri="{FF2B5EF4-FFF2-40B4-BE49-F238E27FC236}">
                <a16:creationId xmlns:a16="http://schemas.microsoft.com/office/drawing/2014/main" id="{06B7C4F0-EB7A-E59D-15DD-8FC903F8D3B4}"/>
              </a:ext>
            </a:extLst>
          </p:cNvPr>
          <p:cNvSpPr/>
          <p:nvPr/>
        </p:nvSpPr>
        <p:spPr>
          <a:xfrm>
            <a:off x="13091788" y="163859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20" name="Freeform: Shape 19">
            <a:extLst>
              <a:ext uri="{FF2B5EF4-FFF2-40B4-BE49-F238E27FC236}">
                <a16:creationId xmlns:a16="http://schemas.microsoft.com/office/drawing/2014/main" id="{6A882A4D-FE76-0DF3-8694-551473A7B5B9}"/>
              </a:ext>
            </a:extLst>
          </p:cNvPr>
          <p:cNvSpPr/>
          <p:nvPr/>
        </p:nvSpPr>
        <p:spPr>
          <a:xfrm>
            <a:off x="13091788" y="223041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21" name="Freeform: Shape 20">
            <a:extLst>
              <a:ext uri="{FF2B5EF4-FFF2-40B4-BE49-F238E27FC236}">
                <a16:creationId xmlns:a16="http://schemas.microsoft.com/office/drawing/2014/main" id="{3468ED42-FE0D-26B5-FDF5-57C4F15D0D31}"/>
              </a:ext>
            </a:extLst>
          </p:cNvPr>
          <p:cNvSpPr/>
          <p:nvPr/>
        </p:nvSpPr>
        <p:spPr>
          <a:xfrm>
            <a:off x="13091788" y="28288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22" name="Freeform: Shape 21">
            <a:extLst>
              <a:ext uri="{FF2B5EF4-FFF2-40B4-BE49-F238E27FC236}">
                <a16:creationId xmlns:a16="http://schemas.microsoft.com/office/drawing/2014/main" id="{C31CD135-968D-0738-3566-C8FB743F03A8}"/>
              </a:ext>
            </a:extLst>
          </p:cNvPr>
          <p:cNvSpPr/>
          <p:nvPr/>
        </p:nvSpPr>
        <p:spPr>
          <a:xfrm>
            <a:off x="13091788" y="3437712"/>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23" name="Rectangle 22">
            <a:extLst>
              <a:ext uri="{FF2B5EF4-FFF2-40B4-BE49-F238E27FC236}">
                <a16:creationId xmlns:a16="http://schemas.microsoft.com/office/drawing/2014/main" id="{BED4D14D-EF35-0CA1-9308-5958B8CE6239}"/>
              </a:ext>
            </a:extLst>
          </p:cNvPr>
          <p:cNvSpPr>
            <a:spLocks/>
          </p:cNvSpPr>
          <p:nvPr/>
        </p:nvSpPr>
        <p:spPr>
          <a:xfrm>
            <a:off x="14071176" y="428633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4124349428"/>
      </p:ext>
    </p:extLst>
  </p:cSld>
  <p:clrMapOvr>
    <a:masterClrMapping/>
  </p:clrMapOvr>
  <p:transition spd="slow">
    <p:strips dir="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wipe(left)">
                                      <p:cBhvr>
                                        <p:cTn id="7" dur="500"/>
                                        <p:tgtEl>
                                          <p:spTgt spid="132"/>
                                        </p:tgtEl>
                                      </p:cBhvr>
                                    </p:animEffect>
                                  </p:childTnLst>
                                </p:cTn>
                              </p:par>
                              <p:par>
                                <p:cTn id="8" presetID="22" presetClass="entr" presetSubtype="4" fill="hold" nodeType="withEffect">
                                  <p:stCondLst>
                                    <p:cond delay="0"/>
                                  </p:stCondLst>
                                  <p:childTnLst>
                                    <p:set>
                                      <p:cBhvr>
                                        <p:cTn id="9" dur="1" fill="hold">
                                          <p:stCondLst>
                                            <p:cond delay="0"/>
                                          </p:stCondLst>
                                        </p:cTn>
                                        <p:tgtEl>
                                          <p:spTgt spid="131"/>
                                        </p:tgtEl>
                                        <p:attrNameLst>
                                          <p:attrName>style.visibility</p:attrName>
                                        </p:attrNameLst>
                                      </p:cBhvr>
                                      <p:to>
                                        <p:strVal val="visible"/>
                                      </p:to>
                                    </p:set>
                                    <p:animEffect transition="in" filter="wipe(down)">
                                      <p:cBhvr>
                                        <p:cTn id="10" dur="500"/>
                                        <p:tgtEl>
                                          <p:spTgt spid="131"/>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250"/>
                                        <p:tgtEl>
                                          <p:spTgt spid="55"/>
                                        </p:tgtEl>
                                      </p:cBhvr>
                                    </p:animEffect>
                                  </p:childTnLst>
                                </p:cTn>
                              </p:par>
                            </p:childTnLst>
                          </p:cTn>
                        </p:par>
                        <p:par>
                          <p:cTn id="15" fill="hold">
                            <p:stCondLst>
                              <p:cond delay="750"/>
                            </p:stCondLst>
                            <p:childTnLst>
                              <p:par>
                                <p:cTn id="16" presetID="22" presetClass="entr" presetSubtype="8" fill="hold" nodeType="afterEffect">
                                  <p:stCondLst>
                                    <p:cond delay="0"/>
                                  </p:stCondLst>
                                  <p:childTnLst>
                                    <p:set>
                                      <p:cBhvr>
                                        <p:cTn id="17" dur="1" fill="hold">
                                          <p:stCondLst>
                                            <p:cond delay="0"/>
                                          </p:stCondLst>
                                        </p:cTn>
                                        <p:tgtEl>
                                          <p:spTgt spid="70"/>
                                        </p:tgtEl>
                                        <p:attrNameLst>
                                          <p:attrName>style.visibility</p:attrName>
                                        </p:attrNameLst>
                                      </p:cBhvr>
                                      <p:to>
                                        <p:strVal val="visible"/>
                                      </p:to>
                                    </p:set>
                                    <p:animEffect transition="in" filter="wipe(left)">
                                      <p:cBhvr>
                                        <p:cTn id="18" dur="250"/>
                                        <p:tgtEl>
                                          <p:spTgt spid="70"/>
                                        </p:tgtEl>
                                      </p:cBhvr>
                                    </p:animEffect>
                                  </p:childTnLst>
                                </p:cTn>
                              </p:par>
                            </p:childTnLst>
                          </p:cTn>
                        </p:par>
                        <p:par>
                          <p:cTn id="19"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fade">
                                      <p:cBhvr>
                                        <p:cTn id="22" dur="250"/>
                                        <p:tgtEl>
                                          <p:spTgt spid="62"/>
                                        </p:tgtEl>
                                      </p:cBhvr>
                                    </p:animEffect>
                                  </p:childTnLst>
                                </p:cTn>
                              </p:par>
                            </p:childTnLst>
                          </p:cTn>
                        </p:par>
                        <p:par>
                          <p:cTn id="23" fill="hold">
                            <p:stCondLst>
                              <p:cond delay="1250"/>
                            </p:stCondLst>
                            <p:childTnLst>
                              <p:par>
                                <p:cTn id="24" presetID="22" presetClass="entr" presetSubtype="8" fill="hold" nodeType="afterEffect">
                                  <p:stCondLst>
                                    <p:cond delay="0"/>
                                  </p:stCondLst>
                                  <p:childTnLst>
                                    <p:set>
                                      <p:cBhvr>
                                        <p:cTn id="25" dur="1" fill="hold">
                                          <p:stCondLst>
                                            <p:cond delay="0"/>
                                          </p:stCondLst>
                                        </p:cTn>
                                        <p:tgtEl>
                                          <p:spTgt spid="110"/>
                                        </p:tgtEl>
                                        <p:attrNameLst>
                                          <p:attrName>style.visibility</p:attrName>
                                        </p:attrNameLst>
                                      </p:cBhvr>
                                      <p:to>
                                        <p:strVal val="visible"/>
                                      </p:to>
                                    </p:set>
                                    <p:animEffect transition="in" filter="wipe(left)">
                                      <p:cBhvr>
                                        <p:cTn id="26" dur="250"/>
                                        <p:tgtEl>
                                          <p:spTgt spid="110"/>
                                        </p:tgtEl>
                                      </p:cBhvr>
                                    </p:animEffect>
                                  </p:childTnLst>
                                </p:cTn>
                              </p:par>
                            </p:childTnLst>
                          </p:cTn>
                        </p:par>
                        <p:par>
                          <p:cTn id="27" fill="hold">
                            <p:stCondLst>
                              <p:cond delay="1500"/>
                            </p:stCondLst>
                            <p:childTnLst>
                              <p:par>
                                <p:cTn id="28" presetID="10" presetClass="entr" presetSubtype="0" fill="hold" grpId="0"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fade">
                                      <p:cBhvr>
                                        <p:cTn id="30" dur="250"/>
                                        <p:tgtEl>
                                          <p:spTgt spid="56"/>
                                        </p:tgtEl>
                                      </p:cBhvr>
                                    </p:animEffect>
                                  </p:childTnLst>
                                </p:cTn>
                              </p:par>
                            </p:childTnLst>
                          </p:cTn>
                        </p:par>
                        <p:par>
                          <p:cTn id="31" fill="hold">
                            <p:stCondLst>
                              <p:cond delay="1750"/>
                            </p:stCondLst>
                            <p:childTnLst>
                              <p:par>
                                <p:cTn id="32" presetID="22" presetClass="entr" presetSubtype="8" fill="hold" nodeType="afterEffect">
                                  <p:stCondLst>
                                    <p:cond delay="0"/>
                                  </p:stCondLst>
                                  <p:childTnLst>
                                    <p:set>
                                      <p:cBhvr>
                                        <p:cTn id="33" dur="1" fill="hold">
                                          <p:stCondLst>
                                            <p:cond delay="0"/>
                                          </p:stCondLst>
                                        </p:cTn>
                                        <p:tgtEl>
                                          <p:spTgt spid="71"/>
                                        </p:tgtEl>
                                        <p:attrNameLst>
                                          <p:attrName>style.visibility</p:attrName>
                                        </p:attrNameLst>
                                      </p:cBhvr>
                                      <p:to>
                                        <p:strVal val="visible"/>
                                      </p:to>
                                    </p:set>
                                    <p:animEffect transition="in" filter="wipe(left)">
                                      <p:cBhvr>
                                        <p:cTn id="34" dur="250"/>
                                        <p:tgtEl>
                                          <p:spTgt spid="71"/>
                                        </p:tgtEl>
                                      </p:cBhvr>
                                    </p:animEffect>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81"/>
                                        </p:tgtEl>
                                        <p:attrNameLst>
                                          <p:attrName>style.visibility</p:attrName>
                                        </p:attrNameLst>
                                      </p:cBhvr>
                                      <p:to>
                                        <p:strVal val="visible"/>
                                      </p:to>
                                    </p:set>
                                    <p:animEffect transition="in" filter="fade">
                                      <p:cBhvr>
                                        <p:cTn id="38" dur="250"/>
                                        <p:tgtEl>
                                          <p:spTgt spid="81"/>
                                        </p:tgtEl>
                                      </p:cBhvr>
                                    </p:animEffect>
                                  </p:childTnLst>
                                </p:cTn>
                              </p:par>
                            </p:childTnLst>
                          </p:cTn>
                        </p:par>
                        <p:par>
                          <p:cTn id="39" fill="hold">
                            <p:stCondLst>
                              <p:cond delay="2250"/>
                            </p:stCondLst>
                            <p:childTnLst>
                              <p:par>
                                <p:cTn id="40" presetID="22" presetClass="entr" presetSubtype="8" fill="hold" nodeType="afterEffect">
                                  <p:stCondLst>
                                    <p:cond delay="0"/>
                                  </p:stCondLst>
                                  <p:childTnLst>
                                    <p:set>
                                      <p:cBhvr>
                                        <p:cTn id="41" dur="1" fill="hold">
                                          <p:stCondLst>
                                            <p:cond delay="0"/>
                                          </p:stCondLst>
                                        </p:cTn>
                                        <p:tgtEl>
                                          <p:spTgt spid="73"/>
                                        </p:tgtEl>
                                        <p:attrNameLst>
                                          <p:attrName>style.visibility</p:attrName>
                                        </p:attrNameLst>
                                      </p:cBhvr>
                                      <p:to>
                                        <p:strVal val="visible"/>
                                      </p:to>
                                    </p:set>
                                    <p:animEffect transition="in" filter="wipe(left)">
                                      <p:cBhvr>
                                        <p:cTn id="42" dur="250"/>
                                        <p:tgtEl>
                                          <p:spTgt spid="73"/>
                                        </p:tgtEl>
                                      </p:cBhvr>
                                    </p:animEffect>
                                  </p:childTnLst>
                                </p:cTn>
                              </p:par>
                            </p:childTnLst>
                          </p:cTn>
                        </p:par>
                        <p:par>
                          <p:cTn id="43" fill="hold">
                            <p:stCondLst>
                              <p:cond delay="2500"/>
                            </p:stCondLst>
                            <p:childTnLst>
                              <p:par>
                                <p:cTn id="44" presetID="10" presetClass="entr" presetSubtype="0" fill="hold" grpId="0" nodeType="afterEffect">
                                  <p:stCondLst>
                                    <p:cond delay="0"/>
                                  </p:stCondLst>
                                  <p:childTnLst>
                                    <p:set>
                                      <p:cBhvr>
                                        <p:cTn id="45" dur="1" fill="hold">
                                          <p:stCondLst>
                                            <p:cond delay="0"/>
                                          </p:stCondLst>
                                        </p:cTn>
                                        <p:tgtEl>
                                          <p:spTgt spid="63"/>
                                        </p:tgtEl>
                                        <p:attrNameLst>
                                          <p:attrName>style.visibility</p:attrName>
                                        </p:attrNameLst>
                                      </p:cBhvr>
                                      <p:to>
                                        <p:strVal val="visible"/>
                                      </p:to>
                                    </p:set>
                                    <p:animEffect transition="in" filter="fade">
                                      <p:cBhvr>
                                        <p:cTn id="46" dur="250"/>
                                        <p:tgtEl>
                                          <p:spTgt spid="63"/>
                                        </p:tgtEl>
                                      </p:cBhvr>
                                    </p:animEffect>
                                  </p:childTnLst>
                                </p:cTn>
                              </p:par>
                            </p:childTnLst>
                          </p:cTn>
                        </p:par>
                        <p:par>
                          <p:cTn id="47" fill="hold">
                            <p:stCondLst>
                              <p:cond delay="2750"/>
                            </p:stCondLst>
                            <p:childTnLst>
                              <p:par>
                                <p:cTn id="48" presetID="22" presetClass="entr" presetSubtype="4" fill="hold" nodeType="afterEffect">
                                  <p:stCondLst>
                                    <p:cond delay="0"/>
                                  </p:stCondLst>
                                  <p:childTnLst>
                                    <p:set>
                                      <p:cBhvr>
                                        <p:cTn id="49" dur="1" fill="hold">
                                          <p:stCondLst>
                                            <p:cond delay="0"/>
                                          </p:stCondLst>
                                        </p:cTn>
                                        <p:tgtEl>
                                          <p:spTgt spid="68"/>
                                        </p:tgtEl>
                                        <p:attrNameLst>
                                          <p:attrName>style.visibility</p:attrName>
                                        </p:attrNameLst>
                                      </p:cBhvr>
                                      <p:to>
                                        <p:strVal val="visible"/>
                                      </p:to>
                                    </p:set>
                                    <p:animEffect transition="in" filter="wipe(down)">
                                      <p:cBhvr>
                                        <p:cTn id="50" dur="250"/>
                                        <p:tgtEl>
                                          <p:spTgt spid="68"/>
                                        </p:tgtEl>
                                      </p:cBhvr>
                                    </p:animEffect>
                                  </p:childTnLst>
                                </p:cTn>
                              </p:par>
                            </p:childTnLst>
                          </p:cTn>
                        </p:par>
                        <p:par>
                          <p:cTn id="51" fill="hold">
                            <p:stCondLst>
                              <p:cond delay="3000"/>
                            </p:stCondLst>
                            <p:childTnLst>
                              <p:par>
                                <p:cTn id="52" presetID="10" presetClass="entr" presetSubtype="0" fill="hold" grpId="0"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fade">
                                      <p:cBhvr>
                                        <p:cTn id="54" dur="250"/>
                                        <p:tgtEl>
                                          <p:spTgt spid="64"/>
                                        </p:tgtEl>
                                      </p:cBhvr>
                                    </p:animEffect>
                                  </p:childTnLst>
                                </p:cTn>
                              </p:par>
                            </p:childTnLst>
                          </p:cTn>
                        </p:par>
                        <p:par>
                          <p:cTn id="55" fill="hold">
                            <p:stCondLst>
                              <p:cond delay="3250"/>
                            </p:stCondLst>
                            <p:childTnLst>
                              <p:par>
                                <p:cTn id="56" presetID="22" presetClass="entr" presetSubtype="4" fill="hold" nodeType="after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wipe(down)">
                                      <p:cBhvr>
                                        <p:cTn id="58" dur="250"/>
                                        <p:tgtEl>
                                          <p:spTgt spid="69"/>
                                        </p:tgtEl>
                                      </p:cBhvr>
                                    </p:animEffect>
                                  </p:childTnLst>
                                </p:cTn>
                              </p:par>
                            </p:childTnLst>
                          </p:cTn>
                        </p:par>
                        <p:par>
                          <p:cTn id="59" fill="hold">
                            <p:stCondLst>
                              <p:cond delay="3500"/>
                            </p:stCondLst>
                            <p:childTnLst>
                              <p:par>
                                <p:cTn id="60" presetID="10" presetClass="entr" presetSubtype="0" fill="hold" grpId="0" nodeType="afterEffect">
                                  <p:stCondLst>
                                    <p:cond delay="0"/>
                                  </p:stCondLst>
                                  <p:childTnLst>
                                    <p:set>
                                      <p:cBhvr>
                                        <p:cTn id="61" dur="1" fill="hold">
                                          <p:stCondLst>
                                            <p:cond delay="0"/>
                                          </p:stCondLst>
                                        </p:cTn>
                                        <p:tgtEl>
                                          <p:spTgt spid="65"/>
                                        </p:tgtEl>
                                        <p:attrNameLst>
                                          <p:attrName>style.visibility</p:attrName>
                                        </p:attrNameLst>
                                      </p:cBhvr>
                                      <p:to>
                                        <p:strVal val="visible"/>
                                      </p:to>
                                    </p:set>
                                    <p:animEffect transition="in" filter="fade">
                                      <p:cBhvr>
                                        <p:cTn id="62" dur="250"/>
                                        <p:tgtEl>
                                          <p:spTgt spid="65"/>
                                        </p:tgtEl>
                                      </p:cBhvr>
                                    </p:animEffect>
                                  </p:childTnLst>
                                </p:cTn>
                              </p:par>
                            </p:childTnLst>
                          </p:cTn>
                        </p:par>
                        <p:par>
                          <p:cTn id="63" fill="hold">
                            <p:stCondLst>
                              <p:cond delay="3750"/>
                            </p:stCondLst>
                            <p:childTnLst>
                              <p:par>
                                <p:cTn id="64" presetID="22" presetClass="entr" presetSubtype="8" fill="hold" nodeType="afterEffect">
                                  <p:stCondLst>
                                    <p:cond delay="0"/>
                                  </p:stCondLst>
                                  <p:childTnLst>
                                    <p:set>
                                      <p:cBhvr>
                                        <p:cTn id="65" dur="1" fill="hold">
                                          <p:stCondLst>
                                            <p:cond delay="0"/>
                                          </p:stCondLst>
                                        </p:cTn>
                                        <p:tgtEl>
                                          <p:spTgt spid="74"/>
                                        </p:tgtEl>
                                        <p:attrNameLst>
                                          <p:attrName>style.visibility</p:attrName>
                                        </p:attrNameLst>
                                      </p:cBhvr>
                                      <p:to>
                                        <p:strVal val="visible"/>
                                      </p:to>
                                    </p:set>
                                    <p:animEffect transition="in" filter="wipe(left)">
                                      <p:cBhvr>
                                        <p:cTn id="66" dur="250"/>
                                        <p:tgtEl>
                                          <p:spTgt spid="74"/>
                                        </p:tgtEl>
                                      </p:cBhvr>
                                    </p:animEffect>
                                  </p:childTnLst>
                                </p:cTn>
                              </p:par>
                            </p:childTnLst>
                          </p:cTn>
                        </p:par>
                        <p:par>
                          <p:cTn id="67" fill="hold">
                            <p:stCondLst>
                              <p:cond delay="4000"/>
                            </p:stCondLst>
                            <p:childTnLst>
                              <p:par>
                                <p:cTn id="68" presetID="10" presetClass="entr" presetSubtype="0" fill="hold" nodeType="afterEffect">
                                  <p:stCondLst>
                                    <p:cond delay="0"/>
                                  </p:stCondLst>
                                  <p:childTnLst>
                                    <p:set>
                                      <p:cBhvr>
                                        <p:cTn id="69" dur="1" fill="hold">
                                          <p:stCondLst>
                                            <p:cond delay="0"/>
                                          </p:stCondLst>
                                        </p:cTn>
                                        <p:tgtEl>
                                          <p:spTgt spid="90"/>
                                        </p:tgtEl>
                                        <p:attrNameLst>
                                          <p:attrName>style.visibility</p:attrName>
                                        </p:attrNameLst>
                                      </p:cBhvr>
                                      <p:to>
                                        <p:strVal val="visible"/>
                                      </p:to>
                                    </p:set>
                                    <p:animEffect transition="in" filter="fade">
                                      <p:cBhvr>
                                        <p:cTn id="70" dur="250"/>
                                        <p:tgtEl>
                                          <p:spTgt spid="90"/>
                                        </p:tgtEl>
                                      </p:cBhvr>
                                    </p:animEffect>
                                  </p:childTnLst>
                                </p:cTn>
                              </p:par>
                            </p:childTnLst>
                          </p:cTn>
                        </p:par>
                        <p:par>
                          <p:cTn id="71" fill="hold">
                            <p:stCondLst>
                              <p:cond delay="4250"/>
                            </p:stCondLst>
                            <p:childTnLst>
                              <p:par>
                                <p:cTn id="72" presetID="22" presetClass="entr" presetSubtype="4" fill="hold" nodeType="afterEffect">
                                  <p:stCondLst>
                                    <p:cond delay="0"/>
                                  </p:stCondLst>
                                  <p:childTnLst>
                                    <p:set>
                                      <p:cBhvr>
                                        <p:cTn id="73" dur="1" fill="hold">
                                          <p:stCondLst>
                                            <p:cond delay="0"/>
                                          </p:stCondLst>
                                        </p:cTn>
                                        <p:tgtEl>
                                          <p:spTgt spid="79"/>
                                        </p:tgtEl>
                                        <p:attrNameLst>
                                          <p:attrName>style.visibility</p:attrName>
                                        </p:attrNameLst>
                                      </p:cBhvr>
                                      <p:to>
                                        <p:strVal val="visible"/>
                                      </p:to>
                                    </p:set>
                                    <p:animEffect transition="in" filter="wipe(down)">
                                      <p:cBhvr>
                                        <p:cTn id="74" dur="250"/>
                                        <p:tgtEl>
                                          <p:spTgt spid="79"/>
                                        </p:tgtEl>
                                      </p:cBhvr>
                                    </p:animEffect>
                                  </p:childTnLst>
                                </p:cTn>
                              </p:par>
                              <p:par>
                                <p:cTn id="75" presetID="22" presetClass="entr" presetSubtype="1" fill="hold" nodeType="withEffect">
                                  <p:stCondLst>
                                    <p:cond delay="0"/>
                                  </p:stCondLst>
                                  <p:childTnLst>
                                    <p:set>
                                      <p:cBhvr>
                                        <p:cTn id="76" dur="1" fill="hold">
                                          <p:stCondLst>
                                            <p:cond delay="0"/>
                                          </p:stCondLst>
                                        </p:cTn>
                                        <p:tgtEl>
                                          <p:spTgt spid="75"/>
                                        </p:tgtEl>
                                        <p:attrNameLst>
                                          <p:attrName>style.visibility</p:attrName>
                                        </p:attrNameLst>
                                      </p:cBhvr>
                                      <p:to>
                                        <p:strVal val="visible"/>
                                      </p:to>
                                    </p:set>
                                    <p:animEffect transition="in" filter="wipe(up)">
                                      <p:cBhvr>
                                        <p:cTn id="77" dur="250"/>
                                        <p:tgtEl>
                                          <p:spTgt spid="75"/>
                                        </p:tgtEl>
                                      </p:cBhvr>
                                    </p:animEffect>
                                  </p:childTnLst>
                                </p:cTn>
                              </p:par>
                            </p:childTnLst>
                          </p:cTn>
                        </p:par>
                        <p:par>
                          <p:cTn id="78" fill="hold">
                            <p:stCondLst>
                              <p:cond delay="4500"/>
                            </p:stCondLst>
                            <p:childTnLst>
                              <p:par>
                                <p:cTn id="79" presetID="10" presetClass="entr" presetSubtype="0" fill="hold" grpId="0" nodeType="afterEffect">
                                  <p:stCondLst>
                                    <p:cond delay="0"/>
                                  </p:stCondLst>
                                  <p:childTnLst>
                                    <p:set>
                                      <p:cBhvr>
                                        <p:cTn id="80" dur="1" fill="hold">
                                          <p:stCondLst>
                                            <p:cond delay="0"/>
                                          </p:stCondLst>
                                        </p:cTn>
                                        <p:tgtEl>
                                          <p:spTgt spid="67"/>
                                        </p:tgtEl>
                                        <p:attrNameLst>
                                          <p:attrName>style.visibility</p:attrName>
                                        </p:attrNameLst>
                                      </p:cBhvr>
                                      <p:to>
                                        <p:strVal val="visible"/>
                                      </p:to>
                                    </p:set>
                                    <p:animEffect transition="in" filter="fade">
                                      <p:cBhvr>
                                        <p:cTn id="81" dur="250"/>
                                        <p:tgtEl>
                                          <p:spTgt spid="67"/>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Effect transition="in" filter="fade">
                                      <p:cBhvr>
                                        <p:cTn id="84" dur="250"/>
                                        <p:tgtEl>
                                          <p:spTgt spid="59"/>
                                        </p:tgtEl>
                                      </p:cBhvr>
                                    </p:animEffect>
                                  </p:childTnLst>
                                </p:cTn>
                              </p:par>
                            </p:childTnLst>
                          </p:cTn>
                        </p:par>
                        <p:par>
                          <p:cTn id="85" fill="hold">
                            <p:stCondLst>
                              <p:cond delay="4750"/>
                            </p:stCondLst>
                            <p:childTnLst>
                              <p:par>
                                <p:cTn id="86" presetID="22" presetClass="entr" presetSubtype="4" fill="hold" nodeType="afterEffect">
                                  <p:stCondLst>
                                    <p:cond delay="0"/>
                                  </p:stCondLst>
                                  <p:childTnLst>
                                    <p:set>
                                      <p:cBhvr>
                                        <p:cTn id="87" dur="1" fill="hold">
                                          <p:stCondLst>
                                            <p:cond delay="0"/>
                                          </p:stCondLst>
                                        </p:cTn>
                                        <p:tgtEl>
                                          <p:spTgt spid="77"/>
                                        </p:tgtEl>
                                        <p:attrNameLst>
                                          <p:attrName>style.visibility</p:attrName>
                                        </p:attrNameLst>
                                      </p:cBhvr>
                                      <p:to>
                                        <p:strVal val="visible"/>
                                      </p:to>
                                    </p:set>
                                    <p:animEffect transition="in" filter="wipe(down)">
                                      <p:cBhvr>
                                        <p:cTn id="88" dur="250"/>
                                        <p:tgtEl>
                                          <p:spTgt spid="77"/>
                                        </p:tgtEl>
                                      </p:cBhvr>
                                    </p:animEffect>
                                  </p:childTnLst>
                                </p:cTn>
                              </p:par>
                              <p:par>
                                <p:cTn id="89" presetID="22" presetClass="entr" presetSubtype="1" fill="hold" nodeType="withEffect">
                                  <p:stCondLst>
                                    <p:cond delay="0"/>
                                  </p:stCondLst>
                                  <p:childTnLst>
                                    <p:set>
                                      <p:cBhvr>
                                        <p:cTn id="90" dur="1" fill="hold">
                                          <p:stCondLst>
                                            <p:cond delay="0"/>
                                          </p:stCondLst>
                                        </p:cTn>
                                        <p:tgtEl>
                                          <p:spTgt spid="76"/>
                                        </p:tgtEl>
                                        <p:attrNameLst>
                                          <p:attrName>style.visibility</p:attrName>
                                        </p:attrNameLst>
                                      </p:cBhvr>
                                      <p:to>
                                        <p:strVal val="visible"/>
                                      </p:to>
                                    </p:set>
                                    <p:animEffect transition="in" filter="wipe(up)">
                                      <p:cBhvr>
                                        <p:cTn id="91" dur="250"/>
                                        <p:tgtEl>
                                          <p:spTgt spid="76"/>
                                        </p:tgtEl>
                                      </p:cBhvr>
                                    </p:animEffect>
                                  </p:childTnLst>
                                </p:cTn>
                              </p:par>
                            </p:childTnLst>
                          </p:cTn>
                        </p:par>
                        <p:par>
                          <p:cTn id="92" fill="hold">
                            <p:stCondLst>
                              <p:cond delay="5000"/>
                            </p:stCondLst>
                            <p:childTnLst>
                              <p:par>
                                <p:cTn id="93" presetID="10" presetClass="entr" presetSubtype="0" fill="hold" grpId="0" nodeType="afterEffect">
                                  <p:stCondLst>
                                    <p:cond delay="0"/>
                                  </p:stCondLst>
                                  <p:childTnLst>
                                    <p:set>
                                      <p:cBhvr>
                                        <p:cTn id="94" dur="1" fill="hold">
                                          <p:stCondLst>
                                            <p:cond delay="0"/>
                                          </p:stCondLst>
                                        </p:cTn>
                                        <p:tgtEl>
                                          <p:spTgt spid="66"/>
                                        </p:tgtEl>
                                        <p:attrNameLst>
                                          <p:attrName>style.visibility</p:attrName>
                                        </p:attrNameLst>
                                      </p:cBhvr>
                                      <p:to>
                                        <p:strVal val="visible"/>
                                      </p:to>
                                    </p:set>
                                    <p:animEffect transition="in" filter="fade">
                                      <p:cBhvr>
                                        <p:cTn id="95" dur="250"/>
                                        <p:tgtEl>
                                          <p:spTgt spid="6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0"/>
                                        </p:tgtEl>
                                        <p:attrNameLst>
                                          <p:attrName>style.visibility</p:attrName>
                                        </p:attrNameLst>
                                      </p:cBhvr>
                                      <p:to>
                                        <p:strVal val="visible"/>
                                      </p:to>
                                    </p:set>
                                    <p:animEffect transition="in" filter="fade">
                                      <p:cBhvr>
                                        <p:cTn id="98" dur="250"/>
                                        <p:tgtEl>
                                          <p:spTgt spid="60"/>
                                        </p:tgtEl>
                                      </p:cBhvr>
                                    </p:animEffect>
                                  </p:childTnLst>
                                </p:cTn>
                              </p:par>
                            </p:childTnLst>
                          </p:cTn>
                        </p:par>
                        <p:par>
                          <p:cTn id="99" fill="hold">
                            <p:stCondLst>
                              <p:cond delay="5250"/>
                            </p:stCondLst>
                            <p:childTnLst>
                              <p:par>
                                <p:cTn id="100" presetID="22" presetClass="entr" presetSubtype="8" fill="hold" nodeType="afterEffect">
                                  <p:stCondLst>
                                    <p:cond delay="0"/>
                                  </p:stCondLst>
                                  <p:childTnLst>
                                    <p:set>
                                      <p:cBhvr>
                                        <p:cTn id="101" dur="1" fill="hold">
                                          <p:stCondLst>
                                            <p:cond delay="0"/>
                                          </p:stCondLst>
                                        </p:cTn>
                                        <p:tgtEl>
                                          <p:spTgt spid="78"/>
                                        </p:tgtEl>
                                        <p:attrNameLst>
                                          <p:attrName>style.visibility</p:attrName>
                                        </p:attrNameLst>
                                      </p:cBhvr>
                                      <p:to>
                                        <p:strVal val="visible"/>
                                      </p:to>
                                    </p:set>
                                    <p:animEffect transition="in" filter="wipe(left)">
                                      <p:cBhvr>
                                        <p:cTn id="102" dur="250"/>
                                        <p:tgtEl>
                                          <p:spTgt spid="78"/>
                                        </p:tgtEl>
                                      </p:cBhvr>
                                    </p:animEffect>
                                  </p:childTnLst>
                                </p:cTn>
                              </p:par>
                            </p:childTnLst>
                          </p:cTn>
                        </p:par>
                        <p:par>
                          <p:cTn id="103" fill="hold">
                            <p:stCondLst>
                              <p:cond delay="5500"/>
                            </p:stCondLst>
                            <p:childTnLst>
                              <p:par>
                                <p:cTn id="104" presetID="22" presetClass="entr" presetSubtype="2" fill="hold" nodeType="afterEffect">
                                  <p:stCondLst>
                                    <p:cond delay="0"/>
                                  </p:stCondLst>
                                  <p:childTnLst>
                                    <p:set>
                                      <p:cBhvr>
                                        <p:cTn id="105" dur="1" fill="hold">
                                          <p:stCondLst>
                                            <p:cond delay="0"/>
                                          </p:stCondLst>
                                        </p:cTn>
                                        <p:tgtEl>
                                          <p:spTgt spid="80"/>
                                        </p:tgtEl>
                                        <p:attrNameLst>
                                          <p:attrName>style.visibility</p:attrName>
                                        </p:attrNameLst>
                                      </p:cBhvr>
                                      <p:to>
                                        <p:strVal val="visible"/>
                                      </p:to>
                                    </p:set>
                                    <p:animEffect transition="in" filter="wipe(right)">
                                      <p:cBhvr>
                                        <p:cTn id="106" dur="250"/>
                                        <p:tgtEl>
                                          <p:spTgt spid="80"/>
                                        </p:tgtEl>
                                      </p:cBhvr>
                                    </p:animEffect>
                                  </p:childTnLst>
                                </p:cTn>
                              </p:par>
                            </p:childTnLst>
                          </p:cTn>
                        </p:par>
                        <p:par>
                          <p:cTn id="107" fill="hold">
                            <p:stCondLst>
                              <p:cond delay="5750"/>
                            </p:stCondLst>
                            <p:childTnLst>
                              <p:par>
                                <p:cTn id="108" presetID="10" presetClass="entr" presetSubtype="0" fill="hold" grpId="0" nodeType="afterEffect">
                                  <p:stCondLst>
                                    <p:cond delay="0"/>
                                  </p:stCondLst>
                                  <p:childTnLst>
                                    <p:set>
                                      <p:cBhvr>
                                        <p:cTn id="109" dur="1" fill="hold">
                                          <p:stCondLst>
                                            <p:cond delay="0"/>
                                          </p:stCondLst>
                                        </p:cTn>
                                        <p:tgtEl>
                                          <p:spTgt spid="57"/>
                                        </p:tgtEl>
                                        <p:attrNameLst>
                                          <p:attrName>style.visibility</p:attrName>
                                        </p:attrNameLst>
                                      </p:cBhvr>
                                      <p:to>
                                        <p:strVal val="visible"/>
                                      </p:to>
                                    </p:set>
                                    <p:animEffect transition="in" filter="fade">
                                      <p:cBhvr>
                                        <p:cTn id="110" dur="250"/>
                                        <p:tgtEl>
                                          <p:spTgt spid="57"/>
                                        </p:tgtEl>
                                      </p:cBhvr>
                                    </p:animEffect>
                                  </p:childTnLst>
                                </p:cTn>
                              </p:par>
                            </p:childTnLst>
                          </p:cTn>
                        </p:par>
                        <p:par>
                          <p:cTn id="111" fill="hold">
                            <p:stCondLst>
                              <p:cond delay="6000"/>
                            </p:stCondLst>
                            <p:childTnLst>
                              <p:par>
                                <p:cTn id="112" presetID="22" presetClass="entr" presetSubtype="8" fill="hold" nodeType="afterEffect">
                                  <p:stCondLst>
                                    <p:cond delay="0"/>
                                  </p:stCondLst>
                                  <p:childTnLst>
                                    <p:set>
                                      <p:cBhvr>
                                        <p:cTn id="113" dur="1" fill="hold">
                                          <p:stCondLst>
                                            <p:cond delay="0"/>
                                          </p:stCondLst>
                                        </p:cTn>
                                        <p:tgtEl>
                                          <p:spTgt spid="72"/>
                                        </p:tgtEl>
                                        <p:attrNameLst>
                                          <p:attrName>style.visibility</p:attrName>
                                        </p:attrNameLst>
                                      </p:cBhvr>
                                      <p:to>
                                        <p:strVal val="visible"/>
                                      </p:to>
                                    </p:set>
                                    <p:animEffect transition="in" filter="wipe(left)">
                                      <p:cBhvr>
                                        <p:cTn id="114" dur="250"/>
                                        <p:tgtEl>
                                          <p:spTgt spid="72"/>
                                        </p:tgtEl>
                                      </p:cBhvr>
                                    </p:animEffect>
                                  </p:childTnLst>
                                </p:cTn>
                              </p:par>
                              <p:par>
                                <p:cTn id="115" presetID="10" presetClass="entr" presetSubtype="0" fill="hold" nodeType="withEffect">
                                  <p:stCondLst>
                                    <p:cond delay="0"/>
                                  </p:stCondLst>
                                  <p:childTnLst>
                                    <p:set>
                                      <p:cBhvr>
                                        <p:cTn id="116" dur="1" fill="hold">
                                          <p:stCondLst>
                                            <p:cond delay="0"/>
                                          </p:stCondLst>
                                        </p:cTn>
                                        <p:tgtEl>
                                          <p:spTgt spid="98"/>
                                        </p:tgtEl>
                                        <p:attrNameLst>
                                          <p:attrName>style.visibility</p:attrName>
                                        </p:attrNameLst>
                                      </p:cBhvr>
                                      <p:to>
                                        <p:strVal val="visible"/>
                                      </p:to>
                                    </p:set>
                                    <p:animEffect transition="in" filter="fade">
                                      <p:cBhvr>
                                        <p:cTn id="117" dur="250"/>
                                        <p:tgtEl>
                                          <p:spTgt spid="98"/>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22"/>
                                        </p:tgtEl>
                                        <p:attrNameLst>
                                          <p:attrName>style.visibility</p:attrName>
                                        </p:attrNameLst>
                                      </p:cBhvr>
                                      <p:to>
                                        <p:strVal val="visible"/>
                                      </p:to>
                                    </p:set>
                                    <p:animEffect transition="in" filter="fade">
                                      <p:cBhvr>
                                        <p:cTn id="12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9" grpId="0" animBg="1"/>
      <p:bldP spid="60" grpId="0" animBg="1"/>
      <p:bldP spid="62" grpId="0" animBg="1"/>
      <p:bldP spid="63" grpId="0" animBg="1"/>
      <p:bldP spid="64" grpId="0" animBg="1"/>
      <p:bldP spid="65" grpId="0" animBg="1"/>
      <p:bldP spid="66" grpId="0" animBg="1"/>
      <p:bldP spid="67" grpId="0" animBg="1"/>
      <p:bldP spid="2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86505CF7-ED40-3E8B-CB5E-79FD64DAE7FB}"/>
            </a:ext>
          </a:extLst>
        </p:cNvPr>
        <p:cNvGrpSpPr/>
        <p:nvPr/>
      </p:nvGrpSpPr>
      <p:grpSpPr>
        <a:xfrm>
          <a:off x="0" y="0"/>
          <a:ext cx="0" cy="0"/>
          <a:chOff x="0" y="0"/>
          <a:chExt cx="0" cy="0"/>
        </a:xfrm>
      </p:grpSpPr>
      <p:grpSp>
        <p:nvGrpSpPr>
          <p:cNvPr id="3" name="Group 6">
            <a:extLst>
              <a:ext uri="{FF2B5EF4-FFF2-40B4-BE49-F238E27FC236}">
                <a16:creationId xmlns:a16="http://schemas.microsoft.com/office/drawing/2014/main" id="{BC81EBB5-BF4C-4054-6A30-0E87E9C09719}"/>
              </a:ext>
            </a:extLst>
          </p:cNvPr>
          <p:cNvGrpSpPr/>
          <p:nvPr/>
        </p:nvGrpSpPr>
        <p:grpSpPr>
          <a:xfrm>
            <a:off x="217715" y="6358177"/>
            <a:ext cx="8305800" cy="2853460"/>
            <a:chOff x="0" y="0"/>
            <a:chExt cx="3151501" cy="1106083"/>
          </a:xfrm>
        </p:grpSpPr>
        <p:sp>
          <p:nvSpPr>
            <p:cNvPr id="4" name="Freeform 7">
              <a:extLst>
                <a:ext uri="{FF2B5EF4-FFF2-40B4-BE49-F238E27FC236}">
                  <a16:creationId xmlns:a16="http://schemas.microsoft.com/office/drawing/2014/main" id="{7487EE80-70B6-8B3E-D8FE-D61CD3750FE0}"/>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832664AE-9368-0354-A465-E19373401827}"/>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grpSp>
        <p:nvGrpSpPr>
          <p:cNvPr id="6" name="Group 16">
            <a:extLst>
              <a:ext uri="{FF2B5EF4-FFF2-40B4-BE49-F238E27FC236}">
                <a16:creationId xmlns:a16="http://schemas.microsoft.com/office/drawing/2014/main" id="{72587D40-728A-1629-49B3-A6F5E3BE35D6}"/>
              </a:ext>
            </a:extLst>
          </p:cNvPr>
          <p:cNvGrpSpPr/>
          <p:nvPr/>
        </p:nvGrpSpPr>
        <p:grpSpPr>
          <a:xfrm>
            <a:off x="-679007" y="-710108"/>
            <a:ext cx="998322" cy="10421568"/>
            <a:chOff x="0" y="0"/>
            <a:chExt cx="262932" cy="2744775"/>
          </a:xfrm>
        </p:grpSpPr>
        <p:sp>
          <p:nvSpPr>
            <p:cNvPr id="7" name="Freeform 17">
              <a:extLst>
                <a:ext uri="{FF2B5EF4-FFF2-40B4-BE49-F238E27FC236}">
                  <a16:creationId xmlns:a16="http://schemas.microsoft.com/office/drawing/2014/main" id="{631B9759-989A-2BCD-EF47-8C55B4109DF6}"/>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8" name="TextBox 18">
              <a:extLst>
                <a:ext uri="{FF2B5EF4-FFF2-40B4-BE49-F238E27FC236}">
                  <a16:creationId xmlns:a16="http://schemas.microsoft.com/office/drawing/2014/main" id="{250594B8-FB37-B9A5-4E74-46BFF47664E4}"/>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sp>
        <p:nvSpPr>
          <p:cNvPr id="11" name="Title 1">
            <a:extLst>
              <a:ext uri="{FF2B5EF4-FFF2-40B4-BE49-F238E27FC236}">
                <a16:creationId xmlns:a16="http://schemas.microsoft.com/office/drawing/2014/main" id="{A9016D25-73C3-946F-66FB-A97BEA9AFE8B}"/>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4" name="Freeform: Shape 13">
            <a:extLst>
              <a:ext uri="{FF2B5EF4-FFF2-40B4-BE49-F238E27FC236}">
                <a16:creationId xmlns:a16="http://schemas.microsoft.com/office/drawing/2014/main" id="{9598E4EE-E76A-3631-5B2D-2C8AC70BB7DD}"/>
              </a:ext>
            </a:extLst>
          </p:cNvPr>
          <p:cNvSpPr/>
          <p:nvPr/>
        </p:nvSpPr>
        <p:spPr>
          <a:xfrm>
            <a:off x="10370408" y="-36783"/>
            <a:ext cx="2890800" cy="2890800"/>
          </a:xfrm>
          <a:custGeom>
            <a:avLst/>
            <a:gdLst>
              <a:gd name="csX0" fmla="*/ 1445400 w 2890800"/>
              <a:gd name="csY0" fmla="*/ 637274 h 2890800"/>
              <a:gd name="csX1" fmla="*/ 637274 w 2890800"/>
              <a:gd name="csY1" fmla="*/ 1445400 h 2890800"/>
              <a:gd name="csX2" fmla="*/ 1445400 w 2890800"/>
              <a:gd name="csY2" fmla="*/ 2253526 h 2890800"/>
              <a:gd name="csX3" fmla="*/ 2253526 w 2890800"/>
              <a:gd name="csY3" fmla="*/ 1445400 h 2890800"/>
              <a:gd name="csX4" fmla="*/ 1445400 w 2890800"/>
              <a:gd name="csY4" fmla="*/ 637274 h 2890800"/>
              <a:gd name="csX5" fmla="*/ 1445400 w 2890800"/>
              <a:gd name="csY5" fmla="*/ 0 h 2890800"/>
              <a:gd name="csX6" fmla="*/ 2890800 w 2890800"/>
              <a:gd name="csY6" fmla="*/ 1445400 h 2890800"/>
              <a:gd name="csX7" fmla="*/ 1445400 w 2890800"/>
              <a:gd name="csY7" fmla="*/ 2890800 h 2890800"/>
              <a:gd name="csX8" fmla="*/ 0 w 2890800"/>
              <a:gd name="csY8" fmla="*/ 1445400 h 2890800"/>
              <a:gd name="csX9" fmla="*/ 1445400 w 2890800"/>
              <a:gd name="csY9" fmla="*/ 0 h 2890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90800" h="2890800">
                <a:moveTo>
                  <a:pt x="1445400" y="637274"/>
                </a:moveTo>
                <a:cubicBezTo>
                  <a:pt x="999084" y="637274"/>
                  <a:pt x="637274" y="999084"/>
                  <a:pt x="637274" y="1445400"/>
                </a:cubicBezTo>
                <a:cubicBezTo>
                  <a:pt x="637274" y="1891716"/>
                  <a:pt x="999084" y="2253526"/>
                  <a:pt x="1445400" y="2253526"/>
                </a:cubicBezTo>
                <a:cubicBezTo>
                  <a:pt x="1891716" y="2253526"/>
                  <a:pt x="2253526" y="1891716"/>
                  <a:pt x="2253526" y="1445400"/>
                </a:cubicBezTo>
                <a:cubicBezTo>
                  <a:pt x="2253526" y="999084"/>
                  <a:pt x="1891716" y="637274"/>
                  <a:pt x="1445400" y="637274"/>
                </a:cubicBezTo>
                <a:close/>
                <a:moveTo>
                  <a:pt x="1445400" y="0"/>
                </a:moveTo>
                <a:cubicBezTo>
                  <a:pt x="2243672" y="0"/>
                  <a:pt x="2890800" y="647128"/>
                  <a:pt x="2890800" y="1445400"/>
                </a:cubicBezTo>
                <a:cubicBezTo>
                  <a:pt x="2890800" y="2243672"/>
                  <a:pt x="2243672" y="2890800"/>
                  <a:pt x="1445400" y="2890800"/>
                </a:cubicBezTo>
                <a:cubicBezTo>
                  <a:pt x="647128" y="2890800"/>
                  <a:pt x="0" y="2243672"/>
                  <a:pt x="0" y="1445400"/>
                </a:cubicBezTo>
                <a:cubicBezTo>
                  <a:pt x="0" y="647128"/>
                  <a:pt x="647128" y="0"/>
                  <a:pt x="1445400" y="0"/>
                </a:cubicBezTo>
                <a:close/>
              </a:path>
            </a:pathLst>
          </a:custGeom>
          <a:solidFill>
            <a:schemeClr val="tx1">
              <a:lumMod val="50000"/>
              <a:lumOff val="5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dirty="0"/>
          </a:p>
        </p:txBody>
      </p:sp>
      <p:sp>
        <p:nvSpPr>
          <p:cNvPr id="15" name="Slide Number Placeholder 14">
            <a:extLst>
              <a:ext uri="{FF2B5EF4-FFF2-40B4-BE49-F238E27FC236}">
                <a16:creationId xmlns:a16="http://schemas.microsoft.com/office/drawing/2014/main" id="{FED4C942-FB3A-C72C-CAB9-C38CFD9CD55A}"/>
              </a:ext>
            </a:extLst>
          </p:cNvPr>
          <p:cNvSpPr>
            <a:spLocks noGrp="1"/>
          </p:cNvSpPr>
          <p:nvPr>
            <p:ph type="sldNum" sz="quarter" idx="12"/>
          </p:nvPr>
        </p:nvSpPr>
        <p:spPr/>
        <p:txBody>
          <a:bodyPr/>
          <a:lstStyle/>
          <a:p>
            <a:fld id="{AD91D796-2600-4CB1-AF8F-6B90FC341573}" type="slidenum">
              <a:rPr lang="en-AS" smtClean="0"/>
              <a:t>29</a:t>
            </a:fld>
            <a:endParaRPr lang="en-AS"/>
          </a:p>
        </p:txBody>
      </p:sp>
      <p:pic>
        <p:nvPicPr>
          <p:cNvPr id="2" name="Graphic 1" descr="Clapper board with solid fill">
            <a:extLst>
              <a:ext uri="{FF2B5EF4-FFF2-40B4-BE49-F238E27FC236}">
                <a16:creationId xmlns:a16="http://schemas.microsoft.com/office/drawing/2014/main" id="{06FBCB39-7123-16FA-CF85-603831204AF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10" name="Group 9">
            <a:extLst>
              <a:ext uri="{FF2B5EF4-FFF2-40B4-BE49-F238E27FC236}">
                <a16:creationId xmlns:a16="http://schemas.microsoft.com/office/drawing/2014/main" id="{23A60853-9338-C134-D5A6-A803FC490DAB}"/>
              </a:ext>
            </a:extLst>
          </p:cNvPr>
          <p:cNvGrpSpPr/>
          <p:nvPr/>
        </p:nvGrpSpPr>
        <p:grpSpPr>
          <a:xfrm rot="5400000">
            <a:off x="6199222" y="2448454"/>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13" name="Graphic 37" descr="Film strip outline">
              <a:extLst>
                <a:ext uri="{FF2B5EF4-FFF2-40B4-BE49-F238E27FC236}">
                  <a16:creationId xmlns:a16="http://schemas.microsoft.com/office/drawing/2014/main" id="{01C76A56-4282-0D4B-DD2F-17A550A8E811}"/>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6" name="Graphic 37" descr="Film strip outline">
              <a:extLst>
                <a:ext uri="{FF2B5EF4-FFF2-40B4-BE49-F238E27FC236}">
                  <a16:creationId xmlns:a16="http://schemas.microsoft.com/office/drawing/2014/main" id="{7F128BED-3E12-73B4-540C-31B3F6B0BB19}"/>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B2B6643B-4907-CB7B-879A-81C616AD09DC}"/>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8" name="Graphic 37" descr="Film strip outline">
              <a:extLst>
                <a:ext uri="{FF2B5EF4-FFF2-40B4-BE49-F238E27FC236}">
                  <a16:creationId xmlns:a16="http://schemas.microsoft.com/office/drawing/2014/main" id="{AF7DC5AC-B40C-A129-BAEC-A2F1AA5C1260}"/>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22" name="!!Film_Tabe_1">
            <a:extLst>
              <a:ext uri="{FF2B5EF4-FFF2-40B4-BE49-F238E27FC236}">
                <a16:creationId xmlns:a16="http://schemas.microsoft.com/office/drawing/2014/main" id="{69DE4E57-A70C-8ABA-E8E4-60C394A2E0CF}"/>
              </a:ext>
            </a:extLst>
          </p:cNvPr>
          <p:cNvGrpSpPr/>
          <p:nvPr/>
        </p:nvGrpSpPr>
        <p:grpSpPr>
          <a:xfrm rot="16200000">
            <a:off x="-10933839" y="8730915"/>
            <a:ext cx="21467809" cy="1961092"/>
            <a:chOff x="-5996785" y="2448454"/>
            <a:chExt cx="21467809" cy="1961092"/>
          </a:xfrm>
          <a:effectLst>
            <a:outerShdw blurRad="12700" dist="50800" dir="2700000" algn="tl" rotWithShape="0">
              <a:schemeClr val="tx1">
                <a:alpha val="40000"/>
              </a:schemeClr>
            </a:outerShdw>
          </a:effectLst>
        </p:grpSpPr>
        <p:grpSp>
          <p:nvGrpSpPr>
            <p:cNvPr id="23" name="Group 22">
              <a:extLst>
                <a:ext uri="{FF2B5EF4-FFF2-40B4-BE49-F238E27FC236}">
                  <a16:creationId xmlns:a16="http://schemas.microsoft.com/office/drawing/2014/main" id="{E66B0C22-3986-B1BF-CFBD-234D10D6D6EA}"/>
                </a:ext>
              </a:extLst>
            </p:cNvPr>
            <p:cNvGrpSpPr/>
            <p:nvPr/>
          </p:nvGrpSpPr>
          <p:grpSpPr>
            <a:xfrm>
              <a:off x="737207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A9CD67F4-F0BA-58D6-FE7B-A05794DFB5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68466359-DB53-FDEE-0CDD-057209A9F01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94A13848-BD1D-E223-8051-569FEA5C0FA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1185FCD7-26C2-433B-698C-B87F6DA19013}"/>
                </a:ext>
              </a:extLst>
            </p:cNvPr>
            <p:cNvGrpSpPr/>
            <p:nvPr/>
          </p:nvGrpSpPr>
          <p:grpSpPr>
            <a:xfrm>
              <a:off x="4702657"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4F0FA8DF-96A2-4BB6-C58E-A19FC9751D9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0FBE0E19-CAF4-B920-6775-D2646B2B6DD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EF59F592-29FC-0945-4203-43C2CE01DA7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8BB51236-7202-AC48-F378-2618951F39A5}"/>
                </a:ext>
              </a:extLst>
            </p:cNvPr>
            <p:cNvGrpSpPr/>
            <p:nvPr/>
          </p:nvGrpSpPr>
          <p:grpSpPr>
            <a:xfrm>
              <a:off x="1273285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E085FBF4-AC82-A8BD-1E33-DBFBDEA6C09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464A180F-630D-ED76-6781-A4770AD24D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1B719A2C-1360-9891-631D-BC4A102B15F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9A01C6B6-CE8C-96A3-4596-C10C8849BC57}"/>
                </a:ext>
              </a:extLst>
            </p:cNvPr>
            <p:cNvGrpSpPr/>
            <p:nvPr/>
          </p:nvGrpSpPr>
          <p:grpSpPr>
            <a:xfrm>
              <a:off x="10063430" y="2448455"/>
              <a:ext cx="2738174" cy="1961091"/>
              <a:chOff x="4726913" y="2438401"/>
              <a:chExt cx="2738174" cy="1961091"/>
            </a:xfrm>
          </p:grpSpPr>
          <p:sp>
            <p:nvSpPr>
              <p:cNvPr id="43" name="Graphic 2" descr="Film strip outline">
                <a:extLst>
                  <a:ext uri="{FF2B5EF4-FFF2-40B4-BE49-F238E27FC236}">
                    <a16:creationId xmlns:a16="http://schemas.microsoft.com/office/drawing/2014/main" id="{8486322C-5864-28C0-010D-6F5CDB04F89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4C062F3E-4883-CC44-6C15-953F9DF8484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2EA32FEC-B7B7-C596-6E1F-55CBC49B58F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D1433433-3257-5CA8-20FB-49643A2BA63C}"/>
                </a:ext>
              </a:extLst>
            </p:cNvPr>
            <p:cNvGrpSpPr/>
            <p:nvPr/>
          </p:nvGrpSpPr>
          <p:grpSpPr>
            <a:xfrm>
              <a:off x="-332736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A0237040-5CD4-6042-083C-4C4DEFDE0D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0E4B9ABF-35EF-B788-2D1C-C929B7D5740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6C860A69-AF4A-6934-9246-84ED6A92032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0D1F0B3C-8B38-C7A1-0F8D-9A9ABBAB8F6D}"/>
                </a:ext>
              </a:extLst>
            </p:cNvPr>
            <p:cNvGrpSpPr/>
            <p:nvPr/>
          </p:nvGrpSpPr>
          <p:grpSpPr>
            <a:xfrm>
              <a:off x="-5996785" y="2448454"/>
              <a:ext cx="2738174" cy="1961091"/>
              <a:chOff x="4726913" y="2438401"/>
              <a:chExt cx="2738174" cy="1961091"/>
            </a:xfrm>
          </p:grpSpPr>
          <p:sp>
            <p:nvSpPr>
              <p:cNvPr id="37" name="Graphic 2" descr="Film strip outline">
                <a:extLst>
                  <a:ext uri="{FF2B5EF4-FFF2-40B4-BE49-F238E27FC236}">
                    <a16:creationId xmlns:a16="http://schemas.microsoft.com/office/drawing/2014/main" id="{2C0628ED-D251-603E-525E-160F0475A20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FA444F1A-F12E-2029-78B4-5F5C4443F16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EC74036F-5A93-5151-7255-C8D0D1AA0DD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1DFC0885-23AA-F7DE-B990-D975F79118B8}"/>
                </a:ext>
              </a:extLst>
            </p:cNvPr>
            <p:cNvGrpSpPr/>
            <p:nvPr/>
          </p:nvGrpSpPr>
          <p:grpSpPr>
            <a:xfrm>
              <a:off x="2033408" y="2448454"/>
              <a:ext cx="2738174" cy="1961091"/>
              <a:chOff x="4726913" y="2438401"/>
              <a:chExt cx="2738174" cy="1961091"/>
            </a:xfrm>
          </p:grpSpPr>
          <p:sp>
            <p:nvSpPr>
              <p:cNvPr id="34" name="Graphic 2" descr="Film strip outline">
                <a:extLst>
                  <a:ext uri="{FF2B5EF4-FFF2-40B4-BE49-F238E27FC236}">
                    <a16:creationId xmlns:a16="http://schemas.microsoft.com/office/drawing/2014/main" id="{EDD7A408-BA29-AA34-72B9-7D740816E78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47BD3555-2547-4B1B-D089-5269157E7CC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18A919AB-CA5C-498B-7F09-03E769C125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91710635-9DAF-0211-4198-09BEB930BB7C}"/>
                </a:ext>
              </a:extLst>
            </p:cNvPr>
            <p:cNvGrpSpPr/>
            <p:nvPr/>
          </p:nvGrpSpPr>
          <p:grpSpPr>
            <a:xfrm>
              <a:off x="-636012"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E1F481B2-01FF-B54F-7791-FA345B10E36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6956F396-70FC-B5B6-1130-AE90554BC3A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4B1E258A-67EB-D82E-0065-7F57917841E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5" name="!!Film_Tabe_1">
            <a:extLst>
              <a:ext uri="{FF2B5EF4-FFF2-40B4-BE49-F238E27FC236}">
                <a16:creationId xmlns:a16="http://schemas.microsoft.com/office/drawing/2014/main" id="{B207A359-4056-1E4A-29DC-7B785D4CF83E}"/>
              </a:ext>
            </a:extLst>
          </p:cNvPr>
          <p:cNvGrpSpPr/>
          <p:nvPr/>
        </p:nvGrpSpPr>
        <p:grpSpPr>
          <a:xfrm rot="16200000">
            <a:off x="1560496" y="-3978689"/>
            <a:ext cx="21467809" cy="1961092"/>
            <a:chOff x="-5996785" y="2448454"/>
            <a:chExt cx="21467809" cy="1961092"/>
          </a:xfrm>
          <a:effectLst>
            <a:outerShdw blurRad="12700" dist="50800" dir="2700000" algn="tl" rotWithShape="0">
              <a:schemeClr val="tx1">
                <a:alpha val="40000"/>
              </a:schemeClr>
            </a:outerShdw>
          </a:effectLst>
        </p:grpSpPr>
        <p:grpSp>
          <p:nvGrpSpPr>
            <p:cNvPr id="56" name="Group 55">
              <a:extLst>
                <a:ext uri="{FF2B5EF4-FFF2-40B4-BE49-F238E27FC236}">
                  <a16:creationId xmlns:a16="http://schemas.microsoft.com/office/drawing/2014/main" id="{68CBA136-9795-E59D-1B83-7BF95372D28B}"/>
                </a:ext>
              </a:extLst>
            </p:cNvPr>
            <p:cNvGrpSpPr/>
            <p:nvPr/>
          </p:nvGrpSpPr>
          <p:grpSpPr>
            <a:xfrm>
              <a:off x="7372077"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2F58B1D1-F65F-AC1C-C388-F0C37D3084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B6170DB0-BA73-E945-6E5F-A7EF337E6F4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40D4673C-00EC-099C-0EBF-07181C56714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F19F874A-639E-7A0D-65C7-3199DE16F5A9}"/>
                </a:ext>
              </a:extLst>
            </p:cNvPr>
            <p:cNvGrpSpPr/>
            <p:nvPr/>
          </p:nvGrpSpPr>
          <p:grpSpPr>
            <a:xfrm>
              <a:off x="4702657"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E0336788-98FF-7F38-A34C-2C20C72C4B9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7220A829-4713-4D52-4E19-1D65A94674B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C5F118D1-54FB-9518-D41F-6CB21EFCF83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E8CDCAD3-E547-310A-5831-5455D3986AA5}"/>
                </a:ext>
              </a:extLst>
            </p:cNvPr>
            <p:cNvGrpSpPr/>
            <p:nvPr/>
          </p:nvGrpSpPr>
          <p:grpSpPr>
            <a:xfrm>
              <a:off x="12732850" y="2448455"/>
              <a:ext cx="2738174" cy="1961091"/>
              <a:chOff x="4726913" y="2438401"/>
              <a:chExt cx="2738174" cy="1961091"/>
            </a:xfrm>
          </p:grpSpPr>
          <p:sp>
            <p:nvSpPr>
              <p:cNvPr id="79" name="Graphic 2" descr="Film strip outline">
                <a:extLst>
                  <a:ext uri="{FF2B5EF4-FFF2-40B4-BE49-F238E27FC236}">
                    <a16:creationId xmlns:a16="http://schemas.microsoft.com/office/drawing/2014/main" id="{B5EEDFB5-DD56-8EED-7E7F-F00327DFE0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E3AC31DC-42B0-3021-C7A2-A82443F9033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0B92168B-C5EE-EA8E-3AA2-D2496B00ECA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D18669E3-E6DD-22D8-42E7-779F75AD8AB9}"/>
                </a:ext>
              </a:extLst>
            </p:cNvPr>
            <p:cNvGrpSpPr/>
            <p:nvPr/>
          </p:nvGrpSpPr>
          <p:grpSpPr>
            <a:xfrm>
              <a:off x="10063430" y="2448455"/>
              <a:ext cx="2738174" cy="1961091"/>
              <a:chOff x="4726913" y="2438401"/>
              <a:chExt cx="2738174" cy="1961091"/>
            </a:xfrm>
          </p:grpSpPr>
          <p:sp>
            <p:nvSpPr>
              <p:cNvPr id="76" name="Graphic 2" descr="Film strip outline">
                <a:extLst>
                  <a:ext uri="{FF2B5EF4-FFF2-40B4-BE49-F238E27FC236}">
                    <a16:creationId xmlns:a16="http://schemas.microsoft.com/office/drawing/2014/main" id="{0FF83C06-6E82-1616-027C-644FF647E5E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D8974436-5841-3EAF-3ABA-1A55CE05452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2DAED172-8ECC-BA78-D150-AC2ECC5BCC3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E82B1670-138B-CF78-7AAF-A7D1863540EE}"/>
                </a:ext>
              </a:extLst>
            </p:cNvPr>
            <p:cNvGrpSpPr/>
            <p:nvPr/>
          </p:nvGrpSpPr>
          <p:grpSpPr>
            <a:xfrm>
              <a:off x="-3327365"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444BC8AD-0F93-FE49-F116-56768153984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486BC9F9-8D0F-8892-BBEF-3231104F6F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462E4C69-29E5-B1B3-A62C-C012CAA95A2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BE444466-AED5-77F5-9F2F-B1AE87777DA9}"/>
                </a:ext>
              </a:extLst>
            </p:cNvPr>
            <p:cNvGrpSpPr/>
            <p:nvPr/>
          </p:nvGrpSpPr>
          <p:grpSpPr>
            <a:xfrm>
              <a:off x="-5996785"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52049143-8DD8-CE8C-3094-011A68E7F27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0BDD184F-EDC2-6C2B-FD87-D7D3E244397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E83D5099-7974-B3A1-9D4C-22E0BCA962F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7A0EF47F-10F4-2CDB-DFA1-0767E8290AF1}"/>
                </a:ext>
              </a:extLst>
            </p:cNvPr>
            <p:cNvGrpSpPr/>
            <p:nvPr/>
          </p:nvGrpSpPr>
          <p:grpSpPr>
            <a:xfrm>
              <a:off x="2033408" y="2448454"/>
              <a:ext cx="2738174" cy="1961091"/>
              <a:chOff x="4726913" y="2438401"/>
              <a:chExt cx="2738174" cy="1961091"/>
            </a:xfrm>
          </p:grpSpPr>
          <p:sp>
            <p:nvSpPr>
              <p:cNvPr id="67" name="Graphic 2" descr="Film strip outline">
                <a:extLst>
                  <a:ext uri="{FF2B5EF4-FFF2-40B4-BE49-F238E27FC236}">
                    <a16:creationId xmlns:a16="http://schemas.microsoft.com/office/drawing/2014/main" id="{45E40044-C424-4ACD-54E9-C23A4F0DB4B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CFC8293E-21C2-00C2-474F-6047B003749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D16A9059-33FD-124B-BA17-FAA6FCEB92B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AF2821D2-DAD0-43C5-3D64-080CD581EE92}"/>
                </a:ext>
              </a:extLst>
            </p:cNvPr>
            <p:cNvGrpSpPr/>
            <p:nvPr/>
          </p:nvGrpSpPr>
          <p:grpSpPr>
            <a:xfrm>
              <a:off x="-636012" y="2448454"/>
              <a:ext cx="2738174" cy="1961091"/>
              <a:chOff x="4726913" y="2438401"/>
              <a:chExt cx="2738174" cy="1961091"/>
            </a:xfrm>
          </p:grpSpPr>
          <p:sp>
            <p:nvSpPr>
              <p:cNvPr id="64" name="Graphic 2" descr="Film strip outline">
                <a:extLst>
                  <a:ext uri="{FF2B5EF4-FFF2-40B4-BE49-F238E27FC236}">
                    <a16:creationId xmlns:a16="http://schemas.microsoft.com/office/drawing/2014/main" id="{5CD41802-1F75-85B7-BC75-3D7148BA8ED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5" name="Straight Connector 64">
                <a:extLst>
                  <a:ext uri="{FF2B5EF4-FFF2-40B4-BE49-F238E27FC236}">
                    <a16:creationId xmlns:a16="http://schemas.microsoft.com/office/drawing/2014/main" id="{50025506-1B98-D650-28BF-50961A1D9E2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9B0C2C5E-5B47-4A4D-C8A8-A18A6C87C7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9" name="TextBox 8">
            <a:extLst>
              <a:ext uri="{FF2B5EF4-FFF2-40B4-BE49-F238E27FC236}">
                <a16:creationId xmlns:a16="http://schemas.microsoft.com/office/drawing/2014/main" id="{EBA1917A-E4A5-737B-6D95-6DF079099AD3}"/>
              </a:ext>
            </a:extLst>
          </p:cNvPr>
          <p:cNvSpPr txBox="1"/>
          <p:nvPr/>
        </p:nvSpPr>
        <p:spPr>
          <a:xfrm>
            <a:off x="1752980" y="1140172"/>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99" name="Freeform 20">
            <a:extLst>
              <a:ext uri="{FF2B5EF4-FFF2-40B4-BE49-F238E27FC236}">
                <a16:creationId xmlns:a16="http://schemas.microsoft.com/office/drawing/2014/main" id="{806C9796-9E98-6CE5-4751-F1DA4DE3A47B}"/>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5"/>
                </a:ext>
              </a:extLst>
            </a:blip>
            <a:stretch>
              <a:fillRect t="-127827" r="-47370"/>
            </a:stretch>
          </a:blipFill>
        </p:spPr>
        <p:txBody>
          <a:bodyPr/>
          <a:lstStyle/>
          <a:p>
            <a:endParaRPr lang="en-AS"/>
          </a:p>
        </p:txBody>
      </p:sp>
      <p:sp>
        <p:nvSpPr>
          <p:cNvPr id="100" name="Freeform: Shape 99">
            <a:extLst>
              <a:ext uri="{FF2B5EF4-FFF2-40B4-BE49-F238E27FC236}">
                <a16:creationId xmlns:a16="http://schemas.microsoft.com/office/drawing/2014/main" id="{CF6D9F88-A525-3D34-9BD5-4DBBBB059034}"/>
              </a:ext>
            </a:extLst>
          </p:cNvPr>
          <p:cNvSpPr/>
          <p:nvPr/>
        </p:nvSpPr>
        <p:spPr>
          <a:xfrm>
            <a:off x="6749313"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101" name="Rectangle 100">
            <a:extLst>
              <a:ext uri="{FF2B5EF4-FFF2-40B4-BE49-F238E27FC236}">
                <a16:creationId xmlns:a16="http://schemas.microsoft.com/office/drawing/2014/main" id="{BD1EE1F8-A12A-825F-787D-E095ECCC5B9A}"/>
              </a:ext>
            </a:extLst>
          </p:cNvPr>
          <p:cNvSpPr/>
          <p:nvPr/>
        </p:nvSpPr>
        <p:spPr>
          <a:xfrm>
            <a:off x="8425854"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2" name="Rectangle 101">
            <a:extLst>
              <a:ext uri="{FF2B5EF4-FFF2-40B4-BE49-F238E27FC236}">
                <a16:creationId xmlns:a16="http://schemas.microsoft.com/office/drawing/2014/main" id="{690A597D-7827-622F-C3AC-CFB239F992A1}"/>
              </a:ext>
            </a:extLst>
          </p:cNvPr>
          <p:cNvSpPr>
            <a:spLocks/>
          </p:cNvSpPr>
          <p:nvPr/>
        </p:nvSpPr>
        <p:spPr>
          <a:xfrm>
            <a:off x="8425854"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3" name="Rectangle 102">
            <a:extLst>
              <a:ext uri="{FF2B5EF4-FFF2-40B4-BE49-F238E27FC236}">
                <a16:creationId xmlns:a16="http://schemas.microsoft.com/office/drawing/2014/main" id="{10C3EED3-2263-BE31-389A-25FF9845E374}"/>
              </a:ext>
            </a:extLst>
          </p:cNvPr>
          <p:cNvSpPr>
            <a:spLocks/>
          </p:cNvSpPr>
          <p:nvPr/>
        </p:nvSpPr>
        <p:spPr>
          <a:xfrm>
            <a:off x="8425854"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4" name="Rectangle 103">
            <a:extLst>
              <a:ext uri="{FF2B5EF4-FFF2-40B4-BE49-F238E27FC236}">
                <a16:creationId xmlns:a16="http://schemas.microsoft.com/office/drawing/2014/main" id="{AAC7B4DA-4A2D-75C3-235C-19A2CFE1EEF6}"/>
              </a:ext>
            </a:extLst>
          </p:cNvPr>
          <p:cNvSpPr>
            <a:spLocks/>
          </p:cNvSpPr>
          <p:nvPr/>
        </p:nvSpPr>
        <p:spPr>
          <a:xfrm>
            <a:off x="8425854"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5" name="Rectangle 104">
            <a:extLst>
              <a:ext uri="{FF2B5EF4-FFF2-40B4-BE49-F238E27FC236}">
                <a16:creationId xmlns:a16="http://schemas.microsoft.com/office/drawing/2014/main" id="{B302D27C-8BBD-2992-66FD-6DC39974DD0B}"/>
              </a:ext>
            </a:extLst>
          </p:cNvPr>
          <p:cNvSpPr>
            <a:spLocks/>
          </p:cNvSpPr>
          <p:nvPr/>
        </p:nvSpPr>
        <p:spPr>
          <a:xfrm>
            <a:off x="8425854"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6" name="Rectangle 105">
            <a:extLst>
              <a:ext uri="{FF2B5EF4-FFF2-40B4-BE49-F238E27FC236}">
                <a16:creationId xmlns:a16="http://schemas.microsoft.com/office/drawing/2014/main" id="{D95B0FB8-3272-71BE-BD0A-BC67DC830F10}"/>
              </a:ext>
            </a:extLst>
          </p:cNvPr>
          <p:cNvSpPr>
            <a:spLocks/>
          </p:cNvSpPr>
          <p:nvPr/>
        </p:nvSpPr>
        <p:spPr>
          <a:xfrm>
            <a:off x="8425854"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8" name="Rectangle 107">
            <a:extLst>
              <a:ext uri="{FF2B5EF4-FFF2-40B4-BE49-F238E27FC236}">
                <a16:creationId xmlns:a16="http://schemas.microsoft.com/office/drawing/2014/main" id="{456700C1-CD88-7C04-B1E7-FC64A209A82E}"/>
              </a:ext>
            </a:extLst>
          </p:cNvPr>
          <p:cNvSpPr/>
          <p:nvPr/>
        </p:nvSpPr>
        <p:spPr>
          <a:xfrm>
            <a:off x="7513581" y="4120551"/>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9" name="Rectangle 108">
            <a:extLst>
              <a:ext uri="{FF2B5EF4-FFF2-40B4-BE49-F238E27FC236}">
                <a16:creationId xmlns:a16="http://schemas.microsoft.com/office/drawing/2014/main" id="{C2D8B290-6F4F-6826-5CBB-79BA487AF6DF}"/>
              </a:ext>
            </a:extLst>
          </p:cNvPr>
          <p:cNvSpPr/>
          <p:nvPr/>
        </p:nvSpPr>
        <p:spPr>
          <a:xfrm>
            <a:off x="7513581"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0" name="Rectangle 109">
            <a:extLst>
              <a:ext uri="{FF2B5EF4-FFF2-40B4-BE49-F238E27FC236}">
                <a16:creationId xmlns:a16="http://schemas.microsoft.com/office/drawing/2014/main" id="{1C286236-B459-AFBE-B3DC-099AA10D830D}"/>
              </a:ext>
            </a:extLst>
          </p:cNvPr>
          <p:cNvSpPr/>
          <p:nvPr/>
        </p:nvSpPr>
        <p:spPr>
          <a:xfrm>
            <a:off x="7513581"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1" name="Freeform: Shape 110">
            <a:extLst>
              <a:ext uri="{FF2B5EF4-FFF2-40B4-BE49-F238E27FC236}">
                <a16:creationId xmlns:a16="http://schemas.microsoft.com/office/drawing/2014/main" id="{999CDF6E-7304-6CDC-98D7-16BC014526F9}"/>
              </a:ext>
            </a:extLst>
          </p:cNvPr>
          <p:cNvSpPr/>
          <p:nvPr/>
        </p:nvSpPr>
        <p:spPr>
          <a:xfrm>
            <a:off x="7446465"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12" name="Freeform: Shape 111">
            <a:extLst>
              <a:ext uri="{FF2B5EF4-FFF2-40B4-BE49-F238E27FC236}">
                <a16:creationId xmlns:a16="http://schemas.microsoft.com/office/drawing/2014/main" id="{3160184C-5C2C-0577-4E65-AD4CF03CA166}"/>
              </a:ext>
            </a:extLst>
          </p:cNvPr>
          <p:cNvSpPr/>
          <p:nvPr/>
        </p:nvSpPr>
        <p:spPr>
          <a:xfrm>
            <a:off x="7446465"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13" name="Freeform: Shape 112">
            <a:extLst>
              <a:ext uri="{FF2B5EF4-FFF2-40B4-BE49-F238E27FC236}">
                <a16:creationId xmlns:a16="http://schemas.microsoft.com/office/drawing/2014/main" id="{DA6F7934-7C10-0CA2-D984-100EB8432824}"/>
              </a:ext>
            </a:extLst>
          </p:cNvPr>
          <p:cNvSpPr/>
          <p:nvPr/>
        </p:nvSpPr>
        <p:spPr>
          <a:xfrm>
            <a:off x="7446465"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14" name="Freeform: Shape 113">
            <a:extLst>
              <a:ext uri="{FF2B5EF4-FFF2-40B4-BE49-F238E27FC236}">
                <a16:creationId xmlns:a16="http://schemas.microsoft.com/office/drawing/2014/main" id="{53BE2CE1-7CFF-41FC-F412-BF50F5E12C0B}"/>
              </a:ext>
            </a:extLst>
          </p:cNvPr>
          <p:cNvSpPr/>
          <p:nvPr/>
        </p:nvSpPr>
        <p:spPr>
          <a:xfrm>
            <a:off x="7446465"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15" name="Freeform: Shape 114">
            <a:extLst>
              <a:ext uri="{FF2B5EF4-FFF2-40B4-BE49-F238E27FC236}">
                <a16:creationId xmlns:a16="http://schemas.microsoft.com/office/drawing/2014/main" id="{7E3E9C06-6F73-5F0C-F4DC-CC83644C5602}"/>
              </a:ext>
            </a:extLst>
          </p:cNvPr>
          <p:cNvSpPr/>
          <p:nvPr/>
        </p:nvSpPr>
        <p:spPr>
          <a:xfrm>
            <a:off x="7446465"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16" name="Rectangle 115">
            <a:extLst>
              <a:ext uri="{FF2B5EF4-FFF2-40B4-BE49-F238E27FC236}">
                <a16:creationId xmlns:a16="http://schemas.microsoft.com/office/drawing/2014/main" id="{AC8A6035-62CA-99BA-90AD-0D9129A87238}"/>
              </a:ext>
            </a:extLst>
          </p:cNvPr>
          <p:cNvSpPr>
            <a:spLocks/>
          </p:cNvSpPr>
          <p:nvPr/>
        </p:nvSpPr>
        <p:spPr>
          <a:xfrm>
            <a:off x="8425854"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20827503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Effect transition="in" filter="wipe(left)">
                                      <p:cBhvr>
                                        <p:cTn id="7" dur="500"/>
                                        <p:tgtEl>
                                          <p:spTgt spid="9">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wipe(left)">
                                      <p:cBhvr>
                                        <p:cTn id="10" dur="500"/>
                                        <p:tgtEl>
                                          <p:spTgt spid="9">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9">
                                            <p:txEl>
                                              <p:pRg st="2" end="2"/>
                                            </p:txEl>
                                          </p:spTgt>
                                        </p:tgtEl>
                                        <p:attrNameLst>
                                          <p:attrName>style.visibility</p:attrName>
                                        </p:attrNameLst>
                                      </p:cBhvr>
                                      <p:to>
                                        <p:strVal val="visible"/>
                                      </p:to>
                                    </p:set>
                                    <p:animEffect transition="in" filter="wipe(left)">
                                      <p:cBhvr>
                                        <p:cTn id="13" dur="500"/>
                                        <p:tgtEl>
                                          <p:spTgt spid="9">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9">
                                            <p:txEl>
                                              <p:pRg st="3" end="3"/>
                                            </p:txEl>
                                          </p:spTgt>
                                        </p:tgtEl>
                                        <p:attrNameLst>
                                          <p:attrName>style.visibility</p:attrName>
                                        </p:attrNameLst>
                                      </p:cBhvr>
                                      <p:to>
                                        <p:strVal val="visible"/>
                                      </p:to>
                                    </p:set>
                                    <p:animEffect transition="in" filter="wipe(left)">
                                      <p:cBhvr>
                                        <p:cTn id="16" dur="500"/>
                                        <p:tgtEl>
                                          <p:spTgt spid="9">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Effect transition="in" filter="wipe(left)">
                                      <p:cBhvr>
                                        <p:cTn id="19" dur="500"/>
                                        <p:tgtEl>
                                          <p:spTgt spid="9">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9">
                                            <p:txEl>
                                              <p:pRg st="5" end="5"/>
                                            </p:txEl>
                                          </p:spTgt>
                                        </p:tgtEl>
                                        <p:attrNameLst>
                                          <p:attrName>style.visibility</p:attrName>
                                        </p:attrNameLst>
                                      </p:cBhvr>
                                      <p:to>
                                        <p:strVal val="visible"/>
                                      </p:to>
                                    </p:set>
                                    <p:animEffect transition="in" filter="wipe(left)">
                                      <p:cBhvr>
                                        <p:cTn id="22" dur="500"/>
                                        <p:tgtEl>
                                          <p:spTgt spid="9">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9">
                                            <p:txEl>
                                              <p:pRg st="6" end="6"/>
                                            </p:txEl>
                                          </p:spTgt>
                                        </p:tgtEl>
                                        <p:attrNameLst>
                                          <p:attrName>style.visibility</p:attrName>
                                        </p:attrNameLst>
                                      </p:cBhvr>
                                      <p:to>
                                        <p:strVal val="visible"/>
                                      </p:to>
                                    </p:set>
                                    <p:animEffect transition="in" filter="wipe(left)">
                                      <p:cBhvr>
                                        <p:cTn id="25" dur="500"/>
                                        <p:tgtEl>
                                          <p:spTgt spid="9">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50" fill="hold">
                                          <p:stCondLst>
                                            <p:cond delay="0"/>
                                          </p:stCondLst>
                                        </p:cTn>
                                        <p:tgtEl>
                                          <p:spTgt spid="9">
                                            <p:txEl>
                                              <p:pRg st="4" end="4"/>
                                            </p:txEl>
                                          </p:spTgt>
                                        </p:tgtEl>
                                        <p:attrNameLst>
                                          <p:attrName>r</p:attrName>
                                        </p:attrNameLst>
                                      </p:cBhvr>
                                    </p:animRot>
                                    <p:animRot by="-240000">
                                      <p:cBhvr>
                                        <p:cTn id="30" dur="100" fill="hold">
                                          <p:stCondLst>
                                            <p:cond delay="100"/>
                                          </p:stCondLst>
                                        </p:cTn>
                                        <p:tgtEl>
                                          <p:spTgt spid="9">
                                            <p:txEl>
                                              <p:pRg st="4" end="4"/>
                                            </p:txEl>
                                          </p:spTgt>
                                        </p:tgtEl>
                                        <p:attrNameLst>
                                          <p:attrName>r</p:attrName>
                                        </p:attrNameLst>
                                      </p:cBhvr>
                                    </p:animRot>
                                    <p:animRot by="240000">
                                      <p:cBhvr>
                                        <p:cTn id="31" dur="100" fill="hold">
                                          <p:stCondLst>
                                            <p:cond delay="200"/>
                                          </p:stCondLst>
                                        </p:cTn>
                                        <p:tgtEl>
                                          <p:spTgt spid="9">
                                            <p:txEl>
                                              <p:pRg st="4" end="4"/>
                                            </p:txEl>
                                          </p:spTgt>
                                        </p:tgtEl>
                                        <p:attrNameLst>
                                          <p:attrName>r</p:attrName>
                                        </p:attrNameLst>
                                      </p:cBhvr>
                                    </p:animRot>
                                    <p:animRot by="-240000">
                                      <p:cBhvr>
                                        <p:cTn id="32" dur="100" fill="hold">
                                          <p:stCondLst>
                                            <p:cond delay="300"/>
                                          </p:stCondLst>
                                        </p:cTn>
                                        <p:tgtEl>
                                          <p:spTgt spid="9">
                                            <p:txEl>
                                              <p:pRg st="4" end="4"/>
                                            </p:txEl>
                                          </p:spTgt>
                                        </p:tgtEl>
                                        <p:attrNameLst>
                                          <p:attrName>r</p:attrName>
                                        </p:attrNameLst>
                                      </p:cBhvr>
                                    </p:animRot>
                                    <p:animRot by="120000">
                                      <p:cBhvr>
                                        <p:cTn id="33" dur="100" fill="hold">
                                          <p:stCondLst>
                                            <p:cond delay="400"/>
                                          </p:stCondLst>
                                        </p:cTn>
                                        <p:tgtEl>
                                          <p:spTgt spid="9">
                                            <p:txEl>
                                              <p:pRg st="4" end="4"/>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9">
                                            <p:txEl>
                                              <p:pRg st="4" end="4"/>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9">
                                            <p:txEl>
                                              <p:pRg st="4" end="4"/>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115"/>
                                        </p:tgtEl>
                                        <p:attrNameLst>
                                          <p:attrName>style.visibility</p:attrName>
                                        </p:attrNameLst>
                                      </p:cBhvr>
                                      <p:to>
                                        <p:strVal val="visible"/>
                                      </p:to>
                                    </p:set>
                                    <p:animEffect transition="in" filter="fade">
                                      <p:cBhvr>
                                        <p:cTn id="40" dur="500"/>
                                        <p:tgtEl>
                                          <p:spTgt spid="115"/>
                                        </p:tgtEl>
                                      </p:cBhvr>
                                    </p:animEffect>
                                  </p:childTnLst>
                                </p:cTn>
                              </p:par>
                              <p:par>
                                <p:cTn id="41" presetID="10" presetClass="exit" presetSubtype="0" fill="hold" grpId="0" nodeType="withEffect">
                                  <p:stCondLst>
                                    <p:cond delay="0"/>
                                  </p:stCondLst>
                                  <p:childTnLst>
                                    <p:animEffect transition="out" filter="fade">
                                      <p:cBhvr>
                                        <p:cTn id="42" dur="500"/>
                                        <p:tgtEl>
                                          <p:spTgt spid="108"/>
                                        </p:tgtEl>
                                      </p:cBhvr>
                                    </p:animEffect>
                                    <p:set>
                                      <p:cBhvr>
                                        <p:cTn id="43" dur="1" fill="hold">
                                          <p:stCondLst>
                                            <p:cond delay="499"/>
                                          </p:stCondLst>
                                        </p:cTn>
                                        <p:tgtEl>
                                          <p:spTgt spid="10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p:bldP spid="108" grpId="0" animBg="1"/>
      <p:bldP spid="1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7EFBCB-7846-7E27-81E0-E3794FF941DF}"/>
            </a:ext>
          </a:extLst>
        </p:cNvPr>
        <p:cNvGrpSpPr/>
        <p:nvPr/>
      </p:nvGrpSpPr>
      <p:grpSpPr>
        <a:xfrm>
          <a:off x="0" y="0"/>
          <a:ext cx="0" cy="0"/>
          <a:chOff x="0" y="0"/>
          <a:chExt cx="0" cy="0"/>
        </a:xfrm>
      </p:grpSpPr>
      <p:sp>
        <p:nvSpPr>
          <p:cNvPr id="12" name="!!Circle">
            <a:extLst>
              <a:ext uri="{FF2B5EF4-FFF2-40B4-BE49-F238E27FC236}">
                <a16:creationId xmlns:a16="http://schemas.microsoft.com/office/drawing/2014/main" id="{F0F8A376-9967-3487-6B66-E7D17189BFCF}"/>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EC111A3F-77E7-DB23-8B63-96A8BF0F7B21}"/>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30</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Text">
            <a:extLst>
              <a:ext uri="{FF2B5EF4-FFF2-40B4-BE49-F238E27FC236}">
                <a16:creationId xmlns:a16="http://schemas.microsoft.com/office/drawing/2014/main" id="{251E3825-F86A-725D-2956-6FC81D2362A9}"/>
              </a:ext>
            </a:extLst>
          </p:cNvPr>
          <p:cNvSpPr txBox="1"/>
          <p:nvPr/>
        </p:nvSpPr>
        <p:spPr>
          <a:xfrm>
            <a:off x="1081167" y="1128975"/>
            <a:ext cx="9414113" cy="3477875"/>
          </a:xfrm>
          <a:prstGeom prst="rect">
            <a:avLst/>
          </a:prstGeom>
          <a:noFill/>
        </p:spPr>
        <p:txBody>
          <a:bodyPr wrap="square" rtlCol="0">
            <a:spAutoFit/>
          </a:bodyPr>
          <a:lstStyle/>
          <a:p>
            <a:pPr lvl="0">
              <a:defRPr/>
            </a:pPr>
            <a:r>
              <a:rPr lang="en-US" sz="2200" dirty="0">
                <a:solidFill>
                  <a:prstClr val="black"/>
                </a:solidFill>
                <a:latin typeface="Times New Roman" panose="02020603050405020304" pitchFamily="18" charset="0"/>
                <a:cs typeface="Times New Roman" panose="02020603050405020304" pitchFamily="18" charset="0"/>
              </a:rPr>
              <a:t>The system is an AI-based video compression platform designed to compress video data efficiently using deep learning techniques instead of traditional codecs.</a:t>
            </a:r>
          </a:p>
          <a:p>
            <a:pPr lvl="0">
              <a:defRPr/>
            </a:pPr>
            <a:endParaRPr lang="en-US" sz="2200" dirty="0">
              <a:solidFill>
                <a:prstClr val="black"/>
              </a:solidFill>
              <a:latin typeface="Times New Roman" panose="02020603050405020304" pitchFamily="18" charset="0"/>
              <a:cs typeface="Times New Roman" panose="02020603050405020304" pitchFamily="18" charset="0"/>
            </a:endParaRPr>
          </a:p>
          <a:p>
            <a:pPr lvl="0">
              <a:defRPr/>
            </a:pPr>
            <a:r>
              <a:rPr lang="en-US" sz="2200" dirty="0">
                <a:solidFill>
                  <a:prstClr val="black"/>
                </a:solidFill>
                <a:latin typeface="Times New Roman" panose="02020603050405020304" pitchFamily="18" charset="0"/>
                <a:cs typeface="Times New Roman" panose="02020603050405020304" pitchFamily="18" charset="0"/>
              </a:rPr>
              <a:t>The system integrates a trained neural compression model (based on OpenDVC) with a user-friendly graphical/web interface to allow users to upload, process, and visualize compressed videos in real time.</a:t>
            </a:r>
          </a:p>
          <a:p>
            <a:pPr lvl="0">
              <a:defRPr/>
            </a:pPr>
            <a:endParaRPr lang="en-US" sz="2200" dirty="0">
              <a:solidFill>
                <a:prstClr val="black"/>
              </a:solidFill>
              <a:latin typeface="Times New Roman" panose="02020603050405020304" pitchFamily="18" charset="0"/>
              <a:cs typeface="Times New Roman" panose="02020603050405020304" pitchFamily="18" charset="0"/>
            </a:endParaRPr>
          </a:p>
          <a:p>
            <a:pPr lvl="0">
              <a:defRPr/>
            </a:pPr>
            <a:r>
              <a:rPr lang="en-US" sz="2200" dirty="0">
                <a:solidFill>
                  <a:prstClr val="black"/>
                </a:solidFill>
                <a:latin typeface="Times New Roman" panose="02020603050405020304" pitchFamily="18" charset="0"/>
                <a:cs typeface="Times New Roman" panose="02020603050405020304" pitchFamily="18" charset="0"/>
              </a:rPr>
              <a:t>The primary goal is to reduce video size while maintaining high visual quality, addressing the growing need for efficient storage and transmission of multimedia data.</a:t>
            </a:r>
            <a:endParaRPr lang="en-US" dirty="0">
              <a:latin typeface="Times New Roman" panose="02020603050405020304" pitchFamily="18" charset="0"/>
              <a:cs typeface="Times New Roman" panose="02020603050405020304" pitchFamily="18" charset="0"/>
            </a:endParaRPr>
          </a:p>
        </p:txBody>
      </p:sp>
      <p:sp>
        <p:nvSpPr>
          <p:cNvPr id="11" name="Title 16">
            <a:extLst>
              <a:ext uri="{FF2B5EF4-FFF2-40B4-BE49-F238E27FC236}">
                <a16:creationId xmlns:a16="http://schemas.microsoft.com/office/drawing/2014/main" id="{718B0E5C-6EC0-E5A5-B5A3-1DEDBF3103EB}"/>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System Description</a:t>
            </a:r>
          </a:p>
        </p:txBody>
      </p:sp>
      <p:pic>
        <p:nvPicPr>
          <p:cNvPr id="13" name="Graphic 12" descr="Illustrator with solid fill">
            <a:extLst>
              <a:ext uri="{FF2B5EF4-FFF2-40B4-BE49-F238E27FC236}">
                <a16:creationId xmlns:a16="http://schemas.microsoft.com/office/drawing/2014/main" id="{223E1A5B-F7F7-1037-9CE8-0732113EFFA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14" name="!!Film_Tabe_1">
            <a:extLst>
              <a:ext uri="{FF2B5EF4-FFF2-40B4-BE49-F238E27FC236}">
                <a16:creationId xmlns:a16="http://schemas.microsoft.com/office/drawing/2014/main" id="{23E10E71-ECFA-44F3-30E1-AD7DA00F2D88}"/>
              </a:ext>
            </a:extLst>
          </p:cNvPr>
          <p:cNvGrpSpPr/>
          <p:nvPr/>
        </p:nvGrpSpPr>
        <p:grpSpPr>
          <a:xfrm rot="16200000">
            <a:off x="-10943338" y="5877455"/>
            <a:ext cx="21467809" cy="1961092"/>
            <a:chOff x="-5996785" y="2448454"/>
            <a:chExt cx="21467809" cy="1961092"/>
          </a:xfrm>
          <a:effectLst>
            <a:outerShdw blurRad="12700" dist="50800" dir="2700000" algn="tl" rotWithShape="0">
              <a:schemeClr val="tx1">
                <a:alpha val="40000"/>
              </a:schemeClr>
            </a:outerShdw>
          </a:effectLst>
        </p:grpSpPr>
        <p:grpSp>
          <p:nvGrpSpPr>
            <p:cNvPr id="15" name="Group 14">
              <a:extLst>
                <a:ext uri="{FF2B5EF4-FFF2-40B4-BE49-F238E27FC236}">
                  <a16:creationId xmlns:a16="http://schemas.microsoft.com/office/drawing/2014/main" id="{07FEF792-49D3-B2B9-248F-1AE6EA09275A}"/>
                </a:ext>
              </a:extLst>
            </p:cNvPr>
            <p:cNvGrpSpPr/>
            <p:nvPr/>
          </p:nvGrpSpPr>
          <p:grpSpPr>
            <a:xfrm>
              <a:off x="7372077" y="2448455"/>
              <a:ext cx="2738174" cy="1961091"/>
              <a:chOff x="4726913" y="2438401"/>
              <a:chExt cx="2738174" cy="1961091"/>
            </a:xfrm>
          </p:grpSpPr>
          <p:sp>
            <p:nvSpPr>
              <p:cNvPr id="45" name="Graphic 2" descr="Film strip outline">
                <a:extLst>
                  <a:ext uri="{FF2B5EF4-FFF2-40B4-BE49-F238E27FC236}">
                    <a16:creationId xmlns:a16="http://schemas.microsoft.com/office/drawing/2014/main" id="{0588E492-E4A5-BF30-630B-8B89CE3D82D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3B7308FE-57C7-4179-F04C-B3EBE5F1704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46624497-D34E-D2F3-1419-0F504191DD0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8D5B0245-07F5-5258-B424-46379F25F0FE}"/>
                </a:ext>
              </a:extLst>
            </p:cNvPr>
            <p:cNvGrpSpPr/>
            <p:nvPr/>
          </p:nvGrpSpPr>
          <p:grpSpPr>
            <a:xfrm>
              <a:off x="4702657" y="2448455"/>
              <a:ext cx="2738174" cy="1961091"/>
              <a:chOff x="4726913" y="2438401"/>
              <a:chExt cx="2738174" cy="1961091"/>
            </a:xfrm>
          </p:grpSpPr>
          <p:sp>
            <p:nvSpPr>
              <p:cNvPr id="42" name="Graphic 2" descr="Film strip outline">
                <a:extLst>
                  <a:ext uri="{FF2B5EF4-FFF2-40B4-BE49-F238E27FC236}">
                    <a16:creationId xmlns:a16="http://schemas.microsoft.com/office/drawing/2014/main" id="{BA940A97-869F-A9E3-BF26-ECD63E7393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3" name="Straight Connector 42">
                <a:extLst>
                  <a:ext uri="{FF2B5EF4-FFF2-40B4-BE49-F238E27FC236}">
                    <a16:creationId xmlns:a16="http://schemas.microsoft.com/office/drawing/2014/main" id="{2DA5A0CB-8987-27F8-B365-258E11E7FDA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3A82FB79-91B7-A382-DA20-6D845BE9EEE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C9808F71-F8F0-801C-89EF-B6C63D138461}"/>
                </a:ext>
              </a:extLst>
            </p:cNvPr>
            <p:cNvGrpSpPr/>
            <p:nvPr/>
          </p:nvGrpSpPr>
          <p:grpSpPr>
            <a:xfrm>
              <a:off x="12732850" y="2448455"/>
              <a:ext cx="2738174" cy="1961091"/>
              <a:chOff x="4726913" y="2438401"/>
              <a:chExt cx="2738174" cy="1961091"/>
            </a:xfrm>
          </p:grpSpPr>
          <p:sp>
            <p:nvSpPr>
              <p:cNvPr id="39" name="Graphic 2" descr="Film strip outline">
                <a:extLst>
                  <a:ext uri="{FF2B5EF4-FFF2-40B4-BE49-F238E27FC236}">
                    <a16:creationId xmlns:a16="http://schemas.microsoft.com/office/drawing/2014/main" id="{C8CD1C10-6DB8-E14C-7982-8FFFA190EA9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D55D3973-B2E1-A6FD-0F3D-C49EE13237F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EAB3BFDC-6CE6-9992-1F9E-176B87A0587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 name="Group 17">
              <a:extLst>
                <a:ext uri="{FF2B5EF4-FFF2-40B4-BE49-F238E27FC236}">
                  <a16:creationId xmlns:a16="http://schemas.microsoft.com/office/drawing/2014/main" id="{AC7B1658-BD1D-6451-34BA-81F5DF09814F}"/>
                </a:ext>
              </a:extLst>
            </p:cNvPr>
            <p:cNvGrpSpPr/>
            <p:nvPr/>
          </p:nvGrpSpPr>
          <p:grpSpPr>
            <a:xfrm>
              <a:off x="10063430" y="2448455"/>
              <a:ext cx="2738174" cy="1961091"/>
              <a:chOff x="4726913" y="2438401"/>
              <a:chExt cx="2738174" cy="1961091"/>
            </a:xfrm>
          </p:grpSpPr>
          <p:sp>
            <p:nvSpPr>
              <p:cNvPr id="36" name="Graphic 2" descr="Film strip outline">
                <a:extLst>
                  <a:ext uri="{FF2B5EF4-FFF2-40B4-BE49-F238E27FC236}">
                    <a16:creationId xmlns:a16="http://schemas.microsoft.com/office/drawing/2014/main" id="{C0553508-A379-42DE-3E31-C0221E5E744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7" name="Straight Connector 36">
                <a:extLst>
                  <a:ext uri="{FF2B5EF4-FFF2-40B4-BE49-F238E27FC236}">
                    <a16:creationId xmlns:a16="http://schemas.microsoft.com/office/drawing/2014/main" id="{E77D89F2-F5DB-7443-5C56-7DCCF735356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4C94A140-9B6D-E4EB-A51D-1E6B5C6BAC6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EBA208E8-2EB9-5E1A-EDE1-C18635F1218A}"/>
                </a:ext>
              </a:extLst>
            </p:cNvPr>
            <p:cNvGrpSpPr/>
            <p:nvPr/>
          </p:nvGrpSpPr>
          <p:grpSpPr>
            <a:xfrm>
              <a:off x="-3327365" y="2448454"/>
              <a:ext cx="2738174" cy="1961091"/>
              <a:chOff x="4726913" y="2438401"/>
              <a:chExt cx="2738174" cy="1961091"/>
            </a:xfrm>
          </p:grpSpPr>
          <p:sp>
            <p:nvSpPr>
              <p:cNvPr id="33" name="Graphic 2" descr="Film strip outline">
                <a:extLst>
                  <a:ext uri="{FF2B5EF4-FFF2-40B4-BE49-F238E27FC236}">
                    <a16:creationId xmlns:a16="http://schemas.microsoft.com/office/drawing/2014/main" id="{A0F7BB44-6AF7-D86A-50C2-FD6BAA2D0A1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83E696DE-69D8-D861-B221-834FA99F50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A58C5EC1-5948-CAC6-C112-2C7D9BFED50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193E25D5-BF63-0B18-22FB-217858A422D5}"/>
                </a:ext>
              </a:extLst>
            </p:cNvPr>
            <p:cNvGrpSpPr/>
            <p:nvPr/>
          </p:nvGrpSpPr>
          <p:grpSpPr>
            <a:xfrm>
              <a:off x="-5996785" y="2448454"/>
              <a:ext cx="2738174" cy="1961091"/>
              <a:chOff x="4726913" y="2438401"/>
              <a:chExt cx="2738174" cy="1961091"/>
            </a:xfrm>
          </p:grpSpPr>
          <p:sp>
            <p:nvSpPr>
              <p:cNvPr id="29" name="Graphic 2" descr="Film strip outline">
                <a:extLst>
                  <a:ext uri="{FF2B5EF4-FFF2-40B4-BE49-F238E27FC236}">
                    <a16:creationId xmlns:a16="http://schemas.microsoft.com/office/drawing/2014/main" id="{99EEC7E4-A575-1928-F326-16B72BAB92D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0" name="Straight Connector 29">
                <a:extLst>
                  <a:ext uri="{FF2B5EF4-FFF2-40B4-BE49-F238E27FC236}">
                    <a16:creationId xmlns:a16="http://schemas.microsoft.com/office/drawing/2014/main" id="{8CE99759-6B0A-A6C7-DEF4-B7E9D2D2B6A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FB9FDB25-F418-812F-F5B1-39FFFE1B45C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6BE296FB-ECF5-4BB7-EF2C-F2CD5725EB8F}"/>
                </a:ext>
              </a:extLst>
            </p:cNvPr>
            <p:cNvGrpSpPr/>
            <p:nvPr/>
          </p:nvGrpSpPr>
          <p:grpSpPr>
            <a:xfrm>
              <a:off x="2033408" y="2448454"/>
              <a:ext cx="2738174" cy="1961091"/>
              <a:chOff x="4726913" y="2438401"/>
              <a:chExt cx="2738174" cy="1961091"/>
            </a:xfrm>
          </p:grpSpPr>
          <p:sp>
            <p:nvSpPr>
              <p:cNvPr id="26" name="Graphic 2" descr="Film strip outline">
                <a:extLst>
                  <a:ext uri="{FF2B5EF4-FFF2-40B4-BE49-F238E27FC236}">
                    <a16:creationId xmlns:a16="http://schemas.microsoft.com/office/drawing/2014/main" id="{2E4D1E78-A99C-3391-56E9-FEE4B564235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7" name="Straight Connector 26">
                <a:extLst>
                  <a:ext uri="{FF2B5EF4-FFF2-40B4-BE49-F238E27FC236}">
                    <a16:creationId xmlns:a16="http://schemas.microsoft.com/office/drawing/2014/main" id="{91E2DEDF-2642-E9BE-18FD-170670FF2D5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8" name="TextBox 27">
                <a:extLst>
                  <a:ext uri="{FF2B5EF4-FFF2-40B4-BE49-F238E27FC236}">
                    <a16:creationId xmlns:a16="http://schemas.microsoft.com/office/drawing/2014/main" id="{8687D494-9CB9-A80E-48CD-D2916762FA3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90D37AAC-73D8-0011-B5D0-0D3937AA9FBF}"/>
                </a:ext>
              </a:extLst>
            </p:cNvPr>
            <p:cNvGrpSpPr/>
            <p:nvPr/>
          </p:nvGrpSpPr>
          <p:grpSpPr>
            <a:xfrm>
              <a:off x="-636012" y="2448454"/>
              <a:ext cx="2738174" cy="1961091"/>
              <a:chOff x="4726913" y="2438401"/>
              <a:chExt cx="2738174" cy="1961091"/>
            </a:xfrm>
          </p:grpSpPr>
          <p:sp>
            <p:nvSpPr>
              <p:cNvPr id="23" name="Graphic 2" descr="Film strip outline">
                <a:extLst>
                  <a:ext uri="{FF2B5EF4-FFF2-40B4-BE49-F238E27FC236}">
                    <a16:creationId xmlns:a16="http://schemas.microsoft.com/office/drawing/2014/main" id="{F92709E2-A945-4566-A17F-697E04EB7E3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4" name="Straight Connector 23">
                <a:extLst>
                  <a:ext uri="{FF2B5EF4-FFF2-40B4-BE49-F238E27FC236}">
                    <a16:creationId xmlns:a16="http://schemas.microsoft.com/office/drawing/2014/main" id="{CB6FF2E8-0C53-7F3E-A3A7-966D2FBCB0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5" name="TextBox 24">
                <a:extLst>
                  <a:ext uri="{FF2B5EF4-FFF2-40B4-BE49-F238E27FC236}">
                    <a16:creationId xmlns:a16="http://schemas.microsoft.com/office/drawing/2014/main" id="{44F80BD9-B08C-4E6E-EC4E-98CA59ED03F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8" name="!!Film_Tabe_1">
            <a:extLst>
              <a:ext uri="{FF2B5EF4-FFF2-40B4-BE49-F238E27FC236}">
                <a16:creationId xmlns:a16="http://schemas.microsoft.com/office/drawing/2014/main" id="{84D5F7BA-F5D9-A825-06C3-AAA5169BDF76}"/>
              </a:ext>
            </a:extLst>
          </p:cNvPr>
          <p:cNvGrpSpPr/>
          <p:nvPr/>
        </p:nvGrpSpPr>
        <p:grpSpPr>
          <a:xfrm rot="16200000">
            <a:off x="1522336" y="-1161493"/>
            <a:ext cx="21467809" cy="1961092"/>
            <a:chOff x="-5996785" y="2448454"/>
            <a:chExt cx="21467809" cy="1961092"/>
          </a:xfrm>
          <a:effectLst>
            <a:outerShdw blurRad="12700" dist="50800" dir="2700000" algn="tl" rotWithShape="0">
              <a:schemeClr val="tx1">
                <a:alpha val="40000"/>
              </a:schemeClr>
            </a:outerShdw>
          </a:effectLst>
        </p:grpSpPr>
        <p:grpSp>
          <p:nvGrpSpPr>
            <p:cNvPr id="49" name="Group 48">
              <a:extLst>
                <a:ext uri="{FF2B5EF4-FFF2-40B4-BE49-F238E27FC236}">
                  <a16:creationId xmlns:a16="http://schemas.microsoft.com/office/drawing/2014/main" id="{A76A6737-2B53-3FB9-7A40-4040AD6DD500}"/>
                </a:ext>
              </a:extLst>
            </p:cNvPr>
            <p:cNvGrpSpPr/>
            <p:nvPr/>
          </p:nvGrpSpPr>
          <p:grpSpPr>
            <a:xfrm>
              <a:off x="7372077" y="2448455"/>
              <a:ext cx="2738174" cy="1961091"/>
              <a:chOff x="4726913" y="2438401"/>
              <a:chExt cx="2738174" cy="1961091"/>
            </a:xfrm>
          </p:grpSpPr>
          <p:sp>
            <p:nvSpPr>
              <p:cNvPr id="78" name="Graphic 2" descr="Film strip outline">
                <a:extLst>
                  <a:ext uri="{FF2B5EF4-FFF2-40B4-BE49-F238E27FC236}">
                    <a16:creationId xmlns:a16="http://schemas.microsoft.com/office/drawing/2014/main" id="{DA5FC321-6869-148C-B4C8-F3CE0BCFF7B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C920139A-9E7B-6AFB-4889-6C956BD9EE2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F3800C49-5C7F-5AA6-2C20-00B2427B2DC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6ECC0E85-F71B-F84E-401A-485C32D5B2CF}"/>
                </a:ext>
              </a:extLst>
            </p:cNvPr>
            <p:cNvGrpSpPr/>
            <p:nvPr/>
          </p:nvGrpSpPr>
          <p:grpSpPr>
            <a:xfrm>
              <a:off x="4702657" y="2448455"/>
              <a:ext cx="2738174" cy="1961091"/>
              <a:chOff x="4726913" y="2438401"/>
              <a:chExt cx="2738174" cy="1961091"/>
            </a:xfrm>
          </p:grpSpPr>
          <p:sp>
            <p:nvSpPr>
              <p:cNvPr id="75" name="Graphic 2" descr="Film strip outline">
                <a:extLst>
                  <a:ext uri="{FF2B5EF4-FFF2-40B4-BE49-F238E27FC236}">
                    <a16:creationId xmlns:a16="http://schemas.microsoft.com/office/drawing/2014/main" id="{72826AF9-5C47-4865-E7EE-938C7B2118A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819620AD-86DD-E85C-81FA-7584B1F661F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419A8409-84B8-CBDA-E5A7-A090D09C17E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1" name="Group 50">
              <a:extLst>
                <a:ext uri="{FF2B5EF4-FFF2-40B4-BE49-F238E27FC236}">
                  <a16:creationId xmlns:a16="http://schemas.microsoft.com/office/drawing/2014/main" id="{BC8DF66E-1858-97EB-1A88-A099A4E8AB69}"/>
                </a:ext>
              </a:extLst>
            </p:cNvPr>
            <p:cNvGrpSpPr/>
            <p:nvPr/>
          </p:nvGrpSpPr>
          <p:grpSpPr>
            <a:xfrm>
              <a:off x="12732850" y="2448455"/>
              <a:ext cx="2738174" cy="1961091"/>
              <a:chOff x="4726913" y="2438401"/>
              <a:chExt cx="2738174" cy="1961091"/>
            </a:xfrm>
          </p:grpSpPr>
          <p:sp>
            <p:nvSpPr>
              <p:cNvPr id="72" name="Graphic 2" descr="Film strip outline">
                <a:extLst>
                  <a:ext uri="{FF2B5EF4-FFF2-40B4-BE49-F238E27FC236}">
                    <a16:creationId xmlns:a16="http://schemas.microsoft.com/office/drawing/2014/main" id="{252432AE-3ECF-3B9D-B278-9E1AA6401DB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A1E05811-F52E-AAD3-8449-E678A2F08AD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2BF97F7F-40A0-777D-331F-7036430B561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EFA100C9-ECB1-7F25-5C23-9EA461E3AD02}"/>
                </a:ext>
              </a:extLst>
            </p:cNvPr>
            <p:cNvGrpSpPr/>
            <p:nvPr/>
          </p:nvGrpSpPr>
          <p:grpSpPr>
            <a:xfrm>
              <a:off x="10063430" y="2448455"/>
              <a:ext cx="2738174" cy="1961091"/>
              <a:chOff x="4726913" y="2438401"/>
              <a:chExt cx="2738174" cy="1961091"/>
            </a:xfrm>
          </p:grpSpPr>
          <p:sp>
            <p:nvSpPr>
              <p:cNvPr id="69" name="Graphic 2" descr="Film strip outline">
                <a:extLst>
                  <a:ext uri="{FF2B5EF4-FFF2-40B4-BE49-F238E27FC236}">
                    <a16:creationId xmlns:a16="http://schemas.microsoft.com/office/drawing/2014/main" id="{513FA5F2-6DAA-B0E5-310A-B68C572CBB8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430BFE98-5CA6-99B5-A419-08534F4BCDF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A0FECFA6-608F-D0AB-404A-22620143D2B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D7B44B2B-1352-4C8F-8E6F-06D358B79A2C}"/>
                </a:ext>
              </a:extLst>
            </p:cNvPr>
            <p:cNvGrpSpPr/>
            <p:nvPr/>
          </p:nvGrpSpPr>
          <p:grpSpPr>
            <a:xfrm>
              <a:off x="-3327365" y="2448454"/>
              <a:ext cx="2738174" cy="1961091"/>
              <a:chOff x="4726913" y="2438401"/>
              <a:chExt cx="2738174" cy="1961091"/>
            </a:xfrm>
          </p:grpSpPr>
          <p:sp>
            <p:nvSpPr>
              <p:cNvPr id="66" name="Graphic 2" descr="Film strip outline">
                <a:extLst>
                  <a:ext uri="{FF2B5EF4-FFF2-40B4-BE49-F238E27FC236}">
                    <a16:creationId xmlns:a16="http://schemas.microsoft.com/office/drawing/2014/main" id="{C9891A9E-5B11-C7C4-9422-4390DEDA1A5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2B2228D0-82D8-B9D5-799D-6697C5E6A9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06ADB3F3-32BA-42D2-7D94-F1596AFDF8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6F73097D-D725-F3EA-EB97-1BC2F81ECE9E}"/>
                </a:ext>
              </a:extLst>
            </p:cNvPr>
            <p:cNvGrpSpPr/>
            <p:nvPr/>
          </p:nvGrpSpPr>
          <p:grpSpPr>
            <a:xfrm>
              <a:off x="-5996785" y="2448454"/>
              <a:ext cx="2738174" cy="1961091"/>
              <a:chOff x="4726913" y="2438401"/>
              <a:chExt cx="2738174" cy="1961091"/>
            </a:xfrm>
          </p:grpSpPr>
          <p:sp>
            <p:nvSpPr>
              <p:cNvPr id="63" name="Graphic 2" descr="Film strip outline">
                <a:extLst>
                  <a:ext uri="{FF2B5EF4-FFF2-40B4-BE49-F238E27FC236}">
                    <a16:creationId xmlns:a16="http://schemas.microsoft.com/office/drawing/2014/main" id="{9D9763C3-8277-D813-0DC5-808630611B5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C7D24F14-03EA-7B94-DD7B-B4DE307C4ED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C9A14CE0-0839-2F3A-9A7B-6D33F60CC3B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CB6F90B6-362F-F64F-E418-7340F8E9063C}"/>
                </a:ext>
              </a:extLst>
            </p:cNvPr>
            <p:cNvGrpSpPr/>
            <p:nvPr/>
          </p:nvGrpSpPr>
          <p:grpSpPr>
            <a:xfrm>
              <a:off x="2033408"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BEDE695A-C781-177D-DC69-283F9213010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508F8B94-938A-3BEC-7CF3-824671ECB8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BFA603CE-992B-7797-9485-51AE683B5A8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541F9BC1-B19D-7A11-B0B8-47FB752927B2}"/>
                </a:ext>
              </a:extLst>
            </p:cNvPr>
            <p:cNvGrpSpPr/>
            <p:nvPr/>
          </p:nvGrpSpPr>
          <p:grpSpPr>
            <a:xfrm>
              <a:off x="-636012" y="2448454"/>
              <a:ext cx="2738174" cy="1961091"/>
              <a:chOff x="4726913" y="2438401"/>
              <a:chExt cx="2738174" cy="1961091"/>
            </a:xfrm>
          </p:grpSpPr>
          <p:sp>
            <p:nvSpPr>
              <p:cNvPr id="57" name="Graphic 2" descr="Film strip outline">
                <a:extLst>
                  <a:ext uri="{FF2B5EF4-FFF2-40B4-BE49-F238E27FC236}">
                    <a16:creationId xmlns:a16="http://schemas.microsoft.com/office/drawing/2014/main" id="{6D8D2B6B-3C62-072E-71A6-D86DEB6DF4F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FFB6B4DA-AE7E-B67A-548E-14DE5C02782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864328C8-8249-327C-3309-A60BF1183DA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2" name="Freeform: Shape 1">
            <a:extLst>
              <a:ext uri="{FF2B5EF4-FFF2-40B4-BE49-F238E27FC236}">
                <a16:creationId xmlns:a16="http://schemas.microsoft.com/office/drawing/2014/main" id="{8A242AAD-2561-253E-1B29-0961D34F5AFC}"/>
              </a:ext>
            </a:extLst>
          </p:cNvPr>
          <p:cNvSpPr/>
          <p:nvPr/>
        </p:nvSpPr>
        <p:spPr>
          <a:xfrm>
            <a:off x="12424401"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3" name="Rectangle 2">
            <a:extLst>
              <a:ext uri="{FF2B5EF4-FFF2-40B4-BE49-F238E27FC236}">
                <a16:creationId xmlns:a16="http://schemas.microsoft.com/office/drawing/2014/main" id="{F4C0F9A4-12BD-CB95-96DB-70E6FC8F5CBA}"/>
              </a:ext>
            </a:extLst>
          </p:cNvPr>
          <p:cNvSpPr/>
          <p:nvPr/>
        </p:nvSpPr>
        <p:spPr>
          <a:xfrm>
            <a:off x="14100942"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 name="Rectangle 3">
            <a:extLst>
              <a:ext uri="{FF2B5EF4-FFF2-40B4-BE49-F238E27FC236}">
                <a16:creationId xmlns:a16="http://schemas.microsoft.com/office/drawing/2014/main" id="{B5BF2C66-4E5F-770C-E447-86C53D011FD0}"/>
              </a:ext>
            </a:extLst>
          </p:cNvPr>
          <p:cNvSpPr>
            <a:spLocks/>
          </p:cNvSpPr>
          <p:nvPr/>
        </p:nvSpPr>
        <p:spPr>
          <a:xfrm>
            <a:off x="14100942" y="253082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5" name="Rectangle 4">
            <a:extLst>
              <a:ext uri="{FF2B5EF4-FFF2-40B4-BE49-F238E27FC236}">
                <a16:creationId xmlns:a16="http://schemas.microsoft.com/office/drawing/2014/main" id="{F33286C6-86A7-6B47-4B2E-BBACBC0E3A65}"/>
              </a:ext>
            </a:extLst>
          </p:cNvPr>
          <p:cNvSpPr>
            <a:spLocks/>
          </p:cNvSpPr>
          <p:nvPr/>
        </p:nvSpPr>
        <p:spPr>
          <a:xfrm>
            <a:off x="14100942" y="325568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 name="Rectangle 5">
            <a:extLst>
              <a:ext uri="{FF2B5EF4-FFF2-40B4-BE49-F238E27FC236}">
                <a16:creationId xmlns:a16="http://schemas.microsoft.com/office/drawing/2014/main" id="{7EFC52C7-B1CC-6775-1725-267A336A7F9C}"/>
              </a:ext>
            </a:extLst>
          </p:cNvPr>
          <p:cNvSpPr>
            <a:spLocks/>
          </p:cNvSpPr>
          <p:nvPr/>
        </p:nvSpPr>
        <p:spPr>
          <a:xfrm>
            <a:off x="14100942" y="398053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 name="Rectangle 6">
            <a:extLst>
              <a:ext uri="{FF2B5EF4-FFF2-40B4-BE49-F238E27FC236}">
                <a16:creationId xmlns:a16="http://schemas.microsoft.com/office/drawing/2014/main" id="{29B8832B-BAB7-9704-4FA0-3DA2455E0601}"/>
              </a:ext>
            </a:extLst>
          </p:cNvPr>
          <p:cNvSpPr>
            <a:spLocks/>
          </p:cNvSpPr>
          <p:nvPr/>
        </p:nvSpPr>
        <p:spPr>
          <a:xfrm>
            <a:off x="14100942" y="470538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 name="Rectangle 7">
            <a:extLst>
              <a:ext uri="{FF2B5EF4-FFF2-40B4-BE49-F238E27FC236}">
                <a16:creationId xmlns:a16="http://schemas.microsoft.com/office/drawing/2014/main" id="{7D678D2A-12FA-8962-C9D8-C19A250E19E6}"/>
              </a:ext>
            </a:extLst>
          </p:cNvPr>
          <p:cNvSpPr>
            <a:spLocks/>
          </p:cNvSpPr>
          <p:nvPr/>
        </p:nvSpPr>
        <p:spPr>
          <a:xfrm>
            <a:off x="14100942"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1" name="Rectangle 80">
            <a:extLst>
              <a:ext uri="{FF2B5EF4-FFF2-40B4-BE49-F238E27FC236}">
                <a16:creationId xmlns:a16="http://schemas.microsoft.com/office/drawing/2014/main" id="{256EA8BB-88E8-5B89-BB4F-4FC973F1AC62}"/>
              </a:ext>
            </a:extLst>
          </p:cNvPr>
          <p:cNvSpPr/>
          <p:nvPr/>
        </p:nvSpPr>
        <p:spPr>
          <a:xfrm>
            <a:off x="13188669"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2" name="Rectangle 81">
            <a:extLst>
              <a:ext uri="{FF2B5EF4-FFF2-40B4-BE49-F238E27FC236}">
                <a16:creationId xmlns:a16="http://schemas.microsoft.com/office/drawing/2014/main" id="{B1BA97BB-AB53-3178-3A56-05215464D245}"/>
              </a:ext>
            </a:extLst>
          </p:cNvPr>
          <p:cNvSpPr/>
          <p:nvPr/>
        </p:nvSpPr>
        <p:spPr>
          <a:xfrm>
            <a:off x="13188669"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3" name="Freeform: Shape 82">
            <a:extLst>
              <a:ext uri="{FF2B5EF4-FFF2-40B4-BE49-F238E27FC236}">
                <a16:creationId xmlns:a16="http://schemas.microsoft.com/office/drawing/2014/main" id="{181F63E8-2379-0855-61E1-616EB1249105}"/>
              </a:ext>
            </a:extLst>
          </p:cNvPr>
          <p:cNvSpPr/>
          <p:nvPr/>
        </p:nvSpPr>
        <p:spPr>
          <a:xfrm>
            <a:off x="13121553"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4" name="Freeform: Shape 83">
            <a:extLst>
              <a:ext uri="{FF2B5EF4-FFF2-40B4-BE49-F238E27FC236}">
                <a16:creationId xmlns:a16="http://schemas.microsoft.com/office/drawing/2014/main" id="{603E78EE-DDEE-95EB-B439-7464B6100209}"/>
              </a:ext>
            </a:extLst>
          </p:cNvPr>
          <p:cNvSpPr/>
          <p:nvPr/>
        </p:nvSpPr>
        <p:spPr>
          <a:xfrm>
            <a:off x="13121553"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5" name="Freeform: Shape 84">
            <a:extLst>
              <a:ext uri="{FF2B5EF4-FFF2-40B4-BE49-F238E27FC236}">
                <a16:creationId xmlns:a16="http://schemas.microsoft.com/office/drawing/2014/main" id="{6E980710-9988-84F7-CA65-3683960C3F12}"/>
              </a:ext>
            </a:extLst>
          </p:cNvPr>
          <p:cNvSpPr/>
          <p:nvPr/>
        </p:nvSpPr>
        <p:spPr>
          <a:xfrm>
            <a:off x="13121553"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6" name="Freeform: Shape 85">
            <a:extLst>
              <a:ext uri="{FF2B5EF4-FFF2-40B4-BE49-F238E27FC236}">
                <a16:creationId xmlns:a16="http://schemas.microsoft.com/office/drawing/2014/main" id="{8708EFE9-2A7C-D464-CC24-7FDE62FE276D}"/>
              </a:ext>
            </a:extLst>
          </p:cNvPr>
          <p:cNvSpPr/>
          <p:nvPr/>
        </p:nvSpPr>
        <p:spPr>
          <a:xfrm>
            <a:off x="13121553"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7" name="Freeform: Shape 86">
            <a:extLst>
              <a:ext uri="{FF2B5EF4-FFF2-40B4-BE49-F238E27FC236}">
                <a16:creationId xmlns:a16="http://schemas.microsoft.com/office/drawing/2014/main" id="{10154C98-5FD6-95A1-41D1-44B882F7C70B}"/>
              </a:ext>
            </a:extLst>
          </p:cNvPr>
          <p:cNvSpPr/>
          <p:nvPr/>
        </p:nvSpPr>
        <p:spPr>
          <a:xfrm>
            <a:off x="13121553"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Tree>
    <p:extLst>
      <p:ext uri="{BB962C8B-B14F-4D97-AF65-F5344CB8AC3E}">
        <p14:creationId xmlns:p14="http://schemas.microsoft.com/office/powerpoint/2010/main" val="35135576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0947BE-680F-2D62-69D8-C75F48BC7667}"/>
            </a:ext>
          </a:extLst>
        </p:cNvPr>
        <p:cNvGrpSpPr/>
        <p:nvPr/>
      </p:nvGrpSpPr>
      <p:grpSpPr>
        <a:xfrm>
          <a:off x="0" y="0"/>
          <a:ext cx="0" cy="0"/>
          <a:chOff x="0" y="0"/>
          <a:chExt cx="0" cy="0"/>
        </a:xfrm>
      </p:grpSpPr>
      <p:sp>
        <p:nvSpPr>
          <p:cNvPr id="16" name="Freeform 3">
            <a:extLst>
              <a:ext uri="{FF2B5EF4-FFF2-40B4-BE49-F238E27FC236}">
                <a16:creationId xmlns:a16="http://schemas.microsoft.com/office/drawing/2014/main" id="{2C1BDED7-1DB4-73D5-EFFA-8CEC8B123415}"/>
              </a:ext>
            </a:extLst>
          </p:cNvPr>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endParaRPr lang="en-AS" dirty="0"/>
          </a:p>
        </p:txBody>
      </p:sp>
      <p:sp>
        <p:nvSpPr>
          <p:cNvPr id="10" name="Slide Number Placeholder 24">
            <a:extLst>
              <a:ext uri="{FF2B5EF4-FFF2-40B4-BE49-F238E27FC236}">
                <a16:creationId xmlns:a16="http://schemas.microsoft.com/office/drawing/2014/main" id="{F7A4CD6F-C2EC-1776-4339-F80E8E2CA8EB}"/>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31</a:t>
            </a:fld>
            <a:endParaRPr lang="en-AS" dirty="0"/>
          </a:p>
        </p:txBody>
      </p:sp>
      <p:sp>
        <p:nvSpPr>
          <p:cNvPr id="11" name="TextBox 10">
            <a:extLst>
              <a:ext uri="{FF2B5EF4-FFF2-40B4-BE49-F238E27FC236}">
                <a16:creationId xmlns:a16="http://schemas.microsoft.com/office/drawing/2014/main" id="{99DD765B-430B-8C9B-6F0C-1458303051CD}"/>
              </a:ext>
            </a:extLst>
          </p:cNvPr>
          <p:cNvSpPr txBox="1"/>
          <p:nvPr/>
        </p:nvSpPr>
        <p:spPr>
          <a:xfrm>
            <a:off x="1140690" y="1531084"/>
            <a:ext cx="4114950" cy="1754326"/>
          </a:xfrm>
          <a:prstGeom prst="rect">
            <a:avLst/>
          </a:prstGeom>
          <a:noFill/>
        </p:spPr>
        <p:txBody>
          <a:bodyPr wrap="square" rtlCol="0">
            <a:spAutoFit/>
          </a:bodyPr>
          <a:lstStyle/>
          <a:p>
            <a:r>
              <a:rPr lang="en-US" dirty="0">
                <a:latin typeface="Times New Roman" panose="02020603050405020304" pitchFamily="18" charset="0"/>
                <a:ea typeface="Tahoma" panose="020B0604030504040204" pitchFamily="34" charset="0"/>
                <a:cs typeface="Times New Roman" panose="02020603050405020304" pitchFamily="18" charset="0"/>
              </a:rPr>
              <a:t>A Convolutional Neural Network (CNN) is a deep learning model designed especially for images and spatial data. What makes CNNs powerful is their specialized layers, each with a clear role in extracting and processing visual features.</a:t>
            </a:r>
          </a:p>
        </p:txBody>
      </p:sp>
      <p:sp>
        <p:nvSpPr>
          <p:cNvPr id="13" name="Title 12">
            <a:extLst>
              <a:ext uri="{FF2B5EF4-FFF2-40B4-BE49-F238E27FC236}">
                <a16:creationId xmlns:a16="http://schemas.microsoft.com/office/drawing/2014/main" id="{0E4ED36B-52B0-EDC8-2F76-1F546A126707}"/>
              </a:ext>
            </a:extLst>
          </p:cNvPr>
          <p:cNvSpPr txBox="1">
            <a:spLocks noGrp="1"/>
          </p:cNvSpPr>
          <p:nvPr>
            <p:ph type="title" idx="4294967295"/>
          </p:nvPr>
        </p:nvSpPr>
        <p:spPr>
          <a:xfrm>
            <a:off x="1394817" y="953163"/>
            <a:ext cx="3473624" cy="52322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What is CNN?</a:t>
            </a:r>
          </a:p>
        </p:txBody>
      </p:sp>
      <p:sp>
        <p:nvSpPr>
          <p:cNvPr id="15" name="Freeform 20">
            <a:extLst>
              <a:ext uri="{FF2B5EF4-FFF2-40B4-BE49-F238E27FC236}">
                <a16:creationId xmlns:a16="http://schemas.microsoft.com/office/drawing/2014/main" id="{4F2BB962-62FB-1F03-F7A2-E454831F6873}"/>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3"/>
                </a:ext>
              </a:extLst>
            </a:blip>
            <a:stretch>
              <a:fillRect t="-127827" r="-47370"/>
            </a:stretch>
          </a:blipFill>
        </p:spPr>
        <p:txBody>
          <a:bodyPr/>
          <a:lstStyle/>
          <a:p>
            <a:endParaRPr lang="en-AS"/>
          </a:p>
        </p:txBody>
      </p:sp>
      <p:sp>
        <p:nvSpPr>
          <p:cNvPr id="12" name="TextBox 11">
            <a:extLst>
              <a:ext uri="{FF2B5EF4-FFF2-40B4-BE49-F238E27FC236}">
                <a16:creationId xmlns:a16="http://schemas.microsoft.com/office/drawing/2014/main" id="{8F19B248-DF87-FB53-7102-AB7CE999DD45}"/>
              </a:ext>
            </a:extLst>
          </p:cNvPr>
          <p:cNvSpPr txBox="1"/>
          <p:nvPr/>
        </p:nvSpPr>
        <p:spPr>
          <a:xfrm>
            <a:off x="6315195" y="953163"/>
            <a:ext cx="4273425" cy="523220"/>
          </a:xfrm>
          <a:prstGeom prst="rect">
            <a:avLst/>
          </a:prstGeom>
          <a:noFill/>
        </p:spPr>
        <p:txBody>
          <a:bodyPr wrap="square" rtlCol="0">
            <a:spAutoFit/>
          </a:bodyPr>
          <a:lstStyle/>
          <a:p>
            <a:pPr algn="ctr"/>
            <a:r>
              <a:rPr lang="en-US" sz="2800" dirty="0">
                <a:latin typeface="Times New Roman" panose="02020603050405020304" pitchFamily="18" charset="0"/>
                <a:cs typeface="Times New Roman" panose="02020603050405020304" pitchFamily="18" charset="0"/>
              </a:rPr>
              <a:t>What Are The CNN Layers?</a:t>
            </a:r>
          </a:p>
        </p:txBody>
      </p:sp>
      <p:sp>
        <p:nvSpPr>
          <p:cNvPr id="14" name="TextBox 13">
            <a:extLst>
              <a:ext uri="{FF2B5EF4-FFF2-40B4-BE49-F238E27FC236}">
                <a16:creationId xmlns:a16="http://schemas.microsoft.com/office/drawing/2014/main" id="{226C2251-0F01-8AA0-85B0-023F28ACB07A}"/>
              </a:ext>
            </a:extLst>
          </p:cNvPr>
          <p:cNvSpPr txBox="1"/>
          <p:nvPr/>
        </p:nvSpPr>
        <p:spPr>
          <a:xfrm>
            <a:off x="6211605" y="1531084"/>
            <a:ext cx="4059612" cy="1477328"/>
          </a:xfrm>
          <a:prstGeom prst="rect">
            <a:avLst/>
          </a:prstGeom>
          <a:noFill/>
        </p:spPr>
        <p:txBody>
          <a:bodyPr wrap="square" rtlCol="0">
            <a:spAutoFit/>
          </a:bodyPr>
          <a:lstStyle/>
          <a:p>
            <a:pPr marL="342900" indent="-342900">
              <a:buFont typeface="+mj-lt"/>
              <a:buAutoNum type="arabicPeriod"/>
            </a:pPr>
            <a:r>
              <a:rPr lang="en-US" dirty="0">
                <a:latin typeface="Times New Roman" panose="02020603050405020304" pitchFamily="18" charset="0"/>
                <a:ea typeface="Tahoma" panose="020B0604030504040204" pitchFamily="34" charset="0"/>
                <a:cs typeface="Times New Roman" panose="02020603050405020304" pitchFamily="18" charset="0"/>
              </a:rPr>
              <a:t>Convolutional Layer (Core Layer)</a:t>
            </a:r>
          </a:p>
          <a:p>
            <a:pPr marL="342900" indent="-342900">
              <a:buFont typeface="+mj-lt"/>
              <a:buAutoNum type="arabicPeriod"/>
            </a:pPr>
            <a:r>
              <a:rPr lang="en-US" dirty="0">
                <a:latin typeface="Times New Roman" panose="02020603050405020304" pitchFamily="18" charset="0"/>
                <a:ea typeface="Tahoma" panose="020B0604030504040204" pitchFamily="34" charset="0"/>
                <a:cs typeface="Times New Roman" panose="02020603050405020304" pitchFamily="18" charset="0"/>
              </a:rPr>
              <a:t> Activation Layer (ReLU)</a:t>
            </a:r>
          </a:p>
          <a:p>
            <a:pPr marL="342900" indent="-342900">
              <a:buFont typeface="+mj-lt"/>
              <a:buAutoNum type="arabicPeriod"/>
            </a:pPr>
            <a:r>
              <a:rPr lang="en-US" dirty="0">
                <a:latin typeface="Times New Roman" panose="02020603050405020304" pitchFamily="18" charset="0"/>
                <a:ea typeface="Tahoma" panose="020B0604030504040204" pitchFamily="34" charset="0"/>
                <a:cs typeface="Times New Roman" panose="02020603050405020304" pitchFamily="18" charset="0"/>
              </a:rPr>
              <a:t> Pooling Layer</a:t>
            </a:r>
          </a:p>
          <a:p>
            <a:pPr marL="342900" indent="-342900">
              <a:buFont typeface="+mj-lt"/>
              <a:buAutoNum type="arabicPeriod"/>
            </a:pPr>
            <a:r>
              <a:rPr lang="en-US" dirty="0">
                <a:latin typeface="Times New Roman" panose="02020603050405020304" pitchFamily="18" charset="0"/>
                <a:ea typeface="Tahoma" panose="020B0604030504040204" pitchFamily="34" charset="0"/>
                <a:cs typeface="Times New Roman" panose="02020603050405020304" pitchFamily="18" charset="0"/>
              </a:rPr>
              <a:t> Flatten Layer</a:t>
            </a:r>
          </a:p>
          <a:p>
            <a:pPr marL="342900" indent="-342900">
              <a:buFont typeface="+mj-lt"/>
              <a:buAutoNum type="arabicPeriod"/>
            </a:pPr>
            <a:r>
              <a:rPr lang="en-US" dirty="0">
                <a:latin typeface="Times New Roman" panose="02020603050405020304" pitchFamily="18" charset="0"/>
                <a:ea typeface="Tahoma" panose="020B0604030504040204" pitchFamily="34" charset="0"/>
                <a:cs typeface="Times New Roman" panose="02020603050405020304" pitchFamily="18" charset="0"/>
              </a:rPr>
              <a:t> Output Layer</a:t>
            </a:r>
          </a:p>
        </p:txBody>
      </p:sp>
      <p:grpSp>
        <p:nvGrpSpPr>
          <p:cNvPr id="25" name="Pic_Fram">
            <a:extLst>
              <a:ext uri="{FF2B5EF4-FFF2-40B4-BE49-F238E27FC236}">
                <a16:creationId xmlns:a16="http://schemas.microsoft.com/office/drawing/2014/main" id="{80ED2740-084A-39DA-5886-8176259A8E57}"/>
              </a:ext>
            </a:extLst>
          </p:cNvPr>
          <p:cNvGrpSpPr/>
          <p:nvPr/>
        </p:nvGrpSpPr>
        <p:grpSpPr>
          <a:xfrm>
            <a:off x="1204507" y="3286360"/>
            <a:ext cx="3854245" cy="3394462"/>
            <a:chOff x="416971" y="3387901"/>
            <a:chExt cx="2398781" cy="2973889"/>
          </a:xfrm>
        </p:grpSpPr>
        <p:sp>
          <p:nvSpPr>
            <p:cNvPr id="26" name="Rectangle 25">
              <a:extLst>
                <a:ext uri="{FF2B5EF4-FFF2-40B4-BE49-F238E27FC236}">
                  <a16:creationId xmlns:a16="http://schemas.microsoft.com/office/drawing/2014/main" id="{CB2007EE-EEC3-8656-D96E-C967B7F3850E}"/>
                </a:ext>
              </a:extLst>
            </p:cNvPr>
            <p:cNvSpPr/>
            <p:nvPr/>
          </p:nvSpPr>
          <p:spPr>
            <a:xfrm>
              <a:off x="416971" y="3387901"/>
              <a:ext cx="2398781" cy="2973889"/>
            </a:xfrm>
            <a:prstGeom prst="rect">
              <a:avLst/>
            </a:prstGeom>
            <a:solidFill>
              <a:schemeClr val="bg1"/>
            </a:solidFill>
            <a:ln>
              <a:solidFill>
                <a:schemeClr val="bg2">
                  <a:lumMod val="90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7" name="Rectangle 26">
              <a:extLst>
                <a:ext uri="{FF2B5EF4-FFF2-40B4-BE49-F238E27FC236}">
                  <a16:creationId xmlns:a16="http://schemas.microsoft.com/office/drawing/2014/main" id="{746E76AD-65ED-6BD3-518D-ACA3296FEB11}"/>
                </a:ext>
              </a:extLst>
            </p:cNvPr>
            <p:cNvSpPr/>
            <p:nvPr/>
          </p:nvSpPr>
          <p:spPr>
            <a:xfrm>
              <a:off x="594118" y="3674029"/>
              <a:ext cx="2044486" cy="2401633"/>
            </a:xfrm>
            <a:prstGeom prst="rect">
              <a:avLst/>
            </a:prstGeom>
            <a:solidFill>
              <a:schemeClr val="tx1"/>
            </a:solidFill>
            <a:ln>
              <a:solidFill>
                <a:schemeClr val="bg1">
                  <a:lumMod val="50000"/>
                </a:schemeClr>
              </a:solidFill>
            </a:ln>
            <a:effectLst>
              <a:innerShdw blurRad="114300">
                <a:schemeClr val="bg1"/>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dirty="0">
                  <a:latin typeface="Times New Roman" panose="02020603050405020304" pitchFamily="18" charset="0"/>
                  <a:cs typeface="Times New Roman" panose="02020603050405020304" pitchFamily="18" charset="0"/>
                </a:rPr>
                <a:t>Advantages of CNN</a:t>
              </a:r>
            </a:p>
            <a:p>
              <a:endParaRPr lang="en-US" dirty="0">
                <a:latin typeface="Times New Roman" panose="02020603050405020304" pitchFamily="18" charset="0"/>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1.Automatic Feature Extraction</a:t>
              </a:r>
            </a:p>
            <a:p>
              <a:r>
                <a:rPr lang="en-US" dirty="0">
                  <a:latin typeface="Times New Roman" panose="02020603050405020304" pitchFamily="18" charset="0"/>
                  <a:cs typeface="Times New Roman" panose="02020603050405020304" pitchFamily="18" charset="0"/>
                </a:rPr>
                <a:t>2.High Accuracy in Vision Tasks</a:t>
              </a:r>
            </a:p>
            <a:p>
              <a:r>
                <a:rPr lang="en-US" dirty="0">
                  <a:latin typeface="Times New Roman" panose="02020603050405020304" pitchFamily="18" charset="0"/>
                  <a:cs typeface="Times New Roman" panose="02020603050405020304" pitchFamily="18" charset="0"/>
                </a:rPr>
                <a:t>3.Parameter Sharing</a:t>
              </a:r>
            </a:p>
            <a:p>
              <a:r>
                <a:rPr lang="en-US" dirty="0">
                  <a:latin typeface="Times New Roman" panose="02020603050405020304" pitchFamily="18" charset="0"/>
                  <a:cs typeface="Times New Roman" panose="02020603050405020304" pitchFamily="18" charset="0"/>
                </a:rPr>
                <a:t>4.Translation Invariance</a:t>
              </a:r>
            </a:p>
            <a:p>
              <a:r>
                <a:rPr lang="en-US" dirty="0">
                  <a:latin typeface="Times New Roman" panose="02020603050405020304" pitchFamily="18" charset="0"/>
                  <a:cs typeface="Times New Roman" panose="02020603050405020304" pitchFamily="18" charset="0"/>
                </a:rPr>
                <a:t>5.Hierarchical Learning</a:t>
              </a:r>
            </a:p>
            <a:p>
              <a:r>
                <a:rPr lang="en-US" dirty="0">
                  <a:latin typeface="Times New Roman" panose="02020603050405020304" pitchFamily="18" charset="0"/>
                  <a:cs typeface="Times New Roman" panose="02020603050405020304" pitchFamily="18" charset="0"/>
                </a:rPr>
                <a:t>6.Robust to Noise</a:t>
              </a:r>
            </a:p>
          </p:txBody>
        </p:sp>
      </p:grpSp>
      <p:grpSp>
        <p:nvGrpSpPr>
          <p:cNvPr id="36" name="Pic_Fram">
            <a:extLst>
              <a:ext uri="{FF2B5EF4-FFF2-40B4-BE49-F238E27FC236}">
                <a16:creationId xmlns:a16="http://schemas.microsoft.com/office/drawing/2014/main" id="{6C5E0197-2AE5-0BBC-5E4C-B17166570583}"/>
              </a:ext>
            </a:extLst>
          </p:cNvPr>
          <p:cNvGrpSpPr/>
          <p:nvPr/>
        </p:nvGrpSpPr>
        <p:grpSpPr>
          <a:xfrm>
            <a:off x="6701605" y="3286360"/>
            <a:ext cx="3854245" cy="3394462"/>
            <a:chOff x="416971" y="3387901"/>
            <a:chExt cx="2398781" cy="2973889"/>
          </a:xfrm>
        </p:grpSpPr>
        <p:sp>
          <p:nvSpPr>
            <p:cNvPr id="37" name="Rectangle 36">
              <a:extLst>
                <a:ext uri="{FF2B5EF4-FFF2-40B4-BE49-F238E27FC236}">
                  <a16:creationId xmlns:a16="http://schemas.microsoft.com/office/drawing/2014/main" id="{A2A94C23-3E61-F28F-CCCE-BD9EBEA9D5D9}"/>
                </a:ext>
              </a:extLst>
            </p:cNvPr>
            <p:cNvSpPr/>
            <p:nvPr/>
          </p:nvSpPr>
          <p:spPr>
            <a:xfrm>
              <a:off x="416971" y="3387901"/>
              <a:ext cx="2398781" cy="2973889"/>
            </a:xfrm>
            <a:prstGeom prst="rect">
              <a:avLst/>
            </a:prstGeom>
            <a:solidFill>
              <a:schemeClr val="bg1"/>
            </a:solidFill>
            <a:ln>
              <a:solidFill>
                <a:schemeClr val="bg2">
                  <a:lumMod val="90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38" name="Rectangle 37">
              <a:extLst>
                <a:ext uri="{FF2B5EF4-FFF2-40B4-BE49-F238E27FC236}">
                  <a16:creationId xmlns:a16="http://schemas.microsoft.com/office/drawing/2014/main" id="{71D9D27A-5CCD-1540-8A2B-DD64AE4737F7}"/>
                </a:ext>
              </a:extLst>
            </p:cNvPr>
            <p:cNvSpPr/>
            <p:nvPr/>
          </p:nvSpPr>
          <p:spPr>
            <a:xfrm>
              <a:off x="594118" y="3674029"/>
              <a:ext cx="2044486" cy="2401633"/>
            </a:xfrm>
            <a:prstGeom prst="rect">
              <a:avLst/>
            </a:prstGeom>
            <a:solidFill>
              <a:schemeClr val="tx1"/>
            </a:solidFill>
            <a:ln>
              <a:solidFill>
                <a:schemeClr val="bg1">
                  <a:lumMod val="50000"/>
                </a:schemeClr>
              </a:solidFill>
            </a:ln>
            <a:effectLst>
              <a:innerShdw blurRad="114300">
                <a:schemeClr val="bg1"/>
              </a:inn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lstStyle/>
            <a:p>
              <a:r>
                <a:rPr lang="en-US" dirty="0">
                  <a:latin typeface="Times New Roman" panose="02020603050405020304" pitchFamily="18" charset="0"/>
                  <a:cs typeface="Times New Roman" panose="02020603050405020304" pitchFamily="18" charset="0"/>
                </a:rPr>
                <a:t>Disadvantages of CNN</a:t>
              </a:r>
            </a:p>
            <a:p>
              <a:endParaRPr lang="en-US" dirty="0">
                <a:latin typeface="Times New Roman" panose="02020603050405020304" pitchFamily="18" charset="0"/>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1.Requires Large Data</a:t>
              </a:r>
            </a:p>
            <a:p>
              <a:r>
                <a:rPr lang="en-US" dirty="0">
                  <a:latin typeface="Times New Roman" panose="02020603050405020304" pitchFamily="18" charset="0"/>
                  <a:cs typeface="Times New Roman" panose="02020603050405020304" pitchFamily="18" charset="0"/>
                </a:rPr>
                <a:t>2.High Computational Cost</a:t>
              </a:r>
            </a:p>
            <a:p>
              <a:r>
                <a:rPr lang="en-US" dirty="0">
                  <a:latin typeface="Times New Roman" panose="02020603050405020304" pitchFamily="18" charset="0"/>
                  <a:cs typeface="Times New Roman" panose="02020603050405020304" pitchFamily="18" charset="0"/>
                </a:rPr>
                <a:t>3.Hard to Interpret</a:t>
              </a:r>
            </a:p>
            <a:p>
              <a:r>
                <a:rPr lang="en-US" dirty="0">
                  <a:latin typeface="Times New Roman" panose="02020603050405020304" pitchFamily="18" charset="0"/>
                  <a:cs typeface="Times New Roman" panose="02020603050405020304" pitchFamily="18" charset="0"/>
                </a:rPr>
                <a:t>4.Not Good for Non-Spatial Data</a:t>
              </a:r>
            </a:p>
            <a:p>
              <a:r>
                <a:rPr lang="en-US" dirty="0">
                  <a:latin typeface="Times New Roman" panose="02020603050405020304" pitchFamily="18" charset="0"/>
                  <a:cs typeface="Times New Roman" panose="02020603050405020304" pitchFamily="18" charset="0"/>
                </a:rPr>
                <a:t>5.Sensitive to Hyperparameters</a:t>
              </a:r>
            </a:p>
            <a:p>
              <a:r>
                <a:rPr lang="en-US" dirty="0">
                  <a:latin typeface="Times New Roman" panose="02020603050405020304" pitchFamily="18" charset="0"/>
                  <a:cs typeface="Times New Roman" panose="02020603050405020304" pitchFamily="18" charset="0"/>
                </a:rPr>
                <a:t>6.Loss of Spatial Information</a:t>
              </a:r>
            </a:p>
          </p:txBody>
        </p:sp>
      </p:grpSp>
      <p:sp>
        <p:nvSpPr>
          <p:cNvPr id="18" name="Title 16">
            <a:extLst>
              <a:ext uri="{FF2B5EF4-FFF2-40B4-BE49-F238E27FC236}">
                <a16:creationId xmlns:a16="http://schemas.microsoft.com/office/drawing/2014/main" id="{A7F94607-0A9C-96FB-6832-01E21EDA42F8}"/>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a:latin typeface="Times New Roman" panose="02020603050405020304" pitchFamily="18" charset="0"/>
                <a:ea typeface="+mn-ea"/>
                <a:cs typeface="Times New Roman" panose="02020603050405020304" pitchFamily="18" charset="0"/>
              </a:rPr>
              <a:t>AI Models</a:t>
            </a:r>
            <a:endParaRPr lang="en-US" sz="3600" dirty="0">
              <a:latin typeface="Times New Roman" panose="02020603050405020304" pitchFamily="18" charset="0"/>
              <a:ea typeface="+mn-ea"/>
              <a:cs typeface="Times New Roman" panose="02020603050405020304" pitchFamily="18" charset="0"/>
            </a:endParaRPr>
          </a:p>
        </p:txBody>
      </p:sp>
      <p:pic>
        <p:nvPicPr>
          <p:cNvPr id="19" name="Graphic 18" descr="Illustrator with solid fill">
            <a:extLst>
              <a:ext uri="{FF2B5EF4-FFF2-40B4-BE49-F238E27FC236}">
                <a16:creationId xmlns:a16="http://schemas.microsoft.com/office/drawing/2014/main" id="{3CC59891-EF36-6A75-7C28-56E665FE5DA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17" name="!!Film_Tabe_1">
            <a:extLst>
              <a:ext uri="{FF2B5EF4-FFF2-40B4-BE49-F238E27FC236}">
                <a16:creationId xmlns:a16="http://schemas.microsoft.com/office/drawing/2014/main" id="{F11A1AB1-2607-E66C-7DF2-C84C45E005AA}"/>
              </a:ext>
            </a:extLst>
          </p:cNvPr>
          <p:cNvGrpSpPr/>
          <p:nvPr/>
        </p:nvGrpSpPr>
        <p:grpSpPr>
          <a:xfrm rot="16200000">
            <a:off x="-10917316" y="2482621"/>
            <a:ext cx="21467809" cy="1961092"/>
            <a:chOff x="-5996785" y="2448454"/>
            <a:chExt cx="21467809" cy="1961092"/>
          </a:xfrm>
          <a:effectLst>
            <a:outerShdw blurRad="12700" dist="50800" dir="2700000" algn="tl" rotWithShape="0">
              <a:schemeClr val="tx1">
                <a:alpha val="40000"/>
              </a:schemeClr>
            </a:outerShdw>
          </a:effectLst>
        </p:grpSpPr>
        <p:grpSp>
          <p:nvGrpSpPr>
            <p:cNvPr id="20" name="Group 19">
              <a:extLst>
                <a:ext uri="{FF2B5EF4-FFF2-40B4-BE49-F238E27FC236}">
                  <a16:creationId xmlns:a16="http://schemas.microsoft.com/office/drawing/2014/main" id="{79928AD3-DD13-E80B-CE21-40FDA6BB7B9A}"/>
                </a:ext>
              </a:extLst>
            </p:cNvPr>
            <p:cNvGrpSpPr/>
            <p:nvPr/>
          </p:nvGrpSpPr>
          <p:grpSpPr>
            <a:xfrm>
              <a:off x="7372077" y="2448455"/>
              <a:ext cx="2738174" cy="1961091"/>
              <a:chOff x="4726913" y="2438401"/>
              <a:chExt cx="2738174" cy="1961091"/>
            </a:xfrm>
          </p:grpSpPr>
          <p:sp>
            <p:nvSpPr>
              <p:cNvPr id="55" name="Graphic 2" descr="Film strip outline">
                <a:extLst>
                  <a:ext uri="{FF2B5EF4-FFF2-40B4-BE49-F238E27FC236}">
                    <a16:creationId xmlns:a16="http://schemas.microsoft.com/office/drawing/2014/main" id="{6D61A20C-1566-DF76-7068-8CD1EEA218B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8B5A2EEF-86F5-4ED5-687E-EFBBA9C2B4E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549818A3-4AC5-82AD-4542-D11BE52ECF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1F01FCE2-3E07-4FF6-FEBF-FAD8A43CDEA3}"/>
                </a:ext>
              </a:extLst>
            </p:cNvPr>
            <p:cNvGrpSpPr/>
            <p:nvPr/>
          </p:nvGrpSpPr>
          <p:grpSpPr>
            <a:xfrm>
              <a:off x="470265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EB5AE8D9-B2C2-F412-F90A-5873891E601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D0AB461C-4BBF-EB3D-27DB-F0406942925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EFD8AB40-1F36-C6DC-93B0-1200E39E036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CE732D80-0704-6415-8B9F-F143FE4DF7E7}"/>
                </a:ext>
              </a:extLst>
            </p:cNvPr>
            <p:cNvGrpSpPr/>
            <p:nvPr/>
          </p:nvGrpSpPr>
          <p:grpSpPr>
            <a:xfrm>
              <a:off x="12732850"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AFE26B4E-3F34-1FCF-62EE-D5B1650089A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DA1D523A-31E4-C122-5567-77B71EEB8E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C527387D-D32F-915C-E983-3822A293F55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434F1240-3E1D-C82F-C631-2564C656A469}"/>
                </a:ext>
              </a:extLst>
            </p:cNvPr>
            <p:cNvGrpSpPr/>
            <p:nvPr/>
          </p:nvGrpSpPr>
          <p:grpSpPr>
            <a:xfrm>
              <a:off x="1006343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9F7FC9BD-2C18-5342-8808-56D51DF06E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85E9A3F5-7577-8167-6734-A18528EE52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70D08A14-EEAD-522B-3C0B-AAB87638767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A8229DAC-1923-20AF-5B04-15288926D70C}"/>
                </a:ext>
              </a:extLst>
            </p:cNvPr>
            <p:cNvGrpSpPr/>
            <p:nvPr/>
          </p:nvGrpSpPr>
          <p:grpSpPr>
            <a:xfrm>
              <a:off x="-3327365" y="2448454"/>
              <a:ext cx="2738174" cy="1961091"/>
              <a:chOff x="4726913" y="2438401"/>
              <a:chExt cx="2738174" cy="1961091"/>
            </a:xfrm>
          </p:grpSpPr>
          <p:sp>
            <p:nvSpPr>
              <p:cNvPr id="43" name="Graphic 2" descr="Film strip outline">
                <a:extLst>
                  <a:ext uri="{FF2B5EF4-FFF2-40B4-BE49-F238E27FC236}">
                    <a16:creationId xmlns:a16="http://schemas.microsoft.com/office/drawing/2014/main" id="{E6F50E7C-DEC6-38EE-890D-B326221EE63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D7847919-C5C9-21A4-13A8-00F1E9C0DA0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A8DF9DD6-9CD8-15D4-F6F1-7FFF2A8BCB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DE46FE23-C94C-FFC9-CD0F-DE5CF41FD023}"/>
                </a:ext>
              </a:extLst>
            </p:cNvPr>
            <p:cNvGrpSpPr/>
            <p:nvPr/>
          </p:nvGrpSpPr>
          <p:grpSpPr>
            <a:xfrm>
              <a:off x="-599678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F43F13B2-B65A-A6D1-D346-0A10E040C84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A887A95F-2909-2CBF-760F-E5F30333353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40D2C1C7-A8DB-16D0-713F-E1E2E589281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3C12EECF-23A3-E7EB-709C-38E56A730AD4}"/>
                </a:ext>
              </a:extLst>
            </p:cNvPr>
            <p:cNvGrpSpPr/>
            <p:nvPr/>
          </p:nvGrpSpPr>
          <p:grpSpPr>
            <a:xfrm>
              <a:off x="2033408" y="2448454"/>
              <a:ext cx="2738174" cy="1961091"/>
              <a:chOff x="4726913" y="2438401"/>
              <a:chExt cx="2738174" cy="1961091"/>
            </a:xfrm>
          </p:grpSpPr>
          <p:sp>
            <p:nvSpPr>
              <p:cNvPr id="34" name="Graphic 2" descr="Film strip outline">
                <a:extLst>
                  <a:ext uri="{FF2B5EF4-FFF2-40B4-BE49-F238E27FC236}">
                    <a16:creationId xmlns:a16="http://schemas.microsoft.com/office/drawing/2014/main" id="{CAA8568E-FD75-3D2E-798C-EBAB8AD0B4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84C29352-B46E-F14A-194F-6D911C0B7D4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CB0A1F63-1200-0E8F-6ADB-26EBD1E419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2738EB9A-97E9-ADFA-0473-EA083F044E78}"/>
                </a:ext>
              </a:extLst>
            </p:cNvPr>
            <p:cNvGrpSpPr/>
            <p:nvPr/>
          </p:nvGrpSpPr>
          <p:grpSpPr>
            <a:xfrm>
              <a:off x="-636012"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4DD6FF05-BE18-1631-202D-255D856D26D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68B44A0B-5BBC-EE79-5524-EE9F8787C40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DF69810C-CB33-C0EB-37B0-2C89F9307E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8" name="!!Film_Tabe_1">
            <a:extLst>
              <a:ext uri="{FF2B5EF4-FFF2-40B4-BE49-F238E27FC236}">
                <a16:creationId xmlns:a16="http://schemas.microsoft.com/office/drawing/2014/main" id="{0877A54C-0666-827D-CA68-E2381081591A}"/>
              </a:ext>
            </a:extLst>
          </p:cNvPr>
          <p:cNvGrpSpPr/>
          <p:nvPr/>
        </p:nvGrpSpPr>
        <p:grpSpPr>
          <a:xfrm rot="16200000">
            <a:off x="1432775" y="2448455"/>
            <a:ext cx="21467809" cy="1961092"/>
            <a:chOff x="-5996785" y="2448454"/>
            <a:chExt cx="21467809" cy="1961092"/>
          </a:xfrm>
          <a:effectLst>
            <a:outerShdw blurRad="12700" dist="50800" dir="2700000" algn="tl" rotWithShape="0">
              <a:schemeClr val="tx1">
                <a:alpha val="40000"/>
              </a:schemeClr>
            </a:outerShdw>
          </a:effectLst>
        </p:grpSpPr>
        <p:grpSp>
          <p:nvGrpSpPr>
            <p:cNvPr id="59" name="Group 58">
              <a:extLst>
                <a:ext uri="{FF2B5EF4-FFF2-40B4-BE49-F238E27FC236}">
                  <a16:creationId xmlns:a16="http://schemas.microsoft.com/office/drawing/2014/main" id="{3B368436-4C83-7FDF-D2FA-8276DA6CC785}"/>
                </a:ext>
              </a:extLst>
            </p:cNvPr>
            <p:cNvGrpSpPr/>
            <p:nvPr/>
          </p:nvGrpSpPr>
          <p:grpSpPr>
            <a:xfrm>
              <a:off x="7372077" y="2448455"/>
              <a:ext cx="2738174" cy="1961091"/>
              <a:chOff x="4726913" y="2438401"/>
              <a:chExt cx="2738174" cy="1961091"/>
            </a:xfrm>
          </p:grpSpPr>
          <p:sp>
            <p:nvSpPr>
              <p:cNvPr id="88" name="Graphic 2" descr="Film strip outline">
                <a:extLst>
                  <a:ext uri="{FF2B5EF4-FFF2-40B4-BE49-F238E27FC236}">
                    <a16:creationId xmlns:a16="http://schemas.microsoft.com/office/drawing/2014/main" id="{C222FFA9-42D4-C187-A9EE-28CE562E6B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0EB72A17-39F1-CE9C-1DC9-1DC3DE397CB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07541499-8B23-A922-E166-11C5B03C0CB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0FF0EE85-510D-CC5C-341A-FA4D294C8991}"/>
                </a:ext>
              </a:extLst>
            </p:cNvPr>
            <p:cNvGrpSpPr/>
            <p:nvPr/>
          </p:nvGrpSpPr>
          <p:grpSpPr>
            <a:xfrm>
              <a:off x="4702657"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53F0B75C-67B6-855C-6B34-A3424EB5C0C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26E48A58-B15B-C854-B798-CE42BBD5412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E772652C-B0D1-8A45-E92F-160DA533D9F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C6809D0F-5FAE-C2CE-B376-D8266D00E43F}"/>
                </a:ext>
              </a:extLst>
            </p:cNvPr>
            <p:cNvGrpSpPr/>
            <p:nvPr/>
          </p:nvGrpSpPr>
          <p:grpSpPr>
            <a:xfrm>
              <a:off x="12732850"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7C91C400-D615-E30F-E3A0-10273B097A0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D9ACB593-F1E0-2DD2-F899-75FF684DD0C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7A51B464-B017-A7FC-C431-1E8323ACA81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AEBDFC4F-4209-E02F-1498-1A629BAAFA59}"/>
                </a:ext>
              </a:extLst>
            </p:cNvPr>
            <p:cNvGrpSpPr/>
            <p:nvPr/>
          </p:nvGrpSpPr>
          <p:grpSpPr>
            <a:xfrm>
              <a:off x="10063430" y="2448455"/>
              <a:ext cx="2738174" cy="1961091"/>
              <a:chOff x="4726913" y="2438401"/>
              <a:chExt cx="2738174" cy="1961091"/>
            </a:xfrm>
          </p:grpSpPr>
          <p:sp>
            <p:nvSpPr>
              <p:cNvPr id="79" name="Graphic 2" descr="Film strip outline">
                <a:extLst>
                  <a:ext uri="{FF2B5EF4-FFF2-40B4-BE49-F238E27FC236}">
                    <a16:creationId xmlns:a16="http://schemas.microsoft.com/office/drawing/2014/main" id="{B807960F-A422-6EB3-0B19-A074EE63585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EF3D3975-E52F-CD6D-9545-E1271D0DA42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601DDC2B-C96C-0058-78AF-201BED6876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A35F58E3-F821-A468-928F-FBDB20F96C26}"/>
                </a:ext>
              </a:extLst>
            </p:cNvPr>
            <p:cNvGrpSpPr/>
            <p:nvPr/>
          </p:nvGrpSpPr>
          <p:grpSpPr>
            <a:xfrm>
              <a:off x="-3327365" y="2448454"/>
              <a:ext cx="2738174" cy="1961091"/>
              <a:chOff x="4726913" y="2438401"/>
              <a:chExt cx="2738174" cy="1961091"/>
            </a:xfrm>
          </p:grpSpPr>
          <p:sp>
            <p:nvSpPr>
              <p:cNvPr id="76" name="Graphic 2" descr="Film strip outline">
                <a:extLst>
                  <a:ext uri="{FF2B5EF4-FFF2-40B4-BE49-F238E27FC236}">
                    <a16:creationId xmlns:a16="http://schemas.microsoft.com/office/drawing/2014/main" id="{5B87672E-D123-8363-2C9F-990997A8C0E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1B0CF933-2B42-4500-6421-7A8CEA7C58F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7A946B4B-DD50-909B-A841-D78BCCC08DE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4" name="Group 63">
              <a:extLst>
                <a:ext uri="{FF2B5EF4-FFF2-40B4-BE49-F238E27FC236}">
                  <a16:creationId xmlns:a16="http://schemas.microsoft.com/office/drawing/2014/main" id="{D2F68C0C-1505-9C77-6898-E601A38E29EE}"/>
                </a:ext>
              </a:extLst>
            </p:cNvPr>
            <p:cNvGrpSpPr/>
            <p:nvPr/>
          </p:nvGrpSpPr>
          <p:grpSpPr>
            <a:xfrm>
              <a:off x="-5996785"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4F158B32-3C8E-DBDD-4FD1-A03894A1ECE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8C35972B-644C-344B-9BCD-CD93663E667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63EAEA01-E1B8-DBDF-7F3B-90B731CB885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5" name="Group 64">
              <a:extLst>
                <a:ext uri="{FF2B5EF4-FFF2-40B4-BE49-F238E27FC236}">
                  <a16:creationId xmlns:a16="http://schemas.microsoft.com/office/drawing/2014/main" id="{153B6C32-CD58-788E-88C4-A4B8C0C1B67C}"/>
                </a:ext>
              </a:extLst>
            </p:cNvPr>
            <p:cNvGrpSpPr/>
            <p:nvPr/>
          </p:nvGrpSpPr>
          <p:grpSpPr>
            <a:xfrm>
              <a:off x="2033408"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F8235D4E-6613-2932-A3D3-64788970ED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5CE1B0D6-6086-5501-F157-263825294E6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890496D0-EE28-0E49-B93B-029064CFAE1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6" name="Group 65">
              <a:extLst>
                <a:ext uri="{FF2B5EF4-FFF2-40B4-BE49-F238E27FC236}">
                  <a16:creationId xmlns:a16="http://schemas.microsoft.com/office/drawing/2014/main" id="{16DDD4CE-22B4-84F5-5045-79717883F746}"/>
                </a:ext>
              </a:extLst>
            </p:cNvPr>
            <p:cNvGrpSpPr/>
            <p:nvPr/>
          </p:nvGrpSpPr>
          <p:grpSpPr>
            <a:xfrm>
              <a:off x="-636012" y="2448454"/>
              <a:ext cx="2738174" cy="1961091"/>
              <a:chOff x="4726913" y="2438401"/>
              <a:chExt cx="2738174" cy="1961091"/>
            </a:xfrm>
          </p:grpSpPr>
          <p:sp>
            <p:nvSpPr>
              <p:cNvPr id="67" name="Graphic 2" descr="Film strip outline">
                <a:extLst>
                  <a:ext uri="{FF2B5EF4-FFF2-40B4-BE49-F238E27FC236}">
                    <a16:creationId xmlns:a16="http://schemas.microsoft.com/office/drawing/2014/main" id="{740A1462-040A-5E2C-3F91-7AF2A007754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A1D6B1BA-76C3-16AE-B754-61EE4AFF48F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C7F267E1-0113-E17B-3864-030BF135929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123724253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fade">
                                      <p:cBhvr>
                                        <p:cTn id="10" dur="500"/>
                                        <p:tgtEl>
                                          <p:spTgt spid="11">
                                            <p:txEl>
                                              <p:pRg st="0" end="0"/>
                                            </p:txEl>
                                          </p:spTgt>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4">
                                            <p:txEl>
                                              <p:pRg st="0" end="0"/>
                                            </p:txEl>
                                          </p:spTgt>
                                        </p:tgtEl>
                                        <p:attrNameLst>
                                          <p:attrName>style.visibility</p:attrName>
                                        </p:attrNameLst>
                                      </p:cBhvr>
                                      <p:to>
                                        <p:strVal val="visible"/>
                                      </p:to>
                                    </p:set>
                                    <p:animEffect transition="in" filter="fade">
                                      <p:cBhvr>
                                        <p:cTn id="17" dur="500"/>
                                        <p:tgtEl>
                                          <p:spTgt spid="14">
                                            <p:txEl>
                                              <p:pRg st="0" end="0"/>
                                            </p:tx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4">
                                            <p:txEl>
                                              <p:pRg st="1" end="1"/>
                                            </p:txEl>
                                          </p:spTgt>
                                        </p:tgtEl>
                                        <p:attrNameLst>
                                          <p:attrName>style.visibility</p:attrName>
                                        </p:attrNameLst>
                                      </p:cBhvr>
                                      <p:to>
                                        <p:strVal val="visible"/>
                                      </p:to>
                                    </p:set>
                                    <p:animEffect transition="in" filter="fade">
                                      <p:cBhvr>
                                        <p:cTn id="20" dur="500"/>
                                        <p:tgtEl>
                                          <p:spTgt spid="14">
                                            <p:txEl>
                                              <p:pRg st="1" end="1"/>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4">
                                            <p:txEl>
                                              <p:pRg st="2" end="2"/>
                                            </p:txEl>
                                          </p:spTgt>
                                        </p:tgtEl>
                                        <p:attrNameLst>
                                          <p:attrName>style.visibility</p:attrName>
                                        </p:attrNameLst>
                                      </p:cBhvr>
                                      <p:to>
                                        <p:strVal val="visible"/>
                                      </p:to>
                                    </p:set>
                                    <p:animEffect transition="in" filter="fade">
                                      <p:cBhvr>
                                        <p:cTn id="23" dur="500"/>
                                        <p:tgtEl>
                                          <p:spTgt spid="14">
                                            <p:txEl>
                                              <p:pRg st="2" end="2"/>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xEl>
                                              <p:pRg st="3" end="3"/>
                                            </p:txEl>
                                          </p:spTgt>
                                        </p:tgtEl>
                                        <p:attrNameLst>
                                          <p:attrName>style.visibility</p:attrName>
                                        </p:attrNameLst>
                                      </p:cBhvr>
                                      <p:to>
                                        <p:strVal val="visible"/>
                                      </p:to>
                                    </p:set>
                                    <p:animEffect transition="in" filter="fade">
                                      <p:cBhvr>
                                        <p:cTn id="26" dur="500"/>
                                        <p:tgtEl>
                                          <p:spTgt spid="14">
                                            <p:txEl>
                                              <p:pRg st="3" end="3"/>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xEl>
                                              <p:pRg st="4" end="4"/>
                                            </p:txEl>
                                          </p:spTgt>
                                        </p:tgtEl>
                                        <p:attrNameLst>
                                          <p:attrName>style.visibility</p:attrName>
                                        </p:attrNameLst>
                                      </p:cBhvr>
                                      <p:to>
                                        <p:strVal val="visible"/>
                                      </p:to>
                                    </p:set>
                                    <p:animEffect transition="in" filter="fade">
                                      <p:cBhvr>
                                        <p:cTn id="29" dur="500"/>
                                        <p:tgtEl>
                                          <p:spTgt spid="14">
                                            <p:txEl>
                                              <p:pRg st="4" end="4"/>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wipe(up)">
                                      <p:cBhvr>
                                        <p:cTn id="34" dur="500"/>
                                        <p:tgtEl>
                                          <p:spTgt spid="25"/>
                                        </p:tgtEl>
                                      </p:cBhvr>
                                    </p:animEffect>
                                  </p:childTnLst>
                                </p:cTn>
                              </p:par>
                              <p:par>
                                <p:cTn id="35" presetID="22" presetClass="entr" presetSubtype="1"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wipe(up)">
                                      <p:cBhvr>
                                        <p:cTn id="3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build="allAtOnce"/>
      <p:bldP spid="13" grpId="0"/>
      <p:bldP spid="12" grpId="0"/>
      <p:bldP spid="14" grpId="0" uiExpand="1" build="allAtOnce"/>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7D192A-4C25-CCF1-A41F-F8D1640F0093}"/>
            </a:ext>
          </a:extLst>
        </p:cNvPr>
        <p:cNvGrpSpPr/>
        <p:nvPr/>
      </p:nvGrpSpPr>
      <p:grpSpPr>
        <a:xfrm>
          <a:off x="0" y="0"/>
          <a:ext cx="0" cy="0"/>
          <a:chOff x="0" y="0"/>
          <a:chExt cx="0" cy="0"/>
        </a:xfrm>
      </p:grpSpPr>
      <p:grpSp>
        <p:nvGrpSpPr>
          <p:cNvPr id="5" name="Group 4">
            <a:extLst>
              <a:ext uri="{FF2B5EF4-FFF2-40B4-BE49-F238E27FC236}">
                <a16:creationId xmlns:a16="http://schemas.microsoft.com/office/drawing/2014/main" id="{0B5040BF-FA80-3E79-90D0-CE222BA091AA}"/>
              </a:ext>
            </a:extLst>
          </p:cNvPr>
          <p:cNvGrpSpPr/>
          <p:nvPr/>
        </p:nvGrpSpPr>
        <p:grpSpPr>
          <a:xfrm>
            <a:off x="8954227" y="-296928"/>
            <a:ext cx="3110871" cy="2429514"/>
            <a:chOff x="4641178" y="491511"/>
            <a:chExt cx="3110871" cy="2429514"/>
          </a:xfrm>
        </p:grpSpPr>
        <p:sp>
          <p:nvSpPr>
            <p:cNvPr id="6" name="Rectangle 5">
              <a:extLst>
                <a:ext uri="{FF2B5EF4-FFF2-40B4-BE49-F238E27FC236}">
                  <a16:creationId xmlns:a16="http://schemas.microsoft.com/office/drawing/2014/main" id="{D986E3D4-C7A0-68E5-4CA7-E4F7C0EE6B26}"/>
                </a:ext>
              </a:extLst>
            </p:cNvPr>
            <p:cNvSpPr/>
            <p:nvPr/>
          </p:nvSpPr>
          <p:spPr>
            <a:xfrm>
              <a:off x="4641178" y="491511"/>
              <a:ext cx="1819914" cy="1819914"/>
            </a:xfrm>
            <a:prstGeom prst="rect">
              <a:avLst/>
            </a:prstGeom>
            <a:solidFill>
              <a:srgbClr val="E7E7E7"/>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 name="Rectangle 6">
              <a:extLst>
                <a:ext uri="{FF2B5EF4-FFF2-40B4-BE49-F238E27FC236}">
                  <a16:creationId xmlns:a16="http://schemas.microsoft.com/office/drawing/2014/main" id="{3CC366A8-0651-ED75-897B-B1176CAF3D5B}"/>
                </a:ext>
              </a:extLst>
            </p:cNvPr>
            <p:cNvSpPr/>
            <p:nvPr/>
          </p:nvSpPr>
          <p:spPr>
            <a:xfrm>
              <a:off x="4963917" y="643911"/>
              <a:ext cx="1819914" cy="1819914"/>
            </a:xfrm>
            <a:prstGeom prst="rect">
              <a:avLst/>
            </a:prstGeom>
            <a:solidFill>
              <a:srgbClr val="E7E7E7"/>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 name="Rectangle 7">
              <a:extLst>
                <a:ext uri="{FF2B5EF4-FFF2-40B4-BE49-F238E27FC236}">
                  <a16:creationId xmlns:a16="http://schemas.microsoft.com/office/drawing/2014/main" id="{3AA724BA-1FD5-8F51-917A-6197879DD88D}"/>
                </a:ext>
              </a:extLst>
            </p:cNvPr>
            <p:cNvSpPr/>
            <p:nvPr/>
          </p:nvSpPr>
          <p:spPr>
            <a:xfrm>
              <a:off x="5286656" y="796311"/>
              <a:ext cx="1819914" cy="1819914"/>
            </a:xfrm>
            <a:prstGeom prst="rect">
              <a:avLst/>
            </a:prstGeom>
            <a:solidFill>
              <a:srgbClr val="E7E7E7"/>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 name="Rectangle 8">
              <a:extLst>
                <a:ext uri="{FF2B5EF4-FFF2-40B4-BE49-F238E27FC236}">
                  <a16:creationId xmlns:a16="http://schemas.microsoft.com/office/drawing/2014/main" id="{535469CF-6961-224C-DD6F-A64C10A4F6CD}"/>
                </a:ext>
              </a:extLst>
            </p:cNvPr>
            <p:cNvSpPr/>
            <p:nvPr/>
          </p:nvSpPr>
          <p:spPr>
            <a:xfrm>
              <a:off x="5609395" y="948711"/>
              <a:ext cx="1819914" cy="1819914"/>
            </a:xfrm>
            <a:prstGeom prst="rect">
              <a:avLst/>
            </a:prstGeom>
            <a:solidFill>
              <a:srgbClr val="E7E7E7"/>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nvGrpSpPr>
            <p:cNvPr id="67" name="Group 66">
              <a:extLst>
                <a:ext uri="{FF2B5EF4-FFF2-40B4-BE49-F238E27FC236}">
                  <a16:creationId xmlns:a16="http://schemas.microsoft.com/office/drawing/2014/main" id="{FD4A2E87-2DB9-C119-EFA1-FA88A72D39DE}"/>
                </a:ext>
              </a:extLst>
            </p:cNvPr>
            <p:cNvGrpSpPr>
              <a:grpSpLocks/>
            </p:cNvGrpSpPr>
            <p:nvPr/>
          </p:nvGrpSpPr>
          <p:grpSpPr>
            <a:xfrm>
              <a:off x="5932135" y="1101111"/>
              <a:ext cx="1819914" cy="1819914"/>
              <a:chOff x="3073907" y="3802557"/>
              <a:chExt cx="1000125" cy="1000125"/>
            </a:xfrm>
          </p:grpSpPr>
          <p:sp>
            <p:nvSpPr>
              <p:cNvPr id="68" name="Rectangle 67">
                <a:extLst>
                  <a:ext uri="{FF2B5EF4-FFF2-40B4-BE49-F238E27FC236}">
                    <a16:creationId xmlns:a16="http://schemas.microsoft.com/office/drawing/2014/main" id="{85FB0F0F-CF27-3058-E1D0-4BB1FFEB844B}"/>
                  </a:ext>
                </a:extLst>
              </p:cNvPr>
              <p:cNvSpPr/>
              <p:nvPr/>
            </p:nvSpPr>
            <p:spPr>
              <a:xfrm>
                <a:off x="3073907" y="3802557"/>
                <a:ext cx="1000125" cy="1000125"/>
              </a:xfrm>
              <a:prstGeom prst="rect">
                <a:avLst/>
              </a:prstGeom>
              <a:solidFill>
                <a:srgbClr val="E7E7E7"/>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0" name="Rectangle 69">
                <a:extLst>
                  <a:ext uri="{FF2B5EF4-FFF2-40B4-BE49-F238E27FC236}">
                    <a16:creationId xmlns:a16="http://schemas.microsoft.com/office/drawing/2014/main" id="{E6C8A381-94D6-3119-1AFA-DCDC4E6D1E95}"/>
                  </a:ext>
                </a:extLst>
              </p:cNvPr>
              <p:cNvSpPr/>
              <p:nvPr/>
            </p:nvSpPr>
            <p:spPr>
              <a:xfrm>
                <a:off x="3231069" y="3959719"/>
                <a:ext cx="685799" cy="685799"/>
              </a:xfrm>
              <a:prstGeom prst="rect">
                <a:avLst/>
              </a:prstGeom>
              <a:solidFill>
                <a:schemeClr val="bg2">
                  <a:lumMod val="50000"/>
                  <a:alpha val="30000"/>
                </a:schemeClr>
              </a:solidFill>
              <a:ln>
                <a:solidFill>
                  <a:schemeClr val="bg2">
                    <a:lumMod val="75000"/>
                    <a:alpha val="42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sp>
        <p:nvSpPr>
          <p:cNvPr id="12" name="Freeform 3">
            <a:extLst>
              <a:ext uri="{FF2B5EF4-FFF2-40B4-BE49-F238E27FC236}">
                <a16:creationId xmlns:a16="http://schemas.microsoft.com/office/drawing/2014/main" id="{80C1D2C9-2DFC-784F-974C-857320B2CE11}"/>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endParaRPr lang="en-AS" dirty="0"/>
          </a:p>
        </p:txBody>
      </p:sp>
      <p:sp>
        <p:nvSpPr>
          <p:cNvPr id="10" name="Slide Number Placeholder 24">
            <a:extLst>
              <a:ext uri="{FF2B5EF4-FFF2-40B4-BE49-F238E27FC236}">
                <a16:creationId xmlns:a16="http://schemas.microsoft.com/office/drawing/2014/main" id="{07510E09-F6BE-DD9D-306A-01ACB3D5581A}"/>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32</a:t>
            </a:fld>
            <a:endParaRPr lang="en-AS" dirty="0"/>
          </a:p>
        </p:txBody>
      </p:sp>
      <p:sp>
        <p:nvSpPr>
          <p:cNvPr id="11" name="Sub_Title">
            <a:extLst>
              <a:ext uri="{FF2B5EF4-FFF2-40B4-BE49-F238E27FC236}">
                <a16:creationId xmlns:a16="http://schemas.microsoft.com/office/drawing/2014/main" id="{0FCB33A1-1126-32F4-7067-FF242A802B29}"/>
              </a:ext>
            </a:extLst>
          </p:cNvPr>
          <p:cNvSpPr txBox="1">
            <a:spLocks noGrp="1" noRot="1" noMove="1" noResize="1" noEditPoints="1" noAdjustHandles="1" noChangeArrowheads="1" noChangeShapeType="1"/>
          </p:cNvSpPr>
          <p:nvPr>
            <p:ph type="title" idx="4294967295"/>
          </p:nvPr>
        </p:nvSpPr>
        <p:spPr>
          <a:xfrm>
            <a:off x="1239915" y="818123"/>
            <a:ext cx="4179668" cy="56002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15000"/>
              </a:lnSpc>
              <a:spcBef>
                <a:spcPts val="0"/>
              </a:spcBef>
              <a:spcAft>
                <a:spcPts val="800"/>
              </a:spcAft>
              <a:buClrTx/>
              <a:buSzTx/>
              <a:buFontTx/>
              <a:buNone/>
              <a:tabLst/>
              <a:defRPr/>
            </a:pPr>
            <a:r>
              <a:rPr kumimoji="0" lang="en-US" sz="2800" b="0" i="0" u="none" strike="noStrike" kern="1200" cap="none" spc="0" normalizeH="0" baseline="0" noProof="0" dirty="0">
                <a:ln>
                  <a:noFill/>
                </a:ln>
                <a:solidFill>
                  <a:schemeClr val="tx1"/>
                </a:solidFill>
                <a:effectLst/>
                <a:uLnTx/>
                <a:uFillTx/>
                <a:latin typeface="Times New Roman" panose="02020603050405020304" pitchFamily="18" charset="0"/>
                <a:ea typeface="+mj-ea"/>
                <a:cs typeface="Times New Roman" panose="02020603050405020304" pitchFamily="18" charset="0"/>
              </a:rPr>
              <a:t>CNN Architecture </a:t>
            </a:r>
            <a:endParaRPr kumimoji="0" lang="en-AS" sz="2800" b="0" i="0" u="none" strike="noStrike" kern="100" cap="none" spc="0" normalizeH="0" baseline="0" noProof="0" dirty="0">
              <a:ln>
                <a:noFill/>
              </a:ln>
              <a:solidFill>
                <a:schemeClr val="tx1"/>
              </a:solidFill>
              <a:effectLst/>
              <a:uLnTx/>
              <a:uFillTx/>
              <a:latin typeface="Times New Roman" panose="02020603050405020304" pitchFamily="18" charset="0"/>
              <a:ea typeface="Aptos" panose="020B0004020202020204" pitchFamily="34" charset="0"/>
              <a:cs typeface="Times New Roman" panose="02020603050405020304" pitchFamily="18" charset="0"/>
            </a:endParaRPr>
          </a:p>
        </p:txBody>
      </p:sp>
      <p:sp>
        <p:nvSpPr>
          <p:cNvPr id="86" name="input">
            <a:extLst>
              <a:ext uri="{FF2B5EF4-FFF2-40B4-BE49-F238E27FC236}">
                <a16:creationId xmlns:a16="http://schemas.microsoft.com/office/drawing/2014/main" id="{DC2F0A49-5F4C-CDE9-BA8C-1BA89CF72F1F}"/>
              </a:ext>
            </a:extLst>
          </p:cNvPr>
          <p:cNvSpPr txBox="1"/>
          <p:nvPr/>
        </p:nvSpPr>
        <p:spPr>
          <a:xfrm>
            <a:off x="470087" y="5443957"/>
            <a:ext cx="796980"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Input</a:t>
            </a:r>
            <a:endParaRPr lang="en-AS" dirty="0">
              <a:latin typeface="Times New Roman" panose="02020603050405020304" pitchFamily="18" charset="0"/>
              <a:cs typeface="Times New Roman" panose="02020603050405020304" pitchFamily="18" charset="0"/>
            </a:endParaRPr>
          </a:p>
        </p:txBody>
      </p:sp>
      <p:grpSp>
        <p:nvGrpSpPr>
          <p:cNvPr id="80" name="F1">
            <a:extLst>
              <a:ext uri="{FF2B5EF4-FFF2-40B4-BE49-F238E27FC236}">
                <a16:creationId xmlns:a16="http://schemas.microsoft.com/office/drawing/2014/main" id="{63F787A6-43B1-AD80-6723-0A70B477D712}"/>
              </a:ext>
            </a:extLst>
          </p:cNvPr>
          <p:cNvGrpSpPr/>
          <p:nvPr/>
        </p:nvGrpSpPr>
        <p:grpSpPr>
          <a:xfrm>
            <a:off x="2007107" y="2735757"/>
            <a:ext cx="1000125" cy="1000125"/>
            <a:chOff x="4410076" y="2124075"/>
            <a:chExt cx="1000125" cy="1000125"/>
          </a:xfrm>
        </p:grpSpPr>
        <p:sp>
          <p:nvSpPr>
            <p:cNvPr id="478" name="Rectangle 477">
              <a:extLst>
                <a:ext uri="{FF2B5EF4-FFF2-40B4-BE49-F238E27FC236}">
                  <a16:creationId xmlns:a16="http://schemas.microsoft.com/office/drawing/2014/main" id="{CFA85013-6F83-F3E4-AF33-81476BCF5767}"/>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88" name="Rectangle 487">
              <a:extLst>
                <a:ext uri="{FF2B5EF4-FFF2-40B4-BE49-F238E27FC236}">
                  <a16:creationId xmlns:a16="http://schemas.microsoft.com/office/drawing/2014/main" id="{7CAB476A-13EF-BEA6-2BE5-13AE6C147130}"/>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02" name="F2">
            <a:extLst>
              <a:ext uri="{FF2B5EF4-FFF2-40B4-BE49-F238E27FC236}">
                <a16:creationId xmlns:a16="http://schemas.microsoft.com/office/drawing/2014/main" id="{077E0004-CEDB-C3CE-5698-D1819CC2222A}"/>
              </a:ext>
            </a:extLst>
          </p:cNvPr>
          <p:cNvGrpSpPr/>
          <p:nvPr/>
        </p:nvGrpSpPr>
        <p:grpSpPr>
          <a:xfrm>
            <a:off x="2159507" y="2888157"/>
            <a:ext cx="1000125" cy="1000125"/>
            <a:chOff x="4410076" y="2124075"/>
            <a:chExt cx="1000125" cy="1000125"/>
          </a:xfrm>
        </p:grpSpPr>
        <p:sp>
          <p:nvSpPr>
            <p:cNvPr id="103" name="Rectangle 102">
              <a:extLst>
                <a:ext uri="{FF2B5EF4-FFF2-40B4-BE49-F238E27FC236}">
                  <a16:creationId xmlns:a16="http://schemas.microsoft.com/office/drawing/2014/main" id="{BBFB1808-91DB-3822-4B3C-11E43C1DA380}"/>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4" name="Rectangle 103">
              <a:extLst>
                <a:ext uri="{FF2B5EF4-FFF2-40B4-BE49-F238E27FC236}">
                  <a16:creationId xmlns:a16="http://schemas.microsoft.com/office/drawing/2014/main" id="{56A937CE-2B80-5427-CC0F-9CF64CD7B3BB}"/>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05" name="F3">
            <a:extLst>
              <a:ext uri="{FF2B5EF4-FFF2-40B4-BE49-F238E27FC236}">
                <a16:creationId xmlns:a16="http://schemas.microsoft.com/office/drawing/2014/main" id="{CE5C3002-8508-83BF-7DD2-84CC99541C17}"/>
              </a:ext>
            </a:extLst>
          </p:cNvPr>
          <p:cNvGrpSpPr/>
          <p:nvPr/>
        </p:nvGrpSpPr>
        <p:grpSpPr>
          <a:xfrm>
            <a:off x="2311907" y="3040557"/>
            <a:ext cx="1000125" cy="1000125"/>
            <a:chOff x="4410076" y="2124075"/>
            <a:chExt cx="1000125" cy="1000125"/>
          </a:xfrm>
        </p:grpSpPr>
        <p:sp>
          <p:nvSpPr>
            <p:cNvPr id="106" name="Rectangle 105">
              <a:extLst>
                <a:ext uri="{FF2B5EF4-FFF2-40B4-BE49-F238E27FC236}">
                  <a16:creationId xmlns:a16="http://schemas.microsoft.com/office/drawing/2014/main" id="{874B2AE0-1A41-1724-4EB5-8DC7D6145D2D}"/>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7" name="Rectangle 106">
              <a:extLst>
                <a:ext uri="{FF2B5EF4-FFF2-40B4-BE49-F238E27FC236}">
                  <a16:creationId xmlns:a16="http://schemas.microsoft.com/office/drawing/2014/main" id="{3FD9B938-5840-790D-558F-036E71F8597F}"/>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08" name="F4">
            <a:extLst>
              <a:ext uri="{FF2B5EF4-FFF2-40B4-BE49-F238E27FC236}">
                <a16:creationId xmlns:a16="http://schemas.microsoft.com/office/drawing/2014/main" id="{B8E0857D-8BE6-E021-1931-A112CD29BE7C}"/>
              </a:ext>
            </a:extLst>
          </p:cNvPr>
          <p:cNvGrpSpPr/>
          <p:nvPr/>
        </p:nvGrpSpPr>
        <p:grpSpPr>
          <a:xfrm>
            <a:off x="2464307" y="3192957"/>
            <a:ext cx="1000125" cy="1000125"/>
            <a:chOff x="4410076" y="2124075"/>
            <a:chExt cx="1000125" cy="1000125"/>
          </a:xfrm>
        </p:grpSpPr>
        <p:sp>
          <p:nvSpPr>
            <p:cNvPr id="109" name="Rectangle 108">
              <a:extLst>
                <a:ext uri="{FF2B5EF4-FFF2-40B4-BE49-F238E27FC236}">
                  <a16:creationId xmlns:a16="http://schemas.microsoft.com/office/drawing/2014/main" id="{FC9018E5-0171-7704-3AED-C214BC4CEF7F}"/>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0" name="Rectangle 109">
              <a:extLst>
                <a:ext uri="{FF2B5EF4-FFF2-40B4-BE49-F238E27FC236}">
                  <a16:creationId xmlns:a16="http://schemas.microsoft.com/office/drawing/2014/main" id="{92BF54F9-59D3-6F21-36C5-0E5E11976566}"/>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11" name="F5">
            <a:extLst>
              <a:ext uri="{FF2B5EF4-FFF2-40B4-BE49-F238E27FC236}">
                <a16:creationId xmlns:a16="http://schemas.microsoft.com/office/drawing/2014/main" id="{4D08679F-6AD8-8E19-082A-FD3E9A9AB5CC}"/>
              </a:ext>
            </a:extLst>
          </p:cNvPr>
          <p:cNvGrpSpPr/>
          <p:nvPr/>
        </p:nvGrpSpPr>
        <p:grpSpPr>
          <a:xfrm>
            <a:off x="2616707" y="3345357"/>
            <a:ext cx="1000125" cy="1000125"/>
            <a:chOff x="4410076" y="2124075"/>
            <a:chExt cx="1000125" cy="1000125"/>
          </a:xfrm>
        </p:grpSpPr>
        <p:sp>
          <p:nvSpPr>
            <p:cNvPr id="112" name="Rectangle 111">
              <a:extLst>
                <a:ext uri="{FF2B5EF4-FFF2-40B4-BE49-F238E27FC236}">
                  <a16:creationId xmlns:a16="http://schemas.microsoft.com/office/drawing/2014/main" id="{7D5BBE1A-B390-FAD2-47D3-15708B5D734E}"/>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3" name="Rectangle 112">
              <a:extLst>
                <a:ext uri="{FF2B5EF4-FFF2-40B4-BE49-F238E27FC236}">
                  <a16:creationId xmlns:a16="http://schemas.microsoft.com/office/drawing/2014/main" id="{C7060B24-9497-98BC-6087-7C993FC73051}"/>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14" name="F6">
            <a:extLst>
              <a:ext uri="{FF2B5EF4-FFF2-40B4-BE49-F238E27FC236}">
                <a16:creationId xmlns:a16="http://schemas.microsoft.com/office/drawing/2014/main" id="{FC3965A7-19AE-9791-248C-914E5501AA66}"/>
              </a:ext>
            </a:extLst>
          </p:cNvPr>
          <p:cNvGrpSpPr/>
          <p:nvPr/>
        </p:nvGrpSpPr>
        <p:grpSpPr>
          <a:xfrm>
            <a:off x="2769107" y="3497757"/>
            <a:ext cx="1000125" cy="1000125"/>
            <a:chOff x="4410076" y="2124075"/>
            <a:chExt cx="1000125" cy="1000125"/>
          </a:xfrm>
        </p:grpSpPr>
        <p:sp>
          <p:nvSpPr>
            <p:cNvPr id="115" name="Rectangle 114">
              <a:extLst>
                <a:ext uri="{FF2B5EF4-FFF2-40B4-BE49-F238E27FC236}">
                  <a16:creationId xmlns:a16="http://schemas.microsoft.com/office/drawing/2014/main" id="{FB705853-448A-284F-1A86-56EFE571D194}"/>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6" name="Rectangle 115">
              <a:extLst>
                <a:ext uri="{FF2B5EF4-FFF2-40B4-BE49-F238E27FC236}">
                  <a16:creationId xmlns:a16="http://schemas.microsoft.com/office/drawing/2014/main" id="{05D83EBB-DD25-6872-0C76-21778DE813DF}"/>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17" name="F7">
            <a:extLst>
              <a:ext uri="{FF2B5EF4-FFF2-40B4-BE49-F238E27FC236}">
                <a16:creationId xmlns:a16="http://schemas.microsoft.com/office/drawing/2014/main" id="{162F05FC-DD2F-7A2F-0289-535B155D4A22}"/>
              </a:ext>
            </a:extLst>
          </p:cNvPr>
          <p:cNvGrpSpPr/>
          <p:nvPr/>
        </p:nvGrpSpPr>
        <p:grpSpPr>
          <a:xfrm>
            <a:off x="2921507" y="3650157"/>
            <a:ext cx="1000125" cy="1000125"/>
            <a:chOff x="4410076" y="2124075"/>
            <a:chExt cx="1000125" cy="1000125"/>
          </a:xfrm>
        </p:grpSpPr>
        <p:sp>
          <p:nvSpPr>
            <p:cNvPr id="118" name="Rectangle 117">
              <a:extLst>
                <a:ext uri="{FF2B5EF4-FFF2-40B4-BE49-F238E27FC236}">
                  <a16:creationId xmlns:a16="http://schemas.microsoft.com/office/drawing/2014/main" id="{0B17235D-7DD2-C00B-7E1C-EAC94E9DA207}"/>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19" name="Rectangle 118">
              <a:extLst>
                <a:ext uri="{FF2B5EF4-FFF2-40B4-BE49-F238E27FC236}">
                  <a16:creationId xmlns:a16="http://schemas.microsoft.com/office/drawing/2014/main" id="{9C634B01-960C-396E-82AB-8B01606431D7}"/>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20" name="F8">
            <a:extLst>
              <a:ext uri="{FF2B5EF4-FFF2-40B4-BE49-F238E27FC236}">
                <a16:creationId xmlns:a16="http://schemas.microsoft.com/office/drawing/2014/main" id="{F69C5104-8875-1652-337A-52FC4E5A5109}"/>
              </a:ext>
            </a:extLst>
          </p:cNvPr>
          <p:cNvGrpSpPr/>
          <p:nvPr/>
        </p:nvGrpSpPr>
        <p:grpSpPr>
          <a:xfrm>
            <a:off x="3073907" y="3802557"/>
            <a:ext cx="1000125" cy="1000125"/>
            <a:chOff x="4410076" y="2124075"/>
            <a:chExt cx="1000125" cy="1000125"/>
          </a:xfrm>
        </p:grpSpPr>
        <p:sp>
          <p:nvSpPr>
            <p:cNvPr id="121" name="Rectangle 120">
              <a:extLst>
                <a:ext uri="{FF2B5EF4-FFF2-40B4-BE49-F238E27FC236}">
                  <a16:creationId xmlns:a16="http://schemas.microsoft.com/office/drawing/2014/main" id="{93027A70-52E8-A199-3214-0241170C8015}"/>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2" name="Rectangle 121">
              <a:extLst>
                <a:ext uri="{FF2B5EF4-FFF2-40B4-BE49-F238E27FC236}">
                  <a16:creationId xmlns:a16="http://schemas.microsoft.com/office/drawing/2014/main" id="{89038DCB-0C27-2BA6-BC6D-76A559AD8D9A}"/>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mc:AlternateContent xmlns:mc="http://schemas.openxmlformats.org/markup-compatibility/2006" xmlns:a14="http://schemas.microsoft.com/office/drawing/2010/main">
        <mc:Choice Requires="a14">
          <p:sp>
            <p:nvSpPr>
              <p:cNvPr id="85" name="1 Channels">
                <a:extLst>
                  <a:ext uri="{FF2B5EF4-FFF2-40B4-BE49-F238E27FC236}">
                    <a16:creationId xmlns:a16="http://schemas.microsoft.com/office/drawing/2014/main" id="{CB30CEA7-6C53-493A-0CA7-39E2287C9E5E}"/>
                  </a:ext>
                </a:extLst>
              </p:cNvPr>
              <p:cNvSpPr txBox="1"/>
              <p:nvPr/>
            </p:nvSpPr>
            <p:spPr>
              <a:xfrm>
                <a:off x="2486336" y="5443957"/>
                <a:ext cx="1686825" cy="369332"/>
              </a:xfrm>
              <a:prstGeom prst="rect">
                <a:avLst/>
              </a:prstGeom>
              <a:noFill/>
            </p:spPr>
            <p:txBody>
              <a:bodyPr wrap="square" rtlCol="0">
                <a:spAutoFit/>
              </a:bodyPr>
              <a:lstStyle/>
              <a:p>
                <a:pPr algn="ctr"/>
                <a14:m>
                  <m:oMath xmlns:m="http://schemas.openxmlformats.org/officeDocument/2006/math">
                    <m:sSub>
                      <m:sSubPr>
                        <m:ctrlPr>
                          <a:rPr lang="en-US" b="0" i="1" dirty="0" smtClean="0">
                            <a:latin typeface="Cambria Math" panose="02040503050406030204" pitchFamily="18" charset="0"/>
                          </a:rPr>
                        </m:ctrlPr>
                      </m:sSubPr>
                      <m:e>
                        <m:r>
                          <a:rPr lang="en-US" b="0" i="1" dirty="0" smtClean="0">
                            <a:latin typeface="Cambria Math" panose="02040503050406030204" pitchFamily="18" charset="0"/>
                          </a:rPr>
                          <m:t>𝑛</m:t>
                        </m:r>
                      </m:e>
                      <m:sub>
                        <m:r>
                          <a:rPr lang="en-US" b="0" i="1" dirty="0" smtClean="0">
                            <a:latin typeface="Cambria Math" panose="02040503050406030204" pitchFamily="18" charset="0"/>
                          </a:rPr>
                          <m:t>1</m:t>
                        </m:r>
                      </m:sub>
                    </m:sSub>
                  </m:oMath>
                </a14:m>
                <a:r>
                  <a:rPr lang="en-US" dirty="0"/>
                  <a:t> </a:t>
                </a:r>
                <a:r>
                  <a:rPr lang="en-US" dirty="0">
                    <a:latin typeface="Times New Roman" panose="02020603050405020304" pitchFamily="18" charset="0"/>
                    <a:cs typeface="Times New Roman" panose="02020603050405020304" pitchFamily="18" charset="0"/>
                  </a:rPr>
                  <a:t>Channels</a:t>
                </a:r>
                <a:endParaRPr lang="en-AS" dirty="0">
                  <a:latin typeface="Times New Roman" panose="02020603050405020304" pitchFamily="18" charset="0"/>
                  <a:cs typeface="Times New Roman" panose="02020603050405020304" pitchFamily="18" charset="0"/>
                </a:endParaRPr>
              </a:p>
            </p:txBody>
          </p:sp>
        </mc:Choice>
        <mc:Fallback xmlns="">
          <p:sp>
            <p:nvSpPr>
              <p:cNvPr id="85" name="1 Channels">
                <a:extLst>
                  <a:ext uri="{FF2B5EF4-FFF2-40B4-BE49-F238E27FC236}">
                    <a16:creationId xmlns:a16="http://schemas.microsoft.com/office/drawing/2014/main" id="{CB30CEA7-6C53-493A-0CA7-39E2287C9E5E}"/>
                  </a:ext>
                </a:extLst>
              </p:cNvPr>
              <p:cNvSpPr txBox="1">
                <a:spLocks noRot="1" noChangeAspect="1" noMove="1" noResize="1" noEditPoints="1" noAdjustHandles="1" noChangeArrowheads="1" noChangeShapeType="1" noTextEdit="1"/>
              </p:cNvSpPr>
              <p:nvPr/>
            </p:nvSpPr>
            <p:spPr>
              <a:xfrm>
                <a:off x="2486336" y="5443957"/>
                <a:ext cx="1686825" cy="369332"/>
              </a:xfrm>
              <a:prstGeom prst="rect">
                <a:avLst/>
              </a:prstGeom>
              <a:blipFill>
                <a:blip r:embed="rId4"/>
                <a:stretch>
                  <a:fillRect t="-9836" b="-22951"/>
                </a:stretch>
              </a:blipFill>
            </p:spPr>
            <p:txBody>
              <a:bodyPr/>
              <a:lstStyle/>
              <a:p>
                <a:r>
                  <a:rPr lang="en-AS">
                    <a:noFill/>
                  </a:rPr>
                  <a:t> </a:t>
                </a:r>
              </a:p>
            </p:txBody>
          </p:sp>
        </mc:Fallback>
      </mc:AlternateContent>
      <p:sp>
        <p:nvSpPr>
          <p:cNvPr id="126" name="Blue_Fram_1">
            <a:extLst>
              <a:ext uri="{FF2B5EF4-FFF2-40B4-BE49-F238E27FC236}">
                <a16:creationId xmlns:a16="http://schemas.microsoft.com/office/drawing/2014/main" id="{CF94D1F1-0D42-68BE-9937-02C22B9F4C23}"/>
              </a:ext>
            </a:extLst>
          </p:cNvPr>
          <p:cNvSpPr/>
          <p:nvPr/>
        </p:nvSpPr>
        <p:spPr>
          <a:xfrm>
            <a:off x="4187880" y="29864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127" name="Blue_Fram_2">
            <a:extLst>
              <a:ext uri="{FF2B5EF4-FFF2-40B4-BE49-F238E27FC236}">
                <a16:creationId xmlns:a16="http://schemas.microsoft.com/office/drawing/2014/main" id="{8F5995B4-CCAB-A838-236B-D277CAA357C9}"/>
              </a:ext>
            </a:extLst>
          </p:cNvPr>
          <p:cNvSpPr/>
          <p:nvPr/>
        </p:nvSpPr>
        <p:spPr>
          <a:xfrm>
            <a:off x="4340280" y="31388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8" name="Blue_Fram_3">
            <a:extLst>
              <a:ext uri="{FF2B5EF4-FFF2-40B4-BE49-F238E27FC236}">
                <a16:creationId xmlns:a16="http://schemas.microsoft.com/office/drawing/2014/main" id="{69F19698-75FF-FC75-9810-7FD18E441AFC}"/>
              </a:ext>
            </a:extLst>
          </p:cNvPr>
          <p:cNvSpPr/>
          <p:nvPr/>
        </p:nvSpPr>
        <p:spPr>
          <a:xfrm>
            <a:off x="4492680" y="32912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29" name="Blue_Fram_4">
            <a:extLst>
              <a:ext uri="{FF2B5EF4-FFF2-40B4-BE49-F238E27FC236}">
                <a16:creationId xmlns:a16="http://schemas.microsoft.com/office/drawing/2014/main" id="{F5C4CBE2-91FC-FE1A-A4DA-BCBEFB29D705}"/>
              </a:ext>
            </a:extLst>
          </p:cNvPr>
          <p:cNvSpPr/>
          <p:nvPr/>
        </p:nvSpPr>
        <p:spPr>
          <a:xfrm>
            <a:off x="4645080" y="34436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130" name="Blue_Fram_5">
            <a:extLst>
              <a:ext uri="{FF2B5EF4-FFF2-40B4-BE49-F238E27FC236}">
                <a16:creationId xmlns:a16="http://schemas.microsoft.com/office/drawing/2014/main" id="{AB3C2F24-7608-E122-B75F-93FF3ADFDCE5}"/>
              </a:ext>
            </a:extLst>
          </p:cNvPr>
          <p:cNvSpPr/>
          <p:nvPr/>
        </p:nvSpPr>
        <p:spPr>
          <a:xfrm>
            <a:off x="4797480" y="35960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1" name="Blue_Fram_6">
            <a:extLst>
              <a:ext uri="{FF2B5EF4-FFF2-40B4-BE49-F238E27FC236}">
                <a16:creationId xmlns:a16="http://schemas.microsoft.com/office/drawing/2014/main" id="{F4F81A9D-94F6-7245-E26E-0A90D6D29088}"/>
              </a:ext>
            </a:extLst>
          </p:cNvPr>
          <p:cNvSpPr/>
          <p:nvPr/>
        </p:nvSpPr>
        <p:spPr>
          <a:xfrm>
            <a:off x="4949880" y="37484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3" name="Blue_Fram_7">
            <a:extLst>
              <a:ext uri="{FF2B5EF4-FFF2-40B4-BE49-F238E27FC236}">
                <a16:creationId xmlns:a16="http://schemas.microsoft.com/office/drawing/2014/main" id="{39513F2A-C1C8-5596-ED03-E3205E83072C}"/>
              </a:ext>
            </a:extLst>
          </p:cNvPr>
          <p:cNvSpPr/>
          <p:nvPr/>
        </p:nvSpPr>
        <p:spPr>
          <a:xfrm>
            <a:off x="5102280" y="39008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4" name="Blue_Fram_8">
            <a:extLst>
              <a:ext uri="{FF2B5EF4-FFF2-40B4-BE49-F238E27FC236}">
                <a16:creationId xmlns:a16="http://schemas.microsoft.com/office/drawing/2014/main" id="{81E640E4-BEB5-3BD6-BDE8-0B4EAFB60D7E}"/>
              </a:ext>
            </a:extLst>
          </p:cNvPr>
          <p:cNvSpPr/>
          <p:nvPr/>
        </p:nvSpPr>
        <p:spPr>
          <a:xfrm>
            <a:off x="5254680" y="4053268"/>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mc:AlternateContent xmlns:mc="http://schemas.openxmlformats.org/markup-compatibility/2006" xmlns:a14="http://schemas.microsoft.com/office/drawing/2010/main">
        <mc:Choice Requires="a14">
          <p:sp>
            <p:nvSpPr>
              <p:cNvPr id="87" name="1` Channels">
                <a:extLst>
                  <a:ext uri="{FF2B5EF4-FFF2-40B4-BE49-F238E27FC236}">
                    <a16:creationId xmlns:a16="http://schemas.microsoft.com/office/drawing/2014/main" id="{5F98A105-5FFE-08E1-4E43-F4A08A5609A7}"/>
                  </a:ext>
                </a:extLst>
              </p:cNvPr>
              <p:cNvSpPr txBox="1"/>
              <p:nvPr/>
            </p:nvSpPr>
            <p:spPr>
              <a:xfrm>
                <a:off x="4546514" y="5443957"/>
                <a:ext cx="1686825" cy="369332"/>
              </a:xfrm>
              <a:prstGeom prst="rect">
                <a:avLst/>
              </a:prstGeom>
              <a:noFill/>
            </p:spPr>
            <p:txBody>
              <a:bodyPr wrap="square" rtlCol="0">
                <a:spAutoFit/>
              </a:bodyPr>
              <a:lstStyle/>
              <a:p>
                <a:pPr algn="ctr"/>
                <a14:m>
                  <m:oMath xmlns:m="http://schemas.openxmlformats.org/officeDocument/2006/math">
                    <m:sSub>
                      <m:sSubPr>
                        <m:ctrlPr>
                          <a:rPr lang="en-US" b="0" i="1" dirty="0" smtClean="0">
                            <a:latin typeface="Cambria Math" panose="02040503050406030204" pitchFamily="18" charset="0"/>
                          </a:rPr>
                        </m:ctrlPr>
                      </m:sSubPr>
                      <m:e>
                        <m:r>
                          <a:rPr lang="en-US" b="0" i="1" dirty="0" smtClean="0">
                            <a:latin typeface="Cambria Math" panose="02040503050406030204" pitchFamily="18" charset="0"/>
                          </a:rPr>
                          <m:t>𝑛</m:t>
                        </m:r>
                      </m:e>
                      <m:sub>
                        <m:r>
                          <a:rPr lang="en-US" b="0" i="1" dirty="0" smtClean="0">
                            <a:latin typeface="Cambria Math" panose="02040503050406030204" pitchFamily="18" charset="0"/>
                          </a:rPr>
                          <m:t>1</m:t>
                        </m:r>
                      </m:sub>
                    </m:sSub>
                  </m:oMath>
                </a14:m>
                <a:r>
                  <a:rPr lang="en-US" dirty="0"/>
                  <a:t> </a:t>
                </a:r>
                <a:r>
                  <a:rPr lang="en-US" dirty="0">
                    <a:latin typeface="Times New Roman" panose="02020603050405020304" pitchFamily="18" charset="0"/>
                    <a:cs typeface="Times New Roman" panose="02020603050405020304" pitchFamily="18" charset="0"/>
                  </a:rPr>
                  <a:t>Channels</a:t>
                </a:r>
                <a:endParaRPr lang="en-AS" dirty="0">
                  <a:latin typeface="Times New Roman" panose="02020603050405020304" pitchFamily="18" charset="0"/>
                  <a:cs typeface="Times New Roman" panose="02020603050405020304" pitchFamily="18" charset="0"/>
                </a:endParaRPr>
              </a:p>
            </p:txBody>
          </p:sp>
        </mc:Choice>
        <mc:Fallback xmlns="">
          <p:sp>
            <p:nvSpPr>
              <p:cNvPr id="87" name="1` Channels">
                <a:extLst>
                  <a:ext uri="{FF2B5EF4-FFF2-40B4-BE49-F238E27FC236}">
                    <a16:creationId xmlns:a16="http://schemas.microsoft.com/office/drawing/2014/main" id="{5F98A105-5FFE-08E1-4E43-F4A08A5609A7}"/>
                  </a:ext>
                </a:extLst>
              </p:cNvPr>
              <p:cNvSpPr txBox="1">
                <a:spLocks noRot="1" noChangeAspect="1" noMove="1" noResize="1" noEditPoints="1" noAdjustHandles="1" noChangeArrowheads="1" noChangeShapeType="1" noTextEdit="1"/>
              </p:cNvSpPr>
              <p:nvPr/>
            </p:nvSpPr>
            <p:spPr>
              <a:xfrm>
                <a:off x="4546514" y="5443957"/>
                <a:ext cx="1686825" cy="369332"/>
              </a:xfrm>
              <a:prstGeom prst="rect">
                <a:avLst/>
              </a:prstGeom>
              <a:blipFill>
                <a:blip r:embed="rId5"/>
                <a:stretch>
                  <a:fillRect t="-9836" b="-22951"/>
                </a:stretch>
              </a:blipFill>
            </p:spPr>
            <p:txBody>
              <a:bodyPr/>
              <a:lstStyle/>
              <a:p>
                <a:r>
                  <a:rPr lang="en-AS">
                    <a:noFill/>
                  </a:rPr>
                  <a:t> </a:t>
                </a:r>
              </a:p>
            </p:txBody>
          </p:sp>
        </mc:Fallback>
      </mc:AlternateContent>
      <p:grpSp>
        <p:nvGrpSpPr>
          <p:cNvPr id="138" name="F1`">
            <a:extLst>
              <a:ext uri="{FF2B5EF4-FFF2-40B4-BE49-F238E27FC236}">
                <a16:creationId xmlns:a16="http://schemas.microsoft.com/office/drawing/2014/main" id="{BB90F96F-2F4B-EA2B-C55C-A31CB567F110}"/>
              </a:ext>
            </a:extLst>
          </p:cNvPr>
          <p:cNvGrpSpPr/>
          <p:nvPr/>
        </p:nvGrpSpPr>
        <p:grpSpPr>
          <a:xfrm>
            <a:off x="5855998" y="2648662"/>
            <a:ext cx="701457" cy="701457"/>
            <a:chOff x="4410076" y="2124075"/>
            <a:chExt cx="1000125" cy="1000125"/>
          </a:xfrm>
        </p:grpSpPr>
        <p:sp>
          <p:nvSpPr>
            <p:cNvPr id="140" name="Rectangle 139">
              <a:extLst>
                <a:ext uri="{FF2B5EF4-FFF2-40B4-BE49-F238E27FC236}">
                  <a16:creationId xmlns:a16="http://schemas.microsoft.com/office/drawing/2014/main" id="{74D86042-8CF9-EDC4-84AA-E79762A3AEA2}"/>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41" name="Rectangle 140">
              <a:extLst>
                <a:ext uri="{FF2B5EF4-FFF2-40B4-BE49-F238E27FC236}">
                  <a16:creationId xmlns:a16="http://schemas.microsoft.com/office/drawing/2014/main" id="{4D8B48B7-9E75-F18F-3531-11925E04AD0B}"/>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43" name="F2`">
            <a:extLst>
              <a:ext uri="{FF2B5EF4-FFF2-40B4-BE49-F238E27FC236}">
                <a16:creationId xmlns:a16="http://schemas.microsoft.com/office/drawing/2014/main" id="{216F6386-22E3-F8A3-B4EA-00BE97A46CA6}"/>
              </a:ext>
            </a:extLst>
          </p:cNvPr>
          <p:cNvGrpSpPr/>
          <p:nvPr/>
        </p:nvGrpSpPr>
        <p:grpSpPr>
          <a:xfrm>
            <a:off x="6010148" y="2862434"/>
            <a:ext cx="701457" cy="701457"/>
            <a:chOff x="4410076" y="2124075"/>
            <a:chExt cx="1000125" cy="1000125"/>
          </a:xfrm>
        </p:grpSpPr>
        <p:sp>
          <p:nvSpPr>
            <p:cNvPr id="145" name="Rectangle 144">
              <a:extLst>
                <a:ext uri="{FF2B5EF4-FFF2-40B4-BE49-F238E27FC236}">
                  <a16:creationId xmlns:a16="http://schemas.microsoft.com/office/drawing/2014/main" id="{6B6C85E1-B58D-FBF3-C604-43B70BBFBBD7}"/>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47" name="Rectangle 146">
              <a:extLst>
                <a:ext uri="{FF2B5EF4-FFF2-40B4-BE49-F238E27FC236}">
                  <a16:creationId xmlns:a16="http://schemas.microsoft.com/office/drawing/2014/main" id="{35F5D3F5-4CFE-4AB8-D422-8B7844109C06}"/>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49" name="F3`">
            <a:extLst>
              <a:ext uri="{FF2B5EF4-FFF2-40B4-BE49-F238E27FC236}">
                <a16:creationId xmlns:a16="http://schemas.microsoft.com/office/drawing/2014/main" id="{A1F86549-85C6-81BB-C261-86D9B83BC657}"/>
              </a:ext>
            </a:extLst>
          </p:cNvPr>
          <p:cNvGrpSpPr/>
          <p:nvPr/>
        </p:nvGrpSpPr>
        <p:grpSpPr>
          <a:xfrm>
            <a:off x="6162548" y="3076206"/>
            <a:ext cx="701457" cy="701457"/>
            <a:chOff x="4410076" y="2124075"/>
            <a:chExt cx="1000125" cy="1000125"/>
          </a:xfrm>
        </p:grpSpPr>
        <p:sp>
          <p:nvSpPr>
            <p:cNvPr id="150" name="Rectangle 149">
              <a:extLst>
                <a:ext uri="{FF2B5EF4-FFF2-40B4-BE49-F238E27FC236}">
                  <a16:creationId xmlns:a16="http://schemas.microsoft.com/office/drawing/2014/main" id="{E500149B-370D-E5DF-60A0-FC531C52EAB4}"/>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52" name="Rectangle 151">
              <a:extLst>
                <a:ext uri="{FF2B5EF4-FFF2-40B4-BE49-F238E27FC236}">
                  <a16:creationId xmlns:a16="http://schemas.microsoft.com/office/drawing/2014/main" id="{F719E8E6-C858-AE63-D360-C641BA2442B9}"/>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54" name="F4`">
            <a:extLst>
              <a:ext uri="{FF2B5EF4-FFF2-40B4-BE49-F238E27FC236}">
                <a16:creationId xmlns:a16="http://schemas.microsoft.com/office/drawing/2014/main" id="{A69B2B3F-6DF8-8E29-FCFE-DC83BF611A82}"/>
              </a:ext>
            </a:extLst>
          </p:cNvPr>
          <p:cNvGrpSpPr/>
          <p:nvPr/>
        </p:nvGrpSpPr>
        <p:grpSpPr>
          <a:xfrm>
            <a:off x="6314948" y="3289978"/>
            <a:ext cx="701457" cy="701457"/>
            <a:chOff x="4410076" y="2124075"/>
            <a:chExt cx="1000125" cy="1000125"/>
          </a:xfrm>
        </p:grpSpPr>
        <p:sp>
          <p:nvSpPr>
            <p:cNvPr id="156" name="Rectangle 155">
              <a:extLst>
                <a:ext uri="{FF2B5EF4-FFF2-40B4-BE49-F238E27FC236}">
                  <a16:creationId xmlns:a16="http://schemas.microsoft.com/office/drawing/2014/main" id="{9A2412AE-1BF0-FCD5-F70A-F5261284A8BD}"/>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58" name="Rectangle 157">
              <a:extLst>
                <a:ext uri="{FF2B5EF4-FFF2-40B4-BE49-F238E27FC236}">
                  <a16:creationId xmlns:a16="http://schemas.microsoft.com/office/drawing/2014/main" id="{FCF205E4-90D7-4C41-ACFB-890F144082F0}"/>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59" name="F5`">
            <a:extLst>
              <a:ext uri="{FF2B5EF4-FFF2-40B4-BE49-F238E27FC236}">
                <a16:creationId xmlns:a16="http://schemas.microsoft.com/office/drawing/2014/main" id="{AB1030E8-87F3-781B-05B8-D9371130DA09}"/>
              </a:ext>
            </a:extLst>
          </p:cNvPr>
          <p:cNvGrpSpPr/>
          <p:nvPr/>
        </p:nvGrpSpPr>
        <p:grpSpPr>
          <a:xfrm>
            <a:off x="6467348" y="3503750"/>
            <a:ext cx="701457" cy="701457"/>
            <a:chOff x="4410076" y="2124075"/>
            <a:chExt cx="1000125" cy="1000125"/>
          </a:xfrm>
        </p:grpSpPr>
        <p:sp>
          <p:nvSpPr>
            <p:cNvPr id="160" name="Rectangle 159">
              <a:extLst>
                <a:ext uri="{FF2B5EF4-FFF2-40B4-BE49-F238E27FC236}">
                  <a16:creationId xmlns:a16="http://schemas.microsoft.com/office/drawing/2014/main" id="{7A9E3403-F126-A12F-3023-3B8A27BB0EA4}"/>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61" name="Rectangle 160">
              <a:extLst>
                <a:ext uri="{FF2B5EF4-FFF2-40B4-BE49-F238E27FC236}">
                  <a16:creationId xmlns:a16="http://schemas.microsoft.com/office/drawing/2014/main" id="{FAC46925-6DBB-130C-F69C-09B68521719F}"/>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62" name="F6`">
            <a:extLst>
              <a:ext uri="{FF2B5EF4-FFF2-40B4-BE49-F238E27FC236}">
                <a16:creationId xmlns:a16="http://schemas.microsoft.com/office/drawing/2014/main" id="{E965E43E-7087-614A-BD80-64D1233C534D}"/>
              </a:ext>
            </a:extLst>
          </p:cNvPr>
          <p:cNvGrpSpPr/>
          <p:nvPr/>
        </p:nvGrpSpPr>
        <p:grpSpPr>
          <a:xfrm>
            <a:off x="6619748" y="3717522"/>
            <a:ext cx="701457" cy="701457"/>
            <a:chOff x="4410076" y="2124075"/>
            <a:chExt cx="1000125" cy="1000125"/>
          </a:xfrm>
        </p:grpSpPr>
        <p:sp>
          <p:nvSpPr>
            <p:cNvPr id="164" name="Rectangle 163">
              <a:extLst>
                <a:ext uri="{FF2B5EF4-FFF2-40B4-BE49-F238E27FC236}">
                  <a16:creationId xmlns:a16="http://schemas.microsoft.com/office/drawing/2014/main" id="{1DF846BE-D4B3-B296-B0C6-255683558E93}"/>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66" name="Rectangle 165">
              <a:extLst>
                <a:ext uri="{FF2B5EF4-FFF2-40B4-BE49-F238E27FC236}">
                  <a16:creationId xmlns:a16="http://schemas.microsoft.com/office/drawing/2014/main" id="{06BE0A4B-A90B-4232-AAEA-D5DB323F3861}"/>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68" name="F7`">
            <a:extLst>
              <a:ext uri="{FF2B5EF4-FFF2-40B4-BE49-F238E27FC236}">
                <a16:creationId xmlns:a16="http://schemas.microsoft.com/office/drawing/2014/main" id="{6A0465F9-5426-A938-36EB-7690016BA8F5}"/>
              </a:ext>
            </a:extLst>
          </p:cNvPr>
          <p:cNvGrpSpPr/>
          <p:nvPr/>
        </p:nvGrpSpPr>
        <p:grpSpPr>
          <a:xfrm>
            <a:off x="6772148" y="3931294"/>
            <a:ext cx="701457" cy="701457"/>
            <a:chOff x="4410076" y="2124075"/>
            <a:chExt cx="1000125" cy="1000125"/>
          </a:xfrm>
        </p:grpSpPr>
        <p:sp>
          <p:nvSpPr>
            <p:cNvPr id="170" name="Rectangle 169">
              <a:extLst>
                <a:ext uri="{FF2B5EF4-FFF2-40B4-BE49-F238E27FC236}">
                  <a16:creationId xmlns:a16="http://schemas.microsoft.com/office/drawing/2014/main" id="{DB8D1990-4615-BEC4-5F4B-98D841070663}"/>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2" name="Rectangle 171">
              <a:extLst>
                <a:ext uri="{FF2B5EF4-FFF2-40B4-BE49-F238E27FC236}">
                  <a16:creationId xmlns:a16="http://schemas.microsoft.com/office/drawing/2014/main" id="{972F2BBC-97FB-46EC-5826-5512405C70DD}"/>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grpSp>
        <p:nvGrpSpPr>
          <p:cNvPr id="174" name="F8`">
            <a:extLst>
              <a:ext uri="{FF2B5EF4-FFF2-40B4-BE49-F238E27FC236}">
                <a16:creationId xmlns:a16="http://schemas.microsoft.com/office/drawing/2014/main" id="{14679575-92D0-E6CF-7473-B6888976D239}"/>
              </a:ext>
            </a:extLst>
          </p:cNvPr>
          <p:cNvGrpSpPr/>
          <p:nvPr/>
        </p:nvGrpSpPr>
        <p:grpSpPr>
          <a:xfrm>
            <a:off x="6999069" y="4145063"/>
            <a:ext cx="701457" cy="701457"/>
            <a:chOff x="4410076" y="2124075"/>
            <a:chExt cx="1000125" cy="1000125"/>
          </a:xfrm>
        </p:grpSpPr>
        <p:sp>
          <p:nvSpPr>
            <p:cNvPr id="176" name="Rectangle 175">
              <a:extLst>
                <a:ext uri="{FF2B5EF4-FFF2-40B4-BE49-F238E27FC236}">
                  <a16:creationId xmlns:a16="http://schemas.microsoft.com/office/drawing/2014/main" id="{43D5A03B-7540-3608-4561-B98673311F5C}"/>
                </a:ext>
              </a:extLst>
            </p:cNvPr>
            <p:cNvSpPr/>
            <p:nvPr/>
          </p:nvSpPr>
          <p:spPr>
            <a:xfrm>
              <a:off x="4410076" y="2124075"/>
              <a:ext cx="1000125" cy="1000125"/>
            </a:xfrm>
            <a:prstGeom prst="rect">
              <a:avLst/>
            </a:prstGeom>
            <a:solidFill>
              <a:schemeClr val="bg1">
                <a:lumMod val="85000"/>
              </a:schemeClr>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8" name="Rectangle 177">
              <a:extLst>
                <a:ext uri="{FF2B5EF4-FFF2-40B4-BE49-F238E27FC236}">
                  <a16:creationId xmlns:a16="http://schemas.microsoft.com/office/drawing/2014/main" id="{03DB5F67-2485-06AD-DF8C-9263CC3DB98A}"/>
                </a:ext>
              </a:extLst>
            </p:cNvPr>
            <p:cNvSpPr/>
            <p:nvPr/>
          </p:nvSpPr>
          <p:spPr>
            <a:xfrm>
              <a:off x="4567238" y="2281237"/>
              <a:ext cx="685799" cy="685799"/>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mc:AlternateContent xmlns:mc="http://schemas.openxmlformats.org/markup-compatibility/2006" xmlns:a14="http://schemas.microsoft.com/office/drawing/2010/main">
        <mc:Choice Requires="a14">
          <p:sp>
            <p:nvSpPr>
              <p:cNvPr id="88" name="2 Channels">
                <a:extLst>
                  <a:ext uri="{FF2B5EF4-FFF2-40B4-BE49-F238E27FC236}">
                    <a16:creationId xmlns:a16="http://schemas.microsoft.com/office/drawing/2014/main" id="{4D296278-5B8C-129A-1469-9140122556A9}"/>
                  </a:ext>
                </a:extLst>
              </p:cNvPr>
              <p:cNvSpPr txBox="1"/>
              <p:nvPr/>
            </p:nvSpPr>
            <p:spPr>
              <a:xfrm>
                <a:off x="6468395" y="5443957"/>
                <a:ext cx="1686825" cy="369332"/>
              </a:xfrm>
              <a:prstGeom prst="rect">
                <a:avLst/>
              </a:prstGeom>
              <a:noFill/>
            </p:spPr>
            <p:txBody>
              <a:bodyPr wrap="square" rtlCol="0">
                <a:spAutoFit/>
              </a:bodyPr>
              <a:lstStyle/>
              <a:p>
                <a:pPr algn="ctr"/>
                <a14:m>
                  <m:oMath xmlns:m="http://schemas.openxmlformats.org/officeDocument/2006/math">
                    <m:sSub>
                      <m:sSubPr>
                        <m:ctrlPr>
                          <a:rPr lang="en-US" b="0" i="1" dirty="0" smtClean="0">
                            <a:latin typeface="Cambria Math" panose="02040503050406030204" pitchFamily="18" charset="0"/>
                          </a:rPr>
                        </m:ctrlPr>
                      </m:sSubPr>
                      <m:e>
                        <m:r>
                          <a:rPr lang="en-US" b="0" i="1" dirty="0" smtClean="0">
                            <a:latin typeface="Cambria Math" panose="02040503050406030204" pitchFamily="18" charset="0"/>
                          </a:rPr>
                          <m:t>𝑛</m:t>
                        </m:r>
                      </m:e>
                      <m:sub>
                        <m:r>
                          <a:rPr lang="en-US" b="0" i="1" dirty="0" smtClean="0">
                            <a:latin typeface="Cambria Math" panose="02040503050406030204" pitchFamily="18" charset="0"/>
                          </a:rPr>
                          <m:t>2</m:t>
                        </m:r>
                      </m:sub>
                    </m:sSub>
                  </m:oMath>
                </a14:m>
                <a:r>
                  <a:rPr lang="en-US" dirty="0"/>
                  <a:t> </a:t>
                </a:r>
                <a:r>
                  <a:rPr lang="en-US" dirty="0">
                    <a:latin typeface="Times New Roman" panose="02020603050405020304" pitchFamily="18" charset="0"/>
                    <a:cs typeface="Times New Roman" panose="02020603050405020304" pitchFamily="18" charset="0"/>
                  </a:rPr>
                  <a:t>Channels</a:t>
                </a:r>
                <a:endParaRPr lang="en-AS" dirty="0">
                  <a:latin typeface="Times New Roman" panose="02020603050405020304" pitchFamily="18" charset="0"/>
                  <a:cs typeface="Times New Roman" panose="02020603050405020304" pitchFamily="18" charset="0"/>
                </a:endParaRPr>
              </a:p>
            </p:txBody>
          </p:sp>
        </mc:Choice>
        <mc:Fallback xmlns="">
          <p:sp>
            <p:nvSpPr>
              <p:cNvPr id="88" name="2 Channels">
                <a:extLst>
                  <a:ext uri="{FF2B5EF4-FFF2-40B4-BE49-F238E27FC236}">
                    <a16:creationId xmlns:a16="http://schemas.microsoft.com/office/drawing/2014/main" id="{4D296278-5B8C-129A-1469-9140122556A9}"/>
                  </a:ext>
                </a:extLst>
              </p:cNvPr>
              <p:cNvSpPr txBox="1">
                <a:spLocks noRot="1" noChangeAspect="1" noMove="1" noResize="1" noEditPoints="1" noAdjustHandles="1" noChangeArrowheads="1" noChangeShapeType="1" noTextEdit="1"/>
              </p:cNvSpPr>
              <p:nvPr/>
            </p:nvSpPr>
            <p:spPr>
              <a:xfrm>
                <a:off x="6468395" y="5443957"/>
                <a:ext cx="1686825" cy="369332"/>
              </a:xfrm>
              <a:prstGeom prst="rect">
                <a:avLst/>
              </a:prstGeom>
              <a:blipFill>
                <a:blip r:embed="rId6"/>
                <a:stretch>
                  <a:fillRect t="-9836" b="-22951"/>
                </a:stretch>
              </a:blipFill>
            </p:spPr>
            <p:txBody>
              <a:bodyPr/>
              <a:lstStyle/>
              <a:p>
                <a:r>
                  <a:rPr lang="en-AS">
                    <a:noFill/>
                  </a:rPr>
                  <a:t> </a:t>
                </a:r>
              </a:p>
            </p:txBody>
          </p:sp>
        </mc:Fallback>
      </mc:AlternateContent>
      <p:sp>
        <p:nvSpPr>
          <p:cNvPr id="180" name="Blue_Fram`1">
            <a:extLst>
              <a:ext uri="{FF2B5EF4-FFF2-40B4-BE49-F238E27FC236}">
                <a16:creationId xmlns:a16="http://schemas.microsoft.com/office/drawing/2014/main" id="{551F7FC3-A626-7617-5E5B-1BCF30998130}"/>
              </a:ext>
            </a:extLst>
          </p:cNvPr>
          <p:cNvSpPr/>
          <p:nvPr/>
        </p:nvSpPr>
        <p:spPr>
          <a:xfrm>
            <a:off x="7290523" y="2584918"/>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2" name="Blue_Fram`2">
            <a:extLst>
              <a:ext uri="{FF2B5EF4-FFF2-40B4-BE49-F238E27FC236}">
                <a16:creationId xmlns:a16="http://schemas.microsoft.com/office/drawing/2014/main" id="{CF996C06-66A7-C450-3D60-C28620C1966B}"/>
              </a:ext>
            </a:extLst>
          </p:cNvPr>
          <p:cNvSpPr/>
          <p:nvPr/>
        </p:nvSpPr>
        <p:spPr>
          <a:xfrm>
            <a:off x="7498589" y="2812091"/>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4" name="Blue_Fram`3">
            <a:extLst>
              <a:ext uri="{FF2B5EF4-FFF2-40B4-BE49-F238E27FC236}">
                <a16:creationId xmlns:a16="http://schemas.microsoft.com/office/drawing/2014/main" id="{307412DF-0093-557A-1705-6DFA07160AF5}"/>
              </a:ext>
            </a:extLst>
          </p:cNvPr>
          <p:cNvSpPr/>
          <p:nvPr/>
        </p:nvSpPr>
        <p:spPr>
          <a:xfrm>
            <a:off x="7706655" y="3039264"/>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6" name="Blue_Fram`4">
            <a:extLst>
              <a:ext uri="{FF2B5EF4-FFF2-40B4-BE49-F238E27FC236}">
                <a16:creationId xmlns:a16="http://schemas.microsoft.com/office/drawing/2014/main" id="{7802F809-D1C4-7727-E88B-7E4B5B03BB08}"/>
              </a:ext>
            </a:extLst>
          </p:cNvPr>
          <p:cNvSpPr/>
          <p:nvPr/>
        </p:nvSpPr>
        <p:spPr>
          <a:xfrm>
            <a:off x="7914721" y="3266437"/>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7" name="Blue_Fram`5">
            <a:extLst>
              <a:ext uri="{FF2B5EF4-FFF2-40B4-BE49-F238E27FC236}">
                <a16:creationId xmlns:a16="http://schemas.microsoft.com/office/drawing/2014/main" id="{9620C68F-952B-B14D-5DE4-F81D945778C3}"/>
              </a:ext>
            </a:extLst>
          </p:cNvPr>
          <p:cNvSpPr/>
          <p:nvPr/>
        </p:nvSpPr>
        <p:spPr>
          <a:xfrm>
            <a:off x="8122787" y="3493610"/>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8" name="Blue_Fram`6">
            <a:extLst>
              <a:ext uri="{FF2B5EF4-FFF2-40B4-BE49-F238E27FC236}">
                <a16:creationId xmlns:a16="http://schemas.microsoft.com/office/drawing/2014/main" id="{38A40567-C27C-F114-A230-06F947A74C2B}"/>
              </a:ext>
            </a:extLst>
          </p:cNvPr>
          <p:cNvSpPr/>
          <p:nvPr/>
        </p:nvSpPr>
        <p:spPr>
          <a:xfrm>
            <a:off x="8330853" y="3720783"/>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0" name="Blue_Fram`7">
            <a:extLst>
              <a:ext uri="{FF2B5EF4-FFF2-40B4-BE49-F238E27FC236}">
                <a16:creationId xmlns:a16="http://schemas.microsoft.com/office/drawing/2014/main" id="{AC781947-27F7-5FCE-1CF1-563FE22E497C}"/>
              </a:ext>
            </a:extLst>
          </p:cNvPr>
          <p:cNvSpPr/>
          <p:nvPr/>
        </p:nvSpPr>
        <p:spPr>
          <a:xfrm>
            <a:off x="8538919" y="3947956"/>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2" name="Blue_Fram`8">
            <a:extLst>
              <a:ext uri="{FF2B5EF4-FFF2-40B4-BE49-F238E27FC236}">
                <a16:creationId xmlns:a16="http://schemas.microsoft.com/office/drawing/2014/main" id="{D800AD1D-BF6D-B6DA-DCAF-48498B03E443}"/>
              </a:ext>
            </a:extLst>
          </p:cNvPr>
          <p:cNvSpPr/>
          <p:nvPr/>
        </p:nvSpPr>
        <p:spPr>
          <a:xfrm>
            <a:off x="8746986" y="4175126"/>
            <a:ext cx="480998" cy="480998"/>
          </a:xfrm>
          <a:prstGeom prst="rect">
            <a:avLst/>
          </a:prstGeom>
          <a:solidFill>
            <a:srgbClr val="61B5FE"/>
          </a:solidFill>
          <a:ln>
            <a:solidFill>
              <a:srgbClr val="04243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mc:AlternateContent xmlns:mc="http://schemas.openxmlformats.org/markup-compatibility/2006" xmlns:a14="http://schemas.microsoft.com/office/drawing/2010/main">
        <mc:Choice Requires="a14">
          <p:sp>
            <p:nvSpPr>
              <p:cNvPr id="89" name="2` Channels">
                <a:extLst>
                  <a:ext uri="{FF2B5EF4-FFF2-40B4-BE49-F238E27FC236}">
                    <a16:creationId xmlns:a16="http://schemas.microsoft.com/office/drawing/2014/main" id="{BA95B019-99E4-4E8B-ED66-0AF4B35B5B5E}"/>
                  </a:ext>
                </a:extLst>
              </p:cNvPr>
              <p:cNvSpPr txBox="1"/>
              <p:nvPr/>
            </p:nvSpPr>
            <p:spPr>
              <a:xfrm>
                <a:off x="8018839" y="5443957"/>
                <a:ext cx="1686825" cy="369332"/>
              </a:xfrm>
              <a:prstGeom prst="rect">
                <a:avLst/>
              </a:prstGeom>
              <a:noFill/>
            </p:spPr>
            <p:txBody>
              <a:bodyPr wrap="square" rtlCol="0">
                <a:spAutoFit/>
              </a:bodyPr>
              <a:lstStyle/>
              <a:p>
                <a:pPr algn="ctr"/>
                <a14:m>
                  <m:oMath xmlns:m="http://schemas.openxmlformats.org/officeDocument/2006/math">
                    <m:sSub>
                      <m:sSubPr>
                        <m:ctrlPr>
                          <a:rPr lang="en-US" b="0" i="1" dirty="0" smtClean="0">
                            <a:latin typeface="Cambria Math" panose="02040503050406030204" pitchFamily="18" charset="0"/>
                          </a:rPr>
                        </m:ctrlPr>
                      </m:sSubPr>
                      <m:e>
                        <m:r>
                          <a:rPr lang="en-US" b="0" i="1" dirty="0" smtClean="0">
                            <a:latin typeface="Cambria Math" panose="02040503050406030204" pitchFamily="18" charset="0"/>
                          </a:rPr>
                          <m:t>𝑛</m:t>
                        </m:r>
                      </m:e>
                      <m:sub>
                        <m:r>
                          <a:rPr lang="en-US" b="0" i="1" dirty="0" smtClean="0">
                            <a:latin typeface="Cambria Math" panose="02040503050406030204" pitchFamily="18" charset="0"/>
                          </a:rPr>
                          <m:t>2</m:t>
                        </m:r>
                      </m:sub>
                    </m:sSub>
                  </m:oMath>
                </a14:m>
                <a:r>
                  <a:rPr lang="en-US" dirty="0"/>
                  <a:t> </a:t>
                </a:r>
                <a:r>
                  <a:rPr lang="en-US" dirty="0">
                    <a:latin typeface="Times New Roman" panose="02020603050405020304" pitchFamily="18" charset="0"/>
                    <a:cs typeface="Times New Roman" panose="02020603050405020304" pitchFamily="18" charset="0"/>
                  </a:rPr>
                  <a:t>Channels</a:t>
                </a:r>
                <a:endParaRPr lang="en-AS" dirty="0">
                  <a:latin typeface="Times New Roman" panose="02020603050405020304" pitchFamily="18" charset="0"/>
                  <a:cs typeface="Times New Roman" panose="02020603050405020304" pitchFamily="18" charset="0"/>
                </a:endParaRPr>
              </a:p>
            </p:txBody>
          </p:sp>
        </mc:Choice>
        <mc:Fallback xmlns="">
          <p:sp>
            <p:nvSpPr>
              <p:cNvPr id="89" name="2` Channels">
                <a:extLst>
                  <a:ext uri="{FF2B5EF4-FFF2-40B4-BE49-F238E27FC236}">
                    <a16:creationId xmlns:a16="http://schemas.microsoft.com/office/drawing/2014/main" id="{BA95B019-99E4-4E8B-ED66-0AF4B35B5B5E}"/>
                  </a:ext>
                </a:extLst>
              </p:cNvPr>
              <p:cNvSpPr txBox="1">
                <a:spLocks noRot="1" noChangeAspect="1" noMove="1" noResize="1" noEditPoints="1" noAdjustHandles="1" noChangeArrowheads="1" noChangeShapeType="1" noTextEdit="1"/>
              </p:cNvSpPr>
              <p:nvPr/>
            </p:nvSpPr>
            <p:spPr>
              <a:xfrm>
                <a:off x="8018839" y="5443957"/>
                <a:ext cx="1686825" cy="369332"/>
              </a:xfrm>
              <a:prstGeom prst="rect">
                <a:avLst/>
              </a:prstGeom>
              <a:blipFill>
                <a:blip r:embed="rId7"/>
                <a:stretch>
                  <a:fillRect t="-9836" b="-22951"/>
                </a:stretch>
              </a:blipFill>
            </p:spPr>
            <p:txBody>
              <a:bodyPr/>
              <a:lstStyle/>
              <a:p>
                <a:r>
                  <a:rPr lang="en-AS">
                    <a:noFill/>
                  </a:rPr>
                  <a:t> </a:t>
                </a:r>
              </a:p>
            </p:txBody>
          </p:sp>
        </mc:Fallback>
      </mc:AlternateContent>
      <p:sp>
        <p:nvSpPr>
          <p:cNvPr id="245" name="Ball_1">
            <a:extLst>
              <a:ext uri="{FF2B5EF4-FFF2-40B4-BE49-F238E27FC236}">
                <a16:creationId xmlns:a16="http://schemas.microsoft.com/office/drawing/2014/main" id="{67A067DB-9B9E-6211-E01A-29E3ABFAD021}"/>
              </a:ext>
            </a:extLst>
          </p:cNvPr>
          <p:cNvSpPr/>
          <p:nvPr/>
        </p:nvSpPr>
        <p:spPr>
          <a:xfrm>
            <a:off x="9887778" y="2396199"/>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53" name="Ball_2">
            <a:extLst>
              <a:ext uri="{FF2B5EF4-FFF2-40B4-BE49-F238E27FC236}">
                <a16:creationId xmlns:a16="http://schemas.microsoft.com/office/drawing/2014/main" id="{8D6FC5FE-D180-ADEB-BF64-2FA291312804}"/>
              </a:ext>
            </a:extLst>
          </p:cNvPr>
          <p:cNvSpPr/>
          <p:nvPr/>
        </p:nvSpPr>
        <p:spPr>
          <a:xfrm>
            <a:off x="9887778" y="2973730"/>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54" name="Ball_3">
            <a:extLst>
              <a:ext uri="{FF2B5EF4-FFF2-40B4-BE49-F238E27FC236}">
                <a16:creationId xmlns:a16="http://schemas.microsoft.com/office/drawing/2014/main" id="{85FEFA63-0FCF-E024-1790-1134863E3E60}"/>
              </a:ext>
            </a:extLst>
          </p:cNvPr>
          <p:cNvSpPr/>
          <p:nvPr/>
        </p:nvSpPr>
        <p:spPr>
          <a:xfrm>
            <a:off x="9887778" y="3551261"/>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55" name="Ball_4">
            <a:extLst>
              <a:ext uri="{FF2B5EF4-FFF2-40B4-BE49-F238E27FC236}">
                <a16:creationId xmlns:a16="http://schemas.microsoft.com/office/drawing/2014/main" id="{0D1DF0EB-8120-2A6A-6440-7DD7BE100C6E}"/>
              </a:ext>
            </a:extLst>
          </p:cNvPr>
          <p:cNvSpPr/>
          <p:nvPr/>
        </p:nvSpPr>
        <p:spPr>
          <a:xfrm>
            <a:off x="9887778" y="4128791"/>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1" name="Ball_5">
            <a:extLst>
              <a:ext uri="{FF2B5EF4-FFF2-40B4-BE49-F238E27FC236}">
                <a16:creationId xmlns:a16="http://schemas.microsoft.com/office/drawing/2014/main" id="{9EBB70BD-8240-46AE-6776-ED8973828D9C}"/>
              </a:ext>
            </a:extLst>
          </p:cNvPr>
          <p:cNvSpPr/>
          <p:nvPr/>
        </p:nvSpPr>
        <p:spPr>
          <a:xfrm>
            <a:off x="9887778" y="4924558"/>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2" name="Ball_6">
            <a:extLst>
              <a:ext uri="{FF2B5EF4-FFF2-40B4-BE49-F238E27FC236}">
                <a16:creationId xmlns:a16="http://schemas.microsoft.com/office/drawing/2014/main" id="{05A1F1B5-DC18-C73B-FF38-3715469D6DA8}"/>
              </a:ext>
            </a:extLst>
          </p:cNvPr>
          <p:cNvSpPr/>
          <p:nvPr/>
        </p:nvSpPr>
        <p:spPr>
          <a:xfrm>
            <a:off x="9887778" y="5481214"/>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3" name="Ball_7">
            <a:extLst>
              <a:ext uri="{FF2B5EF4-FFF2-40B4-BE49-F238E27FC236}">
                <a16:creationId xmlns:a16="http://schemas.microsoft.com/office/drawing/2014/main" id="{39E7940B-2AC1-3FB4-0B59-3A416B91086A}"/>
              </a:ext>
            </a:extLst>
          </p:cNvPr>
          <p:cNvSpPr/>
          <p:nvPr/>
        </p:nvSpPr>
        <p:spPr>
          <a:xfrm>
            <a:off x="9887778" y="6037871"/>
            <a:ext cx="365469" cy="365469"/>
          </a:xfrm>
          <a:prstGeom prst="ellipse">
            <a:avLst/>
          </a:prstGeom>
          <a:solidFill>
            <a:srgbClr val="60B5FE"/>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mc:AlternateContent xmlns:mc="http://schemas.openxmlformats.org/markup-compatibility/2006" xmlns:a14="http://schemas.microsoft.com/office/drawing/2010/main">
        <mc:Choice Requires="a14">
          <p:sp>
            <p:nvSpPr>
              <p:cNvPr id="90" name="3 units">
                <a:extLst>
                  <a:ext uri="{FF2B5EF4-FFF2-40B4-BE49-F238E27FC236}">
                    <a16:creationId xmlns:a16="http://schemas.microsoft.com/office/drawing/2014/main" id="{5EBD0C25-67A5-77FC-8EE8-7751B7D0F9AB}"/>
                  </a:ext>
                </a:extLst>
              </p:cNvPr>
              <p:cNvSpPr txBox="1"/>
              <p:nvPr/>
            </p:nvSpPr>
            <p:spPr>
              <a:xfrm>
                <a:off x="9585341" y="6447891"/>
                <a:ext cx="970341" cy="369332"/>
              </a:xfrm>
              <a:prstGeom prst="rect">
                <a:avLst/>
              </a:prstGeom>
              <a:noFill/>
            </p:spPr>
            <p:txBody>
              <a:bodyPr wrap="square" rtlCol="0">
                <a:spAutoFit/>
              </a:bodyPr>
              <a:lstStyle/>
              <a:p>
                <a:pPr algn="ctr"/>
                <a14:m>
                  <m:oMath xmlns:m="http://schemas.openxmlformats.org/officeDocument/2006/math">
                    <m:sSub>
                      <m:sSubPr>
                        <m:ctrlPr>
                          <a:rPr lang="en-US" b="0" i="1" dirty="0" smtClean="0">
                            <a:latin typeface="Cambria Math" panose="02040503050406030204" pitchFamily="18" charset="0"/>
                          </a:rPr>
                        </m:ctrlPr>
                      </m:sSubPr>
                      <m:e>
                        <m:r>
                          <a:rPr lang="en-US" b="0" i="1" dirty="0" smtClean="0">
                            <a:latin typeface="Cambria Math" panose="02040503050406030204" pitchFamily="18" charset="0"/>
                          </a:rPr>
                          <m:t>𝑛</m:t>
                        </m:r>
                      </m:e>
                      <m:sub>
                        <m:r>
                          <a:rPr lang="en-US" b="0" i="1" dirty="0" smtClean="0">
                            <a:latin typeface="Cambria Math" panose="02040503050406030204" pitchFamily="18" charset="0"/>
                          </a:rPr>
                          <m:t>3</m:t>
                        </m:r>
                      </m:sub>
                    </m:sSub>
                  </m:oMath>
                </a14:m>
                <a:r>
                  <a:rPr lang="en-US" dirty="0"/>
                  <a:t> </a:t>
                </a:r>
                <a:r>
                  <a:rPr lang="en-US" dirty="0">
                    <a:latin typeface="Times New Roman" panose="02020603050405020304" pitchFamily="18" charset="0"/>
                    <a:cs typeface="Times New Roman" panose="02020603050405020304" pitchFamily="18" charset="0"/>
                  </a:rPr>
                  <a:t>Units</a:t>
                </a:r>
                <a:endParaRPr lang="en-AS" dirty="0">
                  <a:latin typeface="Times New Roman" panose="02020603050405020304" pitchFamily="18" charset="0"/>
                  <a:cs typeface="Times New Roman" panose="02020603050405020304" pitchFamily="18" charset="0"/>
                </a:endParaRPr>
              </a:p>
            </p:txBody>
          </p:sp>
        </mc:Choice>
        <mc:Fallback xmlns="">
          <p:sp>
            <p:nvSpPr>
              <p:cNvPr id="90" name="3 units">
                <a:extLst>
                  <a:ext uri="{FF2B5EF4-FFF2-40B4-BE49-F238E27FC236}">
                    <a16:creationId xmlns:a16="http://schemas.microsoft.com/office/drawing/2014/main" id="{5EBD0C25-67A5-77FC-8EE8-7751B7D0F9AB}"/>
                  </a:ext>
                </a:extLst>
              </p:cNvPr>
              <p:cNvSpPr txBox="1">
                <a:spLocks noRot="1" noChangeAspect="1" noMove="1" noResize="1" noEditPoints="1" noAdjustHandles="1" noChangeArrowheads="1" noChangeShapeType="1" noTextEdit="1"/>
              </p:cNvSpPr>
              <p:nvPr/>
            </p:nvSpPr>
            <p:spPr>
              <a:xfrm>
                <a:off x="9585341" y="6447891"/>
                <a:ext cx="970341" cy="369332"/>
              </a:xfrm>
              <a:prstGeom prst="rect">
                <a:avLst/>
              </a:prstGeom>
              <a:blipFill>
                <a:blip r:embed="rId8"/>
                <a:stretch>
                  <a:fillRect t="-11667" r="-5000" b="-25000"/>
                </a:stretch>
              </a:blipFill>
            </p:spPr>
            <p:txBody>
              <a:bodyPr/>
              <a:lstStyle/>
              <a:p>
                <a:r>
                  <a:rPr lang="en-AS">
                    <a:noFill/>
                  </a:rPr>
                  <a:t> </a:t>
                </a:r>
              </a:p>
            </p:txBody>
          </p:sp>
        </mc:Fallback>
      </mc:AlternateContent>
      <mc:AlternateContent xmlns:mc="http://schemas.openxmlformats.org/markup-compatibility/2006" xmlns:a14="http://schemas.microsoft.com/office/drawing/2010/main">
        <mc:Choice Requires="a14">
          <p:sp>
            <p:nvSpPr>
              <p:cNvPr id="494" name="...">
                <a:extLst>
                  <a:ext uri="{FF2B5EF4-FFF2-40B4-BE49-F238E27FC236}">
                    <a16:creationId xmlns:a16="http://schemas.microsoft.com/office/drawing/2014/main" id="{7F265971-90C9-FB17-B090-343885E461D3}"/>
                  </a:ext>
                </a:extLst>
              </p:cNvPr>
              <p:cNvSpPr txBox="1"/>
              <p:nvPr/>
            </p:nvSpPr>
            <p:spPr>
              <a:xfrm>
                <a:off x="9942700" y="4536885"/>
                <a:ext cx="25562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AS" i="1" smtClean="0">
                          <a:latin typeface="Cambria Math" panose="02040503050406030204" pitchFamily="18" charset="0"/>
                          <a:ea typeface="Cambria Math" panose="02040503050406030204" pitchFamily="18" charset="0"/>
                        </a:rPr>
                        <m:t>⋮</m:t>
                      </m:r>
                    </m:oMath>
                  </m:oMathPara>
                </a14:m>
                <a:endParaRPr lang="en-AS" dirty="0"/>
              </a:p>
            </p:txBody>
          </p:sp>
        </mc:Choice>
        <mc:Fallback xmlns="">
          <p:sp>
            <p:nvSpPr>
              <p:cNvPr id="494" name="...">
                <a:extLst>
                  <a:ext uri="{FF2B5EF4-FFF2-40B4-BE49-F238E27FC236}">
                    <a16:creationId xmlns:a16="http://schemas.microsoft.com/office/drawing/2014/main" id="{7F265971-90C9-FB17-B090-343885E461D3}"/>
                  </a:ext>
                </a:extLst>
              </p:cNvPr>
              <p:cNvSpPr txBox="1">
                <a:spLocks noRot="1" noChangeAspect="1" noMove="1" noResize="1" noEditPoints="1" noAdjustHandles="1" noChangeArrowheads="1" noChangeShapeType="1" noTextEdit="1"/>
              </p:cNvSpPr>
              <p:nvPr/>
            </p:nvSpPr>
            <p:spPr>
              <a:xfrm>
                <a:off x="9942700" y="4536885"/>
                <a:ext cx="255625" cy="369332"/>
              </a:xfrm>
              <a:prstGeom prst="rect">
                <a:avLst/>
              </a:prstGeom>
              <a:blipFill>
                <a:blip r:embed="rId9"/>
                <a:stretch>
                  <a:fillRect/>
                </a:stretch>
              </a:blipFill>
            </p:spPr>
            <p:txBody>
              <a:bodyPr/>
              <a:lstStyle/>
              <a:p>
                <a:r>
                  <a:rPr lang="en-AS">
                    <a:noFill/>
                  </a:rPr>
                  <a:t> </a:t>
                </a:r>
              </a:p>
            </p:txBody>
          </p:sp>
        </mc:Fallback>
      </mc:AlternateContent>
      <p:sp>
        <p:nvSpPr>
          <p:cNvPr id="264" name="Ball_Yelow_1">
            <a:extLst>
              <a:ext uri="{FF2B5EF4-FFF2-40B4-BE49-F238E27FC236}">
                <a16:creationId xmlns:a16="http://schemas.microsoft.com/office/drawing/2014/main" id="{427750CF-3CD0-A317-7F32-B45BFFC3858F}"/>
              </a:ext>
            </a:extLst>
          </p:cNvPr>
          <p:cNvSpPr/>
          <p:nvPr/>
        </p:nvSpPr>
        <p:spPr>
          <a:xfrm>
            <a:off x="10917970" y="2980014"/>
            <a:ext cx="365469" cy="365469"/>
          </a:xfrm>
          <a:prstGeom prst="ellipse">
            <a:avLst/>
          </a:prstGeom>
          <a:solidFill>
            <a:srgbClr val="FEBD00"/>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5" name="Ball_Yelow_2">
            <a:extLst>
              <a:ext uri="{FF2B5EF4-FFF2-40B4-BE49-F238E27FC236}">
                <a16:creationId xmlns:a16="http://schemas.microsoft.com/office/drawing/2014/main" id="{B7C83F8C-52CF-084D-EDB4-5A77BAEE20AF}"/>
              </a:ext>
            </a:extLst>
          </p:cNvPr>
          <p:cNvSpPr/>
          <p:nvPr/>
        </p:nvSpPr>
        <p:spPr>
          <a:xfrm>
            <a:off x="10917970" y="3575715"/>
            <a:ext cx="365469" cy="365469"/>
          </a:xfrm>
          <a:prstGeom prst="ellipse">
            <a:avLst/>
          </a:prstGeom>
          <a:solidFill>
            <a:srgbClr val="FEBD00"/>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6" name="Ball_Yelow_3">
            <a:extLst>
              <a:ext uri="{FF2B5EF4-FFF2-40B4-BE49-F238E27FC236}">
                <a16:creationId xmlns:a16="http://schemas.microsoft.com/office/drawing/2014/main" id="{8D360883-00B4-66FB-E6E7-164FB0B9892C}"/>
              </a:ext>
            </a:extLst>
          </p:cNvPr>
          <p:cNvSpPr/>
          <p:nvPr/>
        </p:nvSpPr>
        <p:spPr>
          <a:xfrm>
            <a:off x="10917970" y="4171416"/>
            <a:ext cx="365469" cy="365469"/>
          </a:xfrm>
          <a:prstGeom prst="ellipse">
            <a:avLst/>
          </a:prstGeom>
          <a:solidFill>
            <a:srgbClr val="FEBD00"/>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267" name="Ball_Yelow_4">
            <a:extLst>
              <a:ext uri="{FF2B5EF4-FFF2-40B4-BE49-F238E27FC236}">
                <a16:creationId xmlns:a16="http://schemas.microsoft.com/office/drawing/2014/main" id="{D9C920AB-0079-9EE1-83FB-342341A7E83D}"/>
              </a:ext>
            </a:extLst>
          </p:cNvPr>
          <p:cNvSpPr/>
          <p:nvPr/>
        </p:nvSpPr>
        <p:spPr>
          <a:xfrm>
            <a:off x="10917970" y="4767117"/>
            <a:ext cx="365469" cy="365469"/>
          </a:xfrm>
          <a:prstGeom prst="ellipse">
            <a:avLst/>
          </a:prstGeom>
          <a:solidFill>
            <a:srgbClr val="FEBD00"/>
          </a:solid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91" name="output">
            <a:extLst>
              <a:ext uri="{FF2B5EF4-FFF2-40B4-BE49-F238E27FC236}">
                <a16:creationId xmlns:a16="http://schemas.microsoft.com/office/drawing/2014/main" id="{77810291-57D7-CFC5-7ABB-00D8FAACE1E9}"/>
              </a:ext>
            </a:extLst>
          </p:cNvPr>
          <p:cNvSpPr txBox="1"/>
          <p:nvPr/>
        </p:nvSpPr>
        <p:spPr>
          <a:xfrm>
            <a:off x="10713688" y="5791911"/>
            <a:ext cx="774032" cy="369332"/>
          </a:xfrm>
          <a:prstGeom prst="rect">
            <a:avLst/>
          </a:prstGeom>
          <a:noFill/>
        </p:spPr>
        <p:txBody>
          <a:bodyPr wrap="square" rtlCol="0">
            <a:spAutoFit/>
          </a:bodyPr>
          <a:lstStyle/>
          <a:p>
            <a:pPr algn="ctr"/>
            <a:r>
              <a:rPr lang="en-US" dirty="0">
                <a:latin typeface="Times New Roman" panose="02020603050405020304" pitchFamily="18" charset="0"/>
                <a:cs typeface="Times New Roman" panose="02020603050405020304" pitchFamily="18" charset="0"/>
              </a:rPr>
              <a:t>output</a:t>
            </a:r>
            <a:endParaRPr lang="en-AS" dirty="0">
              <a:latin typeface="Times New Roman" panose="02020603050405020304" pitchFamily="18" charset="0"/>
              <a:cs typeface="Times New Roman" panose="02020603050405020304" pitchFamily="18" charset="0"/>
            </a:endParaRPr>
          </a:p>
        </p:txBody>
      </p:sp>
      <p:sp>
        <p:nvSpPr>
          <p:cNvPr id="13" name="Text_1">
            <a:extLst>
              <a:ext uri="{FF2B5EF4-FFF2-40B4-BE49-F238E27FC236}">
                <a16:creationId xmlns:a16="http://schemas.microsoft.com/office/drawing/2014/main" id="{56F97FD5-BEF5-2269-80F7-55722A1C89B4}"/>
              </a:ext>
            </a:extLst>
          </p:cNvPr>
          <p:cNvSpPr txBox="1"/>
          <p:nvPr/>
        </p:nvSpPr>
        <p:spPr>
          <a:xfrm>
            <a:off x="687833" y="1370734"/>
            <a:ext cx="1452561" cy="369332"/>
          </a:xfrm>
          <a:prstGeom prst="rect">
            <a:avLst/>
          </a:prstGeom>
          <a:noFill/>
        </p:spPr>
        <p:txBody>
          <a:bodyPr wrap="square" rtlCol="0">
            <a:spAutoFit/>
          </a:bodyPr>
          <a:lstStyle/>
          <a:p>
            <a:pPr algn="ctr"/>
            <a:r>
              <a:rPr lang="en-US" dirty="0"/>
              <a:t>Convolution</a:t>
            </a:r>
            <a:endParaRPr lang="en-AS" dirty="0"/>
          </a:p>
        </p:txBody>
      </p:sp>
      <p:sp>
        <p:nvSpPr>
          <p:cNvPr id="14" name="Text_2">
            <a:extLst>
              <a:ext uri="{FF2B5EF4-FFF2-40B4-BE49-F238E27FC236}">
                <a16:creationId xmlns:a16="http://schemas.microsoft.com/office/drawing/2014/main" id="{ED2A9713-ED35-FCB4-8371-827C6D6B3CA7}"/>
              </a:ext>
            </a:extLst>
          </p:cNvPr>
          <p:cNvSpPr txBox="1"/>
          <p:nvPr/>
        </p:nvSpPr>
        <p:spPr>
          <a:xfrm>
            <a:off x="2744493" y="1370734"/>
            <a:ext cx="1452561" cy="369332"/>
          </a:xfrm>
          <a:prstGeom prst="rect">
            <a:avLst/>
          </a:prstGeom>
          <a:noFill/>
        </p:spPr>
        <p:txBody>
          <a:bodyPr wrap="square" rtlCol="0">
            <a:spAutoFit/>
          </a:bodyPr>
          <a:lstStyle/>
          <a:p>
            <a:pPr algn="ctr"/>
            <a:r>
              <a:rPr lang="en-US" dirty="0"/>
              <a:t>Max-Pooling</a:t>
            </a:r>
            <a:endParaRPr lang="en-AS" dirty="0"/>
          </a:p>
        </p:txBody>
      </p:sp>
      <p:sp>
        <p:nvSpPr>
          <p:cNvPr id="15" name="Text_3">
            <a:extLst>
              <a:ext uri="{FF2B5EF4-FFF2-40B4-BE49-F238E27FC236}">
                <a16:creationId xmlns:a16="http://schemas.microsoft.com/office/drawing/2014/main" id="{00A39E32-3695-406E-E966-2CFF22278F84}"/>
              </a:ext>
            </a:extLst>
          </p:cNvPr>
          <p:cNvSpPr txBox="1"/>
          <p:nvPr/>
        </p:nvSpPr>
        <p:spPr>
          <a:xfrm>
            <a:off x="4741467" y="1370734"/>
            <a:ext cx="1452561" cy="369332"/>
          </a:xfrm>
          <a:prstGeom prst="rect">
            <a:avLst/>
          </a:prstGeom>
          <a:noFill/>
        </p:spPr>
        <p:txBody>
          <a:bodyPr wrap="square" rtlCol="0">
            <a:spAutoFit/>
          </a:bodyPr>
          <a:lstStyle/>
          <a:p>
            <a:pPr algn="ctr"/>
            <a:r>
              <a:rPr lang="en-US" dirty="0"/>
              <a:t>Convolution</a:t>
            </a:r>
            <a:endParaRPr lang="en-AS" dirty="0"/>
          </a:p>
        </p:txBody>
      </p:sp>
      <p:sp>
        <p:nvSpPr>
          <p:cNvPr id="16" name="Text_4">
            <a:extLst>
              <a:ext uri="{FF2B5EF4-FFF2-40B4-BE49-F238E27FC236}">
                <a16:creationId xmlns:a16="http://schemas.microsoft.com/office/drawing/2014/main" id="{62234F43-4E9D-F0FA-EA0F-A9341661517A}"/>
              </a:ext>
            </a:extLst>
          </p:cNvPr>
          <p:cNvSpPr txBox="1"/>
          <p:nvPr/>
        </p:nvSpPr>
        <p:spPr>
          <a:xfrm>
            <a:off x="6847847" y="1370734"/>
            <a:ext cx="1452561" cy="369332"/>
          </a:xfrm>
          <a:prstGeom prst="rect">
            <a:avLst/>
          </a:prstGeom>
          <a:noFill/>
        </p:spPr>
        <p:txBody>
          <a:bodyPr wrap="square" rtlCol="0">
            <a:spAutoFit/>
          </a:bodyPr>
          <a:lstStyle/>
          <a:p>
            <a:pPr algn="ctr"/>
            <a:r>
              <a:rPr lang="en-US" dirty="0"/>
              <a:t>Max-Pooling</a:t>
            </a:r>
            <a:endParaRPr lang="en-AS" dirty="0"/>
          </a:p>
        </p:txBody>
      </p:sp>
      <p:sp>
        <p:nvSpPr>
          <p:cNvPr id="18" name="Text_5">
            <a:extLst>
              <a:ext uri="{FF2B5EF4-FFF2-40B4-BE49-F238E27FC236}">
                <a16:creationId xmlns:a16="http://schemas.microsoft.com/office/drawing/2014/main" id="{F0920686-7A4C-09B9-B05E-0C81D13E8FD9}"/>
              </a:ext>
            </a:extLst>
          </p:cNvPr>
          <p:cNvSpPr txBox="1"/>
          <p:nvPr/>
        </p:nvSpPr>
        <p:spPr>
          <a:xfrm>
            <a:off x="8988186" y="1370734"/>
            <a:ext cx="880660" cy="369332"/>
          </a:xfrm>
          <a:prstGeom prst="rect">
            <a:avLst/>
          </a:prstGeom>
          <a:noFill/>
        </p:spPr>
        <p:txBody>
          <a:bodyPr wrap="square" rtlCol="0">
            <a:spAutoFit/>
          </a:bodyPr>
          <a:lstStyle/>
          <a:p>
            <a:pPr algn="ctr"/>
            <a:r>
              <a:rPr lang="en-US" dirty="0"/>
              <a:t>Flatten</a:t>
            </a:r>
            <a:endParaRPr lang="en-AS" dirty="0"/>
          </a:p>
        </p:txBody>
      </p:sp>
      <p:sp>
        <p:nvSpPr>
          <p:cNvPr id="19" name="Text_6">
            <a:extLst>
              <a:ext uri="{FF2B5EF4-FFF2-40B4-BE49-F238E27FC236}">
                <a16:creationId xmlns:a16="http://schemas.microsoft.com/office/drawing/2014/main" id="{4F0F73AE-9406-CCDD-2ABA-79F8F221EB9D}"/>
              </a:ext>
            </a:extLst>
          </p:cNvPr>
          <p:cNvSpPr txBox="1"/>
          <p:nvPr/>
        </p:nvSpPr>
        <p:spPr>
          <a:xfrm>
            <a:off x="10620368" y="1370734"/>
            <a:ext cx="880660" cy="369332"/>
          </a:xfrm>
          <a:prstGeom prst="rect">
            <a:avLst/>
          </a:prstGeom>
          <a:noFill/>
        </p:spPr>
        <p:txBody>
          <a:bodyPr wrap="square" rtlCol="0">
            <a:spAutoFit/>
          </a:bodyPr>
          <a:lstStyle/>
          <a:p>
            <a:pPr algn="ctr"/>
            <a:r>
              <a:rPr lang="en-US" dirty="0"/>
              <a:t>Dense</a:t>
            </a:r>
            <a:endParaRPr lang="en-AS" dirty="0"/>
          </a:p>
        </p:txBody>
      </p:sp>
      <p:grpSp>
        <p:nvGrpSpPr>
          <p:cNvPr id="450" name="Arrows_1">
            <a:extLst>
              <a:ext uri="{FF2B5EF4-FFF2-40B4-BE49-F238E27FC236}">
                <a16:creationId xmlns:a16="http://schemas.microsoft.com/office/drawing/2014/main" id="{1163AA81-8CA9-D2CF-7785-82F462FC5133}"/>
              </a:ext>
            </a:extLst>
          </p:cNvPr>
          <p:cNvGrpSpPr/>
          <p:nvPr/>
        </p:nvGrpSpPr>
        <p:grpSpPr>
          <a:xfrm>
            <a:off x="297710" y="1890505"/>
            <a:ext cx="2245465" cy="439145"/>
            <a:chOff x="297710" y="2084680"/>
            <a:chExt cx="2232807" cy="439145"/>
          </a:xfrm>
        </p:grpSpPr>
        <p:cxnSp>
          <p:nvCxnSpPr>
            <p:cNvPr id="59" name="Connector: Curved 58">
              <a:extLst>
                <a:ext uri="{FF2B5EF4-FFF2-40B4-BE49-F238E27FC236}">
                  <a16:creationId xmlns:a16="http://schemas.microsoft.com/office/drawing/2014/main" id="{29F1A7BE-94B1-4DF5-3618-986C7AF01C26}"/>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49" name="Connector: Curved 448">
              <a:extLst>
                <a:ext uri="{FF2B5EF4-FFF2-40B4-BE49-F238E27FC236}">
                  <a16:creationId xmlns:a16="http://schemas.microsoft.com/office/drawing/2014/main" id="{0D9D4C30-617D-E3BC-295E-C0211FFDCBFA}"/>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451" name="Arrows_2">
            <a:extLst>
              <a:ext uri="{FF2B5EF4-FFF2-40B4-BE49-F238E27FC236}">
                <a16:creationId xmlns:a16="http://schemas.microsoft.com/office/drawing/2014/main" id="{94095352-B3FA-12E1-905C-18801E02E5FA}"/>
              </a:ext>
            </a:extLst>
          </p:cNvPr>
          <p:cNvGrpSpPr/>
          <p:nvPr/>
        </p:nvGrpSpPr>
        <p:grpSpPr>
          <a:xfrm>
            <a:off x="2538413" y="1890505"/>
            <a:ext cx="1878806" cy="439145"/>
            <a:chOff x="297710" y="2084680"/>
            <a:chExt cx="2232807" cy="439145"/>
          </a:xfrm>
        </p:grpSpPr>
        <p:cxnSp>
          <p:nvCxnSpPr>
            <p:cNvPr id="452" name="Connector: Curved 451">
              <a:extLst>
                <a:ext uri="{FF2B5EF4-FFF2-40B4-BE49-F238E27FC236}">
                  <a16:creationId xmlns:a16="http://schemas.microsoft.com/office/drawing/2014/main" id="{99BC9A1B-1422-8F83-08A1-6B4E7CEFFEAA}"/>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53" name="Connector: Curved 452">
              <a:extLst>
                <a:ext uri="{FF2B5EF4-FFF2-40B4-BE49-F238E27FC236}">
                  <a16:creationId xmlns:a16="http://schemas.microsoft.com/office/drawing/2014/main" id="{35EBE76D-2E04-A45D-4E18-EA3C0454C608}"/>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454" name="Arrows_3">
            <a:extLst>
              <a:ext uri="{FF2B5EF4-FFF2-40B4-BE49-F238E27FC236}">
                <a16:creationId xmlns:a16="http://schemas.microsoft.com/office/drawing/2014/main" id="{2A90C5F9-7EFA-7FDD-DCA3-3659EBD5BE00}"/>
              </a:ext>
            </a:extLst>
          </p:cNvPr>
          <p:cNvGrpSpPr/>
          <p:nvPr/>
        </p:nvGrpSpPr>
        <p:grpSpPr>
          <a:xfrm>
            <a:off x="4420392" y="1890505"/>
            <a:ext cx="2126457" cy="431195"/>
            <a:chOff x="297710" y="2084680"/>
            <a:chExt cx="2232807" cy="439145"/>
          </a:xfrm>
        </p:grpSpPr>
        <p:cxnSp>
          <p:nvCxnSpPr>
            <p:cNvPr id="455" name="Connector: Curved 454">
              <a:extLst>
                <a:ext uri="{FF2B5EF4-FFF2-40B4-BE49-F238E27FC236}">
                  <a16:creationId xmlns:a16="http://schemas.microsoft.com/office/drawing/2014/main" id="{8EAB429B-1B2C-6FFF-480A-685DCAF7E7E6}"/>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56" name="Connector: Curved 455">
              <a:extLst>
                <a:ext uri="{FF2B5EF4-FFF2-40B4-BE49-F238E27FC236}">
                  <a16:creationId xmlns:a16="http://schemas.microsoft.com/office/drawing/2014/main" id="{8422B737-2701-C2D2-3CA8-0DFA0CC2BE82}"/>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457" name="Arrows_4">
            <a:extLst>
              <a:ext uri="{FF2B5EF4-FFF2-40B4-BE49-F238E27FC236}">
                <a16:creationId xmlns:a16="http://schemas.microsoft.com/office/drawing/2014/main" id="{3ED4ECBD-6EA8-B4A3-4587-5D2E8BDF771B}"/>
              </a:ext>
            </a:extLst>
          </p:cNvPr>
          <p:cNvGrpSpPr/>
          <p:nvPr/>
        </p:nvGrpSpPr>
        <p:grpSpPr>
          <a:xfrm>
            <a:off x="6544468" y="1890505"/>
            <a:ext cx="2059318" cy="439145"/>
            <a:chOff x="297710" y="2084680"/>
            <a:chExt cx="2232807" cy="439145"/>
          </a:xfrm>
        </p:grpSpPr>
        <p:cxnSp>
          <p:nvCxnSpPr>
            <p:cNvPr id="458" name="Connector: Curved 457">
              <a:extLst>
                <a:ext uri="{FF2B5EF4-FFF2-40B4-BE49-F238E27FC236}">
                  <a16:creationId xmlns:a16="http://schemas.microsoft.com/office/drawing/2014/main" id="{8191D8E1-D94F-BE25-FF10-94FCCA4184DE}"/>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59" name="Connector: Curved 458">
              <a:extLst>
                <a:ext uri="{FF2B5EF4-FFF2-40B4-BE49-F238E27FC236}">
                  <a16:creationId xmlns:a16="http://schemas.microsoft.com/office/drawing/2014/main" id="{80635B0B-4DE7-8831-BDA5-B9AFA943FEAE}"/>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460" name="Arrows_5">
            <a:extLst>
              <a:ext uri="{FF2B5EF4-FFF2-40B4-BE49-F238E27FC236}">
                <a16:creationId xmlns:a16="http://schemas.microsoft.com/office/drawing/2014/main" id="{38E27C81-C416-EAB5-D095-80CF0547F660}"/>
              </a:ext>
            </a:extLst>
          </p:cNvPr>
          <p:cNvGrpSpPr/>
          <p:nvPr/>
        </p:nvGrpSpPr>
        <p:grpSpPr>
          <a:xfrm>
            <a:off x="8603785" y="1890505"/>
            <a:ext cx="1649462" cy="439145"/>
            <a:chOff x="297710" y="2084680"/>
            <a:chExt cx="2232807" cy="439145"/>
          </a:xfrm>
        </p:grpSpPr>
        <p:cxnSp>
          <p:nvCxnSpPr>
            <p:cNvPr id="461" name="Connector: Curved 460">
              <a:extLst>
                <a:ext uri="{FF2B5EF4-FFF2-40B4-BE49-F238E27FC236}">
                  <a16:creationId xmlns:a16="http://schemas.microsoft.com/office/drawing/2014/main" id="{B75C86CE-C194-029F-209D-98148BABD983}"/>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62" name="Connector: Curved 461">
              <a:extLst>
                <a:ext uri="{FF2B5EF4-FFF2-40B4-BE49-F238E27FC236}">
                  <a16:creationId xmlns:a16="http://schemas.microsoft.com/office/drawing/2014/main" id="{BA27F041-D188-0E96-11D8-38C4F6B0D35F}"/>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463" name="Arrows_6">
            <a:extLst>
              <a:ext uri="{FF2B5EF4-FFF2-40B4-BE49-F238E27FC236}">
                <a16:creationId xmlns:a16="http://schemas.microsoft.com/office/drawing/2014/main" id="{02A1EC5B-3066-33D9-FB72-7DCC59E4929B}"/>
              </a:ext>
            </a:extLst>
          </p:cNvPr>
          <p:cNvGrpSpPr/>
          <p:nvPr/>
        </p:nvGrpSpPr>
        <p:grpSpPr>
          <a:xfrm>
            <a:off x="10253247" y="1890505"/>
            <a:ext cx="1614903" cy="439145"/>
            <a:chOff x="297710" y="2084680"/>
            <a:chExt cx="2232807" cy="439145"/>
          </a:xfrm>
        </p:grpSpPr>
        <p:cxnSp>
          <p:nvCxnSpPr>
            <p:cNvPr id="464" name="Connector: Curved 463">
              <a:extLst>
                <a:ext uri="{FF2B5EF4-FFF2-40B4-BE49-F238E27FC236}">
                  <a16:creationId xmlns:a16="http://schemas.microsoft.com/office/drawing/2014/main" id="{446235B1-150B-F44A-3705-98CBE8383561}"/>
                </a:ext>
              </a:extLst>
            </p:cNvPr>
            <p:cNvCxnSpPr>
              <a:cxnSpLocks/>
            </p:cNvCxnSpPr>
            <p:nvPr/>
          </p:nvCxnSpPr>
          <p:spPr>
            <a:xfrm rot="16200000" flipH="1">
              <a:off x="1756517" y="1742680"/>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65" name="Connector: Curved 464">
              <a:extLst>
                <a:ext uri="{FF2B5EF4-FFF2-40B4-BE49-F238E27FC236}">
                  <a16:creationId xmlns:a16="http://schemas.microsoft.com/office/drawing/2014/main" id="{08E4551D-7365-E8A6-A9DD-EED212AF16AA}"/>
                </a:ext>
              </a:extLst>
            </p:cNvPr>
            <p:cNvCxnSpPr>
              <a:cxnSpLocks/>
            </p:cNvCxnSpPr>
            <p:nvPr/>
          </p:nvCxnSpPr>
          <p:spPr>
            <a:xfrm rot="5400000">
              <a:off x="639710" y="1749825"/>
              <a:ext cx="432000" cy="1116000"/>
            </a:xfrm>
            <a:prstGeom prst="curvedConnector3">
              <a:avLst>
                <a:gd name="adj1" fmla="val 58819"/>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84" name="Arrow_Links">
            <a:extLst>
              <a:ext uri="{FF2B5EF4-FFF2-40B4-BE49-F238E27FC236}">
                <a16:creationId xmlns:a16="http://schemas.microsoft.com/office/drawing/2014/main" id="{881302DD-8F81-998C-35BC-A228167F7E82}"/>
              </a:ext>
            </a:extLst>
          </p:cNvPr>
          <p:cNvGrpSpPr/>
          <p:nvPr/>
        </p:nvGrpSpPr>
        <p:grpSpPr>
          <a:xfrm>
            <a:off x="10199725" y="2578934"/>
            <a:ext cx="771767" cy="3641672"/>
            <a:chOff x="10199725" y="2578934"/>
            <a:chExt cx="771767" cy="3641672"/>
          </a:xfrm>
        </p:grpSpPr>
        <p:cxnSp>
          <p:nvCxnSpPr>
            <p:cNvPr id="467" name="Straight Arrow Connector 466">
              <a:extLst>
                <a:ext uri="{FF2B5EF4-FFF2-40B4-BE49-F238E27FC236}">
                  <a16:creationId xmlns:a16="http://schemas.microsoft.com/office/drawing/2014/main" id="{7D69341E-01D8-9B23-5C1E-E435B6E174FC}"/>
                </a:ext>
              </a:extLst>
            </p:cNvPr>
            <p:cNvCxnSpPr>
              <a:stCxn id="245" idx="6"/>
              <a:endCxn id="264" idx="1"/>
            </p:cNvCxnSpPr>
            <p:nvPr/>
          </p:nvCxnSpPr>
          <p:spPr>
            <a:xfrm>
              <a:off x="10253247" y="2578934"/>
              <a:ext cx="718245" cy="45460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69" name="Straight Arrow Connector 468">
              <a:extLst>
                <a:ext uri="{FF2B5EF4-FFF2-40B4-BE49-F238E27FC236}">
                  <a16:creationId xmlns:a16="http://schemas.microsoft.com/office/drawing/2014/main" id="{E9F0D6A6-EB91-9FA7-3C09-E1313607E599}"/>
                </a:ext>
              </a:extLst>
            </p:cNvPr>
            <p:cNvCxnSpPr>
              <a:stCxn id="245" idx="6"/>
              <a:endCxn id="265" idx="1"/>
            </p:cNvCxnSpPr>
            <p:nvPr/>
          </p:nvCxnSpPr>
          <p:spPr>
            <a:xfrm>
              <a:off x="10253247" y="2578934"/>
              <a:ext cx="718245" cy="105030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71" name="Straight Arrow Connector 470">
              <a:extLst>
                <a:ext uri="{FF2B5EF4-FFF2-40B4-BE49-F238E27FC236}">
                  <a16:creationId xmlns:a16="http://schemas.microsoft.com/office/drawing/2014/main" id="{6B55F202-320A-60D9-0EA8-BA3F3CBA4AF7}"/>
                </a:ext>
              </a:extLst>
            </p:cNvPr>
            <p:cNvCxnSpPr>
              <a:stCxn id="245" idx="5"/>
              <a:endCxn id="266" idx="1"/>
            </p:cNvCxnSpPr>
            <p:nvPr/>
          </p:nvCxnSpPr>
          <p:spPr>
            <a:xfrm>
              <a:off x="10199725" y="2708146"/>
              <a:ext cx="771767" cy="151679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73" name="Straight Arrow Connector 472">
              <a:extLst>
                <a:ext uri="{FF2B5EF4-FFF2-40B4-BE49-F238E27FC236}">
                  <a16:creationId xmlns:a16="http://schemas.microsoft.com/office/drawing/2014/main" id="{79C4D216-0AF6-1A41-CDBE-973FD2577923}"/>
                </a:ext>
              </a:extLst>
            </p:cNvPr>
            <p:cNvCxnSpPr>
              <a:stCxn id="245" idx="5"/>
              <a:endCxn id="267" idx="1"/>
            </p:cNvCxnSpPr>
            <p:nvPr/>
          </p:nvCxnSpPr>
          <p:spPr>
            <a:xfrm>
              <a:off x="10199725" y="2708146"/>
              <a:ext cx="771767" cy="211249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a:extLst>
                <a:ext uri="{FF2B5EF4-FFF2-40B4-BE49-F238E27FC236}">
                  <a16:creationId xmlns:a16="http://schemas.microsoft.com/office/drawing/2014/main" id="{9577FC3D-FB38-15BC-27F9-583E18CA873E}"/>
                </a:ext>
              </a:extLst>
            </p:cNvPr>
            <p:cNvCxnSpPr>
              <a:stCxn id="253" idx="6"/>
              <a:endCxn id="264" idx="2"/>
            </p:cNvCxnSpPr>
            <p:nvPr/>
          </p:nvCxnSpPr>
          <p:spPr>
            <a:xfrm>
              <a:off x="10253247" y="3156465"/>
              <a:ext cx="664723" cy="6284"/>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77" name="Straight Arrow Connector 476">
              <a:extLst>
                <a:ext uri="{FF2B5EF4-FFF2-40B4-BE49-F238E27FC236}">
                  <a16:creationId xmlns:a16="http://schemas.microsoft.com/office/drawing/2014/main" id="{6119853D-4818-E249-EF33-9EE20F0E7FB2}"/>
                </a:ext>
              </a:extLst>
            </p:cNvPr>
            <p:cNvCxnSpPr>
              <a:stCxn id="253" idx="6"/>
              <a:endCxn id="265" idx="1"/>
            </p:cNvCxnSpPr>
            <p:nvPr/>
          </p:nvCxnSpPr>
          <p:spPr>
            <a:xfrm>
              <a:off x="10253247" y="3156465"/>
              <a:ext cx="718245" cy="47277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80" name="Straight Arrow Connector 479">
              <a:extLst>
                <a:ext uri="{FF2B5EF4-FFF2-40B4-BE49-F238E27FC236}">
                  <a16:creationId xmlns:a16="http://schemas.microsoft.com/office/drawing/2014/main" id="{43C5808F-7F71-4A28-FD8E-B516A6528499}"/>
                </a:ext>
              </a:extLst>
            </p:cNvPr>
            <p:cNvCxnSpPr>
              <a:stCxn id="253" idx="5"/>
              <a:endCxn id="266" idx="1"/>
            </p:cNvCxnSpPr>
            <p:nvPr/>
          </p:nvCxnSpPr>
          <p:spPr>
            <a:xfrm>
              <a:off x="10199725" y="3285677"/>
              <a:ext cx="771767" cy="939261"/>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82" name="Straight Arrow Connector 481">
              <a:extLst>
                <a:ext uri="{FF2B5EF4-FFF2-40B4-BE49-F238E27FC236}">
                  <a16:creationId xmlns:a16="http://schemas.microsoft.com/office/drawing/2014/main" id="{DF26BFAF-2583-E7DD-EEDB-3A8287F220D7}"/>
                </a:ext>
              </a:extLst>
            </p:cNvPr>
            <p:cNvCxnSpPr>
              <a:stCxn id="253" idx="5"/>
              <a:endCxn id="267" idx="1"/>
            </p:cNvCxnSpPr>
            <p:nvPr/>
          </p:nvCxnSpPr>
          <p:spPr>
            <a:xfrm>
              <a:off x="10199725" y="3285677"/>
              <a:ext cx="771767" cy="153496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84" name="Straight Arrow Connector 483">
              <a:extLst>
                <a:ext uri="{FF2B5EF4-FFF2-40B4-BE49-F238E27FC236}">
                  <a16:creationId xmlns:a16="http://schemas.microsoft.com/office/drawing/2014/main" id="{52BE6968-71FB-4E19-F080-5F37895FB9D9}"/>
                </a:ext>
              </a:extLst>
            </p:cNvPr>
            <p:cNvCxnSpPr>
              <a:stCxn id="254" idx="7"/>
              <a:endCxn id="264" idx="2"/>
            </p:cNvCxnSpPr>
            <p:nvPr/>
          </p:nvCxnSpPr>
          <p:spPr>
            <a:xfrm flipV="1">
              <a:off x="10199725" y="3162749"/>
              <a:ext cx="718245" cy="442034"/>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89" name="Straight Arrow Connector 488">
              <a:extLst>
                <a:ext uri="{FF2B5EF4-FFF2-40B4-BE49-F238E27FC236}">
                  <a16:creationId xmlns:a16="http://schemas.microsoft.com/office/drawing/2014/main" id="{2969DC75-CFE9-A345-9DD0-4DCAFC49669D}"/>
                </a:ext>
              </a:extLst>
            </p:cNvPr>
            <p:cNvCxnSpPr>
              <a:stCxn id="254" idx="6"/>
              <a:endCxn id="265" idx="2"/>
            </p:cNvCxnSpPr>
            <p:nvPr/>
          </p:nvCxnSpPr>
          <p:spPr>
            <a:xfrm>
              <a:off x="10253247" y="3733996"/>
              <a:ext cx="664723" cy="24454"/>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91" name="Straight Arrow Connector 490">
              <a:extLst>
                <a:ext uri="{FF2B5EF4-FFF2-40B4-BE49-F238E27FC236}">
                  <a16:creationId xmlns:a16="http://schemas.microsoft.com/office/drawing/2014/main" id="{5F5AB6E1-DAF1-A8D8-5D35-D65B6029B726}"/>
                </a:ext>
              </a:extLst>
            </p:cNvPr>
            <p:cNvCxnSpPr>
              <a:stCxn id="254" idx="5"/>
              <a:endCxn id="266" idx="2"/>
            </p:cNvCxnSpPr>
            <p:nvPr/>
          </p:nvCxnSpPr>
          <p:spPr>
            <a:xfrm>
              <a:off x="10199725" y="3863208"/>
              <a:ext cx="718245" cy="49094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93" name="Straight Arrow Connector 492">
              <a:extLst>
                <a:ext uri="{FF2B5EF4-FFF2-40B4-BE49-F238E27FC236}">
                  <a16:creationId xmlns:a16="http://schemas.microsoft.com/office/drawing/2014/main" id="{5E6F01A8-2CD8-3B6A-C5AD-56DECBA418A0}"/>
                </a:ext>
              </a:extLst>
            </p:cNvPr>
            <p:cNvCxnSpPr>
              <a:stCxn id="254" idx="5"/>
              <a:endCxn id="267" idx="2"/>
            </p:cNvCxnSpPr>
            <p:nvPr/>
          </p:nvCxnSpPr>
          <p:spPr>
            <a:xfrm>
              <a:off x="10199725" y="3863208"/>
              <a:ext cx="718245" cy="1086644"/>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96" name="Straight Arrow Connector 495">
              <a:extLst>
                <a:ext uri="{FF2B5EF4-FFF2-40B4-BE49-F238E27FC236}">
                  <a16:creationId xmlns:a16="http://schemas.microsoft.com/office/drawing/2014/main" id="{7D94D237-0A54-C9CB-3692-B0C479149823}"/>
                </a:ext>
              </a:extLst>
            </p:cNvPr>
            <p:cNvCxnSpPr>
              <a:stCxn id="255" idx="7"/>
              <a:endCxn id="264" idx="3"/>
            </p:cNvCxnSpPr>
            <p:nvPr/>
          </p:nvCxnSpPr>
          <p:spPr>
            <a:xfrm flipV="1">
              <a:off x="10199725" y="3291961"/>
              <a:ext cx="771767" cy="89035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498" name="Straight Arrow Connector 497">
              <a:extLst>
                <a:ext uri="{FF2B5EF4-FFF2-40B4-BE49-F238E27FC236}">
                  <a16:creationId xmlns:a16="http://schemas.microsoft.com/office/drawing/2014/main" id="{F7180ECB-E0E1-95FF-5E98-9122964110C0}"/>
                </a:ext>
              </a:extLst>
            </p:cNvPr>
            <p:cNvCxnSpPr>
              <a:stCxn id="255" idx="7"/>
              <a:endCxn id="265" idx="2"/>
            </p:cNvCxnSpPr>
            <p:nvPr/>
          </p:nvCxnSpPr>
          <p:spPr>
            <a:xfrm flipV="1">
              <a:off x="10199725" y="3758450"/>
              <a:ext cx="718245" cy="42386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00" name="Straight Arrow Connector 499">
              <a:extLst>
                <a:ext uri="{FF2B5EF4-FFF2-40B4-BE49-F238E27FC236}">
                  <a16:creationId xmlns:a16="http://schemas.microsoft.com/office/drawing/2014/main" id="{E92AE36D-875F-EEFA-7C1D-E6AAAEED6AF6}"/>
                </a:ext>
              </a:extLst>
            </p:cNvPr>
            <p:cNvCxnSpPr>
              <a:stCxn id="255" idx="6"/>
              <a:endCxn id="266" idx="2"/>
            </p:cNvCxnSpPr>
            <p:nvPr/>
          </p:nvCxnSpPr>
          <p:spPr>
            <a:xfrm>
              <a:off x="10253247" y="4311526"/>
              <a:ext cx="664723" cy="42625"/>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02" name="Straight Arrow Connector 501">
              <a:extLst>
                <a:ext uri="{FF2B5EF4-FFF2-40B4-BE49-F238E27FC236}">
                  <a16:creationId xmlns:a16="http://schemas.microsoft.com/office/drawing/2014/main" id="{08715A43-8FB1-74F7-685B-BEFC255A1760}"/>
                </a:ext>
              </a:extLst>
            </p:cNvPr>
            <p:cNvCxnSpPr>
              <a:stCxn id="255" idx="6"/>
              <a:endCxn id="267" idx="1"/>
            </p:cNvCxnSpPr>
            <p:nvPr/>
          </p:nvCxnSpPr>
          <p:spPr>
            <a:xfrm>
              <a:off x="10253247" y="4311526"/>
              <a:ext cx="718245" cy="50911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a:extLst>
                <a:ext uri="{FF2B5EF4-FFF2-40B4-BE49-F238E27FC236}">
                  <a16:creationId xmlns:a16="http://schemas.microsoft.com/office/drawing/2014/main" id="{A89F2D13-CBB5-922B-20F2-4C4E43682ECF}"/>
                </a:ext>
              </a:extLst>
            </p:cNvPr>
            <p:cNvCxnSpPr>
              <a:stCxn id="261" idx="7"/>
              <a:endCxn id="264" idx="3"/>
            </p:cNvCxnSpPr>
            <p:nvPr/>
          </p:nvCxnSpPr>
          <p:spPr>
            <a:xfrm flipV="1">
              <a:off x="10199725" y="3291961"/>
              <a:ext cx="771767" cy="1686119"/>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06" name="Straight Arrow Connector 505">
              <a:extLst>
                <a:ext uri="{FF2B5EF4-FFF2-40B4-BE49-F238E27FC236}">
                  <a16:creationId xmlns:a16="http://schemas.microsoft.com/office/drawing/2014/main" id="{CA1789B8-F4D2-B6BD-7DC8-7C26896B7E77}"/>
                </a:ext>
              </a:extLst>
            </p:cNvPr>
            <p:cNvCxnSpPr>
              <a:stCxn id="261" idx="7"/>
              <a:endCxn id="265" idx="3"/>
            </p:cNvCxnSpPr>
            <p:nvPr/>
          </p:nvCxnSpPr>
          <p:spPr>
            <a:xfrm flipV="1">
              <a:off x="10199725" y="3887662"/>
              <a:ext cx="771767" cy="1090418"/>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08" name="Straight Arrow Connector 507">
              <a:extLst>
                <a:ext uri="{FF2B5EF4-FFF2-40B4-BE49-F238E27FC236}">
                  <a16:creationId xmlns:a16="http://schemas.microsoft.com/office/drawing/2014/main" id="{9BDE4DDA-CD34-DA15-B7D0-1C2A822C7245}"/>
                </a:ext>
              </a:extLst>
            </p:cNvPr>
            <p:cNvCxnSpPr>
              <a:stCxn id="261" idx="6"/>
              <a:endCxn id="266" idx="3"/>
            </p:cNvCxnSpPr>
            <p:nvPr/>
          </p:nvCxnSpPr>
          <p:spPr>
            <a:xfrm flipV="1">
              <a:off x="10253247" y="4483363"/>
              <a:ext cx="718245" cy="623930"/>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510" name="Straight Arrow Connector 509">
              <a:extLst>
                <a:ext uri="{FF2B5EF4-FFF2-40B4-BE49-F238E27FC236}">
                  <a16:creationId xmlns:a16="http://schemas.microsoft.com/office/drawing/2014/main" id="{E8172459-BFC1-097B-2BAD-953FB07B5816}"/>
                </a:ext>
              </a:extLst>
            </p:cNvPr>
            <p:cNvCxnSpPr>
              <a:stCxn id="261" idx="6"/>
              <a:endCxn id="267" idx="2"/>
            </p:cNvCxnSpPr>
            <p:nvPr/>
          </p:nvCxnSpPr>
          <p:spPr>
            <a:xfrm flipV="1">
              <a:off x="10253247" y="4949852"/>
              <a:ext cx="664723" cy="157441"/>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64" name="Straight Arrow Connector 63">
              <a:extLst>
                <a:ext uri="{FF2B5EF4-FFF2-40B4-BE49-F238E27FC236}">
                  <a16:creationId xmlns:a16="http://schemas.microsoft.com/office/drawing/2014/main" id="{F68FF88F-06EC-1CFE-099A-C8D3DE8C9458}"/>
                </a:ext>
              </a:extLst>
            </p:cNvPr>
            <p:cNvCxnSpPr>
              <a:stCxn id="262" idx="7"/>
              <a:endCxn id="264" idx="3"/>
            </p:cNvCxnSpPr>
            <p:nvPr/>
          </p:nvCxnSpPr>
          <p:spPr>
            <a:xfrm flipV="1">
              <a:off x="10199725" y="3291961"/>
              <a:ext cx="771767" cy="2242775"/>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66" name="Straight Arrow Connector 65">
              <a:extLst>
                <a:ext uri="{FF2B5EF4-FFF2-40B4-BE49-F238E27FC236}">
                  <a16:creationId xmlns:a16="http://schemas.microsoft.com/office/drawing/2014/main" id="{BAF15209-715E-1E93-8152-A471A4598F11}"/>
                </a:ext>
              </a:extLst>
            </p:cNvPr>
            <p:cNvCxnSpPr>
              <a:cxnSpLocks/>
              <a:stCxn id="262" idx="7"/>
              <a:endCxn id="265" idx="3"/>
            </p:cNvCxnSpPr>
            <p:nvPr/>
          </p:nvCxnSpPr>
          <p:spPr>
            <a:xfrm flipV="1">
              <a:off x="10199725" y="3887662"/>
              <a:ext cx="771767" cy="1647074"/>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69" name="Straight Arrow Connector 68">
              <a:extLst>
                <a:ext uri="{FF2B5EF4-FFF2-40B4-BE49-F238E27FC236}">
                  <a16:creationId xmlns:a16="http://schemas.microsoft.com/office/drawing/2014/main" id="{6D2DE28D-F632-89E2-02BE-FE1A6FD26816}"/>
                </a:ext>
              </a:extLst>
            </p:cNvPr>
            <p:cNvCxnSpPr>
              <a:stCxn id="262" idx="6"/>
              <a:endCxn id="266" idx="3"/>
            </p:cNvCxnSpPr>
            <p:nvPr/>
          </p:nvCxnSpPr>
          <p:spPr>
            <a:xfrm flipV="1">
              <a:off x="10253247" y="4483363"/>
              <a:ext cx="718245" cy="1180586"/>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1" name="Straight Arrow Connector 70">
              <a:extLst>
                <a:ext uri="{FF2B5EF4-FFF2-40B4-BE49-F238E27FC236}">
                  <a16:creationId xmlns:a16="http://schemas.microsoft.com/office/drawing/2014/main" id="{A31A3722-EDAB-8D07-8638-ABE6A7C63B43}"/>
                </a:ext>
              </a:extLst>
            </p:cNvPr>
            <p:cNvCxnSpPr>
              <a:stCxn id="262" idx="6"/>
              <a:endCxn id="267" idx="3"/>
            </p:cNvCxnSpPr>
            <p:nvPr/>
          </p:nvCxnSpPr>
          <p:spPr>
            <a:xfrm flipV="1">
              <a:off x="10253247" y="5079064"/>
              <a:ext cx="718245" cy="584885"/>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3" name="Straight Arrow Connector 72">
              <a:extLst>
                <a:ext uri="{FF2B5EF4-FFF2-40B4-BE49-F238E27FC236}">
                  <a16:creationId xmlns:a16="http://schemas.microsoft.com/office/drawing/2014/main" id="{9D61F2A5-A953-6731-AC4A-B4F58E5A28A5}"/>
                </a:ext>
              </a:extLst>
            </p:cNvPr>
            <p:cNvCxnSpPr>
              <a:stCxn id="263" idx="7"/>
              <a:endCxn id="264" idx="3"/>
            </p:cNvCxnSpPr>
            <p:nvPr/>
          </p:nvCxnSpPr>
          <p:spPr>
            <a:xfrm flipV="1">
              <a:off x="10199725" y="3291961"/>
              <a:ext cx="771767" cy="279943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5" name="Straight Arrow Connector 74">
              <a:extLst>
                <a:ext uri="{FF2B5EF4-FFF2-40B4-BE49-F238E27FC236}">
                  <a16:creationId xmlns:a16="http://schemas.microsoft.com/office/drawing/2014/main" id="{B2397D8E-02A7-6065-B6FD-56689A798827}"/>
                </a:ext>
              </a:extLst>
            </p:cNvPr>
            <p:cNvCxnSpPr>
              <a:cxnSpLocks/>
              <a:stCxn id="263" idx="7"/>
              <a:endCxn id="265" idx="3"/>
            </p:cNvCxnSpPr>
            <p:nvPr/>
          </p:nvCxnSpPr>
          <p:spPr>
            <a:xfrm flipV="1">
              <a:off x="10199725" y="3887662"/>
              <a:ext cx="771767" cy="2203731"/>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81" name="Straight Arrow Connector 80">
              <a:extLst>
                <a:ext uri="{FF2B5EF4-FFF2-40B4-BE49-F238E27FC236}">
                  <a16:creationId xmlns:a16="http://schemas.microsoft.com/office/drawing/2014/main" id="{BBEDF652-5E04-405A-E284-9F588EF3CB99}"/>
                </a:ext>
              </a:extLst>
            </p:cNvPr>
            <p:cNvCxnSpPr>
              <a:stCxn id="263" idx="6"/>
              <a:endCxn id="266" idx="3"/>
            </p:cNvCxnSpPr>
            <p:nvPr/>
          </p:nvCxnSpPr>
          <p:spPr>
            <a:xfrm flipV="1">
              <a:off x="10253247" y="4483363"/>
              <a:ext cx="718245" cy="1737243"/>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83" name="Straight Arrow Connector 82">
              <a:extLst>
                <a:ext uri="{FF2B5EF4-FFF2-40B4-BE49-F238E27FC236}">
                  <a16:creationId xmlns:a16="http://schemas.microsoft.com/office/drawing/2014/main" id="{C36ED9ED-6558-668A-2C90-82D4090A83D7}"/>
                </a:ext>
              </a:extLst>
            </p:cNvPr>
            <p:cNvCxnSpPr>
              <a:stCxn id="263" idx="6"/>
              <a:endCxn id="267" idx="3"/>
            </p:cNvCxnSpPr>
            <p:nvPr/>
          </p:nvCxnSpPr>
          <p:spPr>
            <a:xfrm flipV="1">
              <a:off x="10253247" y="5079064"/>
              <a:ext cx="718245" cy="1141542"/>
            </a:xfrm>
            <a:prstGeom prst="straightConnector1">
              <a:avLst/>
            </a:prstGeom>
            <a:ln>
              <a:solidFill>
                <a:schemeClr val="tx1">
                  <a:lumMod val="65000"/>
                  <a:lumOff val="35000"/>
                </a:schemeClr>
              </a:solidFill>
              <a:tailEnd type="triangle"/>
            </a:ln>
          </p:spPr>
          <p:style>
            <a:lnRef idx="2">
              <a:schemeClr val="accent1"/>
            </a:lnRef>
            <a:fillRef idx="0">
              <a:schemeClr val="accent1"/>
            </a:fillRef>
            <a:effectRef idx="1">
              <a:schemeClr val="accent1"/>
            </a:effectRef>
            <a:fontRef idx="minor">
              <a:schemeClr val="tx1"/>
            </a:fontRef>
          </p:style>
        </p:cxnSp>
      </p:grpSp>
      <p:grpSp>
        <p:nvGrpSpPr>
          <p:cNvPr id="136" name="indecator_1">
            <a:extLst>
              <a:ext uri="{FF2B5EF4-FFF2-40B4-BE49-F238E27FC236}">
                <a16:creationId xmlns:a16="http://schemas.microsoft.com/office/drawing/2014/main" id="{54421BDB-BF59-0EF8-A591-6F69BFC87363}"/>
              </a:ext>
            </a:extLst>
          </p:cNvPr>
          <p:cNvGrpSpPr/>
          <p:nvPr/>
        </p:nvGrpSpPr>
        <p:grpSpPr>
          <a:xfrm>
            <a:off x="3914775" y="3959139"/>
            <a:ext cx="1339905" cy="779928"/>
            <a:chOff x="3914775" y="3959139"/>
            <a:chExt cx="1339905" cy="779928"/>
          </a:xfrm>
        </p:grpSpPr>
        <p:cxnSp>
          <p:nvCxnSpPr>
            <p:cNvPr id="93" name="Straight Connector 92">
              <a:extLst>
                <a:ext uri="{FF2B5EF4-FFF2-40B4-BE49-F238E27FC236}">
                  <a16:creationId xmlns:a16="http://schemas.microsoft.com/office/drawing/2014/main" id="{9ED47B68-C01F-F45F-3F3B-15A213EC53CC}"/>
                </a:ext>
              </a:extLst>
            </p:cNvPr>
            <p:cNvCxnSpPr>
              <a:cxnSpLocks/>
            </p:cNvCxnSpPr>
            <p:nvPr/>
          </p:nvCxnSpPr>
          <p:spPr>
            <a:xfrm>
              <a:off x="3914775" y="3959139"/>
              <a:ext cx="1339905" cy="94129"/>
            </a:xfrm>
            <a:prstGeom prst="line">
              <a:avLst/>
            </a:prstGeom>
            <a:ln w="15875">
              <a:solidFill>
                <a:srgbClr val="FF0000"/>
              </a:solidFill>
              <a:prstDash val="dash"/>
            </a:ln>
            <a:extLst>
              <a:ext uri="{909E8E84-426E-40DD-AFC4-6F175D3DCCD1}">
                <a14:hiddenFill xmlns:a14="http://schemas.microsoft.com/office/drawing/2010/main">
                  <a:solidFill>
                    <a:schemeClr val="accent1"/>
                  </a:solidFill>
                </a14:hiddenFill>
              </a:ext>
            </a:extLst>
          </p:spPr>
          <p:style>
            <a:lnRef idx="2">
              <a:schemeClr val="accent1"/>
            </a:lnRef>
            <a:fillRef idx="0">
              <a:schemeClr val="accent1"/>
            </a:fillRef>
            <a:effectRef idx="1">
              <a:schemeClr val="accent1"/>
            </a:effectRef>
            <a:fontRef idx="minor">
              <a:schemeClr val="tx1"/>
            </a:fontRef>
          </p:style>
        </p:cxnSp>
        <p:cxnSp>
          <p:nvCxnSpPr>
            <p:cNvPr id="95" name="Straight Connector 94">
              <a:extLst>
                <a:ext uri="{FF2B5EF4-FFF2-40B4-BE49-F238E27FC236}">
                  <a16:creationId xmlns:a16="http://schemas.microsoft.com/office/drawing/2014/main" id="{B2EF9813-AB07-5BA6-6EC8-D8D74E237439}"/>
                </a:ext>
              </a:extLst>
            </p:cNvPr>
            <p:cNvCxnSpPr>
              <a:cxnSpLocks/>
            </p:cNvCxnSpPr>
            <p:nvPr/>
          </p:nvCxnSpPr>
          <p:spPr>
            <a:xfrm>
              <a:off x="3914775" y="4644938"/>
              <a:ext cx="1339905" cy="94129"/>
            </a:xfrm>
            <a:prstGeom prst="line">
              <a:avLst/>
            </a:prstGeom>
            <a:ln w="15875">
              <a:solidFill>
                <a:srgbClr val="FF0000"/>
              </a:solidFill>
              <a:prstDash val="dash"/>
            </a:ln>
          </p:spPr>
          <p:style>
            <a:lnRef idx="2">
              <a:schemeClr val="accent1"/>
            </a:lnRef>
            <a:fillRef idx="0">
              <a:schemeClr val="accent1"/>
            </a:fillRef>
            <a:effectRef idx="1">
              <a:schemeClr val="accent1"/>
            </a:effectRef>
            <a:fontRef idx="minor">
              <a:schemeClr val="tx1"/>
            </a:fontRef>
          </p:style>
        </p:cxnSp>
      </p:grpSp>
      <p:grpSp>
        <p:nvGrpSpPr>
          <p:cNvPr id="137" name="indecator_2">
            <a:extLst>
              <a:ext uri="{FF2B5EF4-FFF2-40B4-BE49-F238E27FC236}">
                <a16:creationId xmlns:a16="http://schemas.microsoft.com/office/drawing/2014/main" id="{925B5E3D-EB94-2412-D1A6-9B37E195573F}"/>
              </a:ext>
            </a:extLst>
          </p:cNvPr>
          <p:cNvGrpSpPr/>
          <p:nvPr/>
        </p:nvGrpSpPr>
        <p:grpSpPr>
          <a:xfrm>
            <a:off x="7591425" y="4171416"/>
            <a:ext cx="1155561" cy="567651"/>
            <a:chOff x="7591425" y="4171416"/>
            <a:chExt cx="1155561" cy="567651"/>
          </a:xfrm>
        </p:grpSpPr>
        <p:cxnSp>
          <p:nvCxnSpPr>
            <p:cNvPr id="100" name="Straight Connector 99">
              <a:extLst>
                <a:ext uri="{FF2B5EF4-FFF2-40B4-BE49-F238E27FC236}">
                  <a16:creationId xmlns:a16="http://schemas.microsoft.com/office/drawing/2014/main" id="{895B6CEE-C5B7-A90D-AEB4-D37B62502BFE}"/>
                </a:ext>
              </a:extLst>
            </p:cNvPr>
            <p:cNvCxnSpPr>
              <a:cxnSpLocks/>
            </p:cNvCxnSpPr>
            <p:nvPr/>
          </p:nvCxnSpPr>
          <p:spPr>
            <a:xfrm flipV="1">
              <a:off x="7591425" y="4171416"/>
              <a:ext cx="1155561" cy="84317"/>
            </a:xfrm>
            <a:prstGeom prst="line">
              <a:avLst/>
            </a:prstGeom>
            <a:ln w="19050" cap="flat" cmpd="sng" algn="ctr">
              <a:solidFill>
                <a:srgbClr val="FF0000"/>
              </a:solidFill>
              <a:prstDash val="dash"/>
              <a:miter lim="800000"/>
            </a:ln>
            <a:extLst>
              <a:ext uri="{909E8E84-426E-40DD-AFC4-6F175D3DCCD1}">
                <a14:hiddenFill xmlns:a14="http://schemas.microsoft.com/office/drawing/2010/main">
                  <a:solidFill>
                    <a:schemeClr val="accent1"/>
                  </a:solidFill>
                </a14:hiddenFill>
              </a:ext>
            </a:extLst>
          </p:spPr>
          <p:style>
            <a:lnRef idx="2">
              <a:schemeClr val="accent1"/>
            </a:lnRef>
            <a:fillRef idx="0">
              <a:schemeClr val="accent1"/>
            </a:fillRef>
            <a:effectRef idx="1">
              <a:schemeClr val="accent1"/>
            </a:effectRef>
            <a:fontRef idx="minor">
              <a:schemeClr val="tx1"/>
            </a:fontRef>
          </p:style>
        </p:cxnSp>
        <p:cxnSp>
          <p:nvCxnSpPr>
            <p:cNvPr id="123" name="Straight Connector 122">
              <a:extLst>
                <a:ext uri="{FF2B5EF4-FFF2-40B4-BE49-F238E27FC236}">
                  <a16:creationId xmlns:a16="http://schemas.microsoft.com/office/drawing/2014/main" id="{7B226659-7DF2-5CCA-0B77-02B661D35244}"/>
                </a:ext>
              </a:extLst>
            </p:cNvPr>
            <p:cNvCxnSpPr>
              <a:cxnSpLocks/>
            </p:cNvCxnSpPr>
            <p:nvPr/>
          </p:nvCxnSpPr>
          <p:spPr>
            <a:xfrm flipV="1">
              <a:off x="7591425" y="4644938"/>
              <a:ext cx="1155561" cy="94129"/>
            </a:xfrm>
            <a:prstGeom prst="line">
              <a:avLst/>
            </a:prstGeom>
            <a:ln w="19050" cap="flat" cmpd="sng" algn="ctr">
              <a:solidFill>
                <a:srgbClr val="FF0000"/>
              </a:solidFill>
              <a:prstDash val="dash"/>
              <a:miter lim="800000"/>
            </a:ln>
            <a:extLst>
              <a:ext uri="{909E8E84-426E-40DD-AFC4-6F175D3DCCD1}">
                <a14:hiddenFill xmlns:a14="http://schemas.microsoft.com/office/drawing/2010/main">
                  <a:solidFill>
                    <a:schemeClr val="accent1"/>
                  </a:solidFill>
                </a14:hiddenFill>
              </a:ext>
            </a:extLst>
          </p:spPr>
          <p:style>
            <a:lnRef idx="2">
              <a:schemeClr val="accent1"/>
            </a:lnRef>
            <a:fillRef idx="0">
              <a:schemeClr val="accent1"/>
            </a:fillRef>
            <a:effectRef idx="1">
              <a:schemeClr val="accent1"/>
            </a:effectRef>
            <a:fontRef idx="minor">
              <a:schemeClr val="tx1"/>
            </a:fontRef>
          </p:style>
        </p:cxnSp>
      </p:grpSp>
      <p:sp>
        <p:nvSpPr>
          <p:cNvPr id="21" name="Footer Placeholder 20">
            <a:extLst>
              <a:ext uri="{FF2B5EF4-FFF2-40B4-BE49-F238E27FC236}">
                <a16:creationId xmlns:a16="http://schemas.microsoft.com/office/drawing/2014/main" id="{942BAD02-B7AF-4F77-C647-7C4692165134}"/>
              </a:ext>
            </a:extLst>
          </p:cNvPr>
          <p:cNvSpPr>
            <a:spLocks noGrp="1"/>
          </p:cNvSpPr>
          <p:nvPr>
            <p:ph type="ftr" sz="quarter" idx="11"/>
          </p:nvPr>
        </p:nvSpPr>
        <p:spPr>
          <a:xfrm>
            <a:off x="363600" y="6508750"/>
            <a:ext cx="4114800" cy="365125"/>
          </a:xfrm>
        </p:spPr>
        <p:txBody>
          <a:bodyPr/>
          <a:lstStyle/>
          <a:p>
            <a:pPr algn="l"/>
            <a:r>
              <a:rPr lang="en-US" dirty="0"/>
              <a:t>ABVCS</a:t>
            </a:r>
            <a:endParaRPr lang="en-AS" dirty="0"/>
          </a:p>
        </p:txBody>
      </p:sp>
      <p:sp>
        <p:nvSpPr>
          <p:cNvPr id="20" name="Title 16">
            <a:extLst>
              <a:ext uri="{FF2B5EF4-FFF2-40B4-BE49-F238E27FC236}">
                <a16:creationId xmlns:a16="http://schemas.microsoft.com/office/drawing/2014/main" id="{E76CF5A5-8170-488B-FF61-1DCF1088E536}"/>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mn-ea"/>
                <a:cs typeface="Times New Roman" panose="02020603050405020304" pitchFamily="18" charset="0"/>
              </a:rPr>
              <a:t>AI Models</a:t>
            </a:r>
          </a:p>
        </p:txBody>
      </p:sp>
      <p:pic>
        <p:nvPicPr>
          <p:cNvPr id="22" name="Graphic 21" descr="Illustrator with solid fill">
            <a:extLst>
              <a:ext uri="{FF2B5EF4-FFF2-40B4-BE49-F238E27FC236}">
                <a16:creationId xmlns:a16="http://schemas.microsoft.com/office/drawing/2014/main" id="{75D5A4F3-CA0D-9E67-215E-5727A4AD0100}"/>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17" name="!!Film_Tabe_1">
            <a:extLst>
              <a:ext uri="{FF2B5EF4-FFF2-40B4-BE49-F238E27FC236}">
                <a16:creationId xmlns:a16="http://schemas.microsoft.com/office/drawing/2014/main" id="{272A3350-3BD9-D483-F890-892BC2EE6349}"/>
              </a:ext>
            </a:extLst>
          </p:cNvPr>
          <p:cNvGrpSpPr/>
          <p:nvPr/>
        </p:nvGrpSpPr>
        <p:grpSpPr>
          <a:xfrm rot="16200000">
            <a:off x="-12005291" y="-551891"/>
            <a:ext cx="21467809" cy="1961092"/>
            <a:chOff x="-5996785" y="2448454"/>
            <a:chExt cx="21467809" cy="1961092"/>
          </a:xfrm>
          <a:effectLst>
            <a:outerShdw blurRad="12700" dist="50800" dir="2700000" algn="tl" rotWithShape="0">
              <a:schemeClr val="tx1">
                <a:alpha val="40000"/>
              </a:schemeClr>
            </a:outerShdw>
          </a:effectLst>
        </p:grpSpPr>
        <p:grpSp>
          <p:nvGrpSpPr>
            <p:cNvPr id="23" name="Group 22">
              <a:extLst>
                <a:ext uri="{FF2B5EF4-FFF2-40B4-BE49-F238E27FC236}">
                  <a16:creationId xmlns:a16="http://schemas.microsoft.com/office/drawing/2014/main" id="{AC65B107-B9F5-093C-1ABA-8A54CB561D35}"/>
                </a:ext>
              </a:extLst>
            </p:cNvPr>
            <p:cNvGrpSpPr/>
            <p:nvPr/>
          </p:nvGrpSpPr>
          <p:grpSpPr>
            <a:xfrm>
              <a:off x="737207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F586D4A1-0E7D-FB1D-3D98-D20904807B0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06396C90-30ED-1B98-E3AC-9888447E168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FC3DBE63-EB0A-D6D6-2CE9-105A176A3A8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4EDAE9AE-BD2F-1D5F-B668-99FFB641A635}"/>
                </a:ext>
              </a:extLst>
            </p:cNvPr>
            <p:cNvGrpSpPr/>
            <p:nvPr/>
          </p:nvGrpSpPr>
          <p:grpSpPr>
            <a:xfrm>
              <a:off x="4702657"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69FEE8BF-58A1-2B8C-AD09-C4A6F12D61D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44F2EF4D-138A-BB48-3A89-10251F04BF0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BA85A224-06B5-3083-00D1-B45F829E89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043ABD70-8C41-00E3-31E6-579DC8119CA7}"/>
                </a:ext>
              </a:extLst>
            </p:cNvPr>
            <p:cNvGrpSpPr/>
            <p:nvPr/>
          </p:nvGrpSpPr>
          <p:grpSpPr>
            <a:xfrm>
              <a:off x="1273285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1ECCE3F6-6362-A883-7926-CA58EA4DE28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8F49A097-B04A-C9F9-FF04-A80CB18898B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8B4AC537-5D18-C818-967C-FD209EB2C3B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E0645BA1-246F-EEB7-7A44-BD2FF73A3407}"/>
                </a:ext>
              </a:extLst>
            </p:cNvPr>
            <p:cNvGrpSpPr/>
            <p:nvPr/>
          </p:nvGrpSpPr>
          <p:grpSpPr>
            <a:xfrm>
              <a:off x="10063430" y="2448455"/>
              <a:ext cx="2738174" cy="1961091"/>
              <a:chOff x="4726913" y="2438401"/>
              <a:chExt cx="2738174" cy="1961091"/>
            </a:xfrm>
          </p:grpSpPr>
          <p:sp>
            <p:nvSpPr>
              <p:cNvPr id="43" name="Graphic 2" descr="Film strip outline">
                <a:extLst>
                  <a:ext uri="{FF2B5EF4-FFF2-40B4-BE49-F238E27FC236}">
                    <a16:creationId xmlns:a16="http://schemas.microsoft.com/office/drawing/2014/main" id="{646A33C5-4B34-F3D7-A0D3-62F1B7A42C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9673F993-5870-C3CD-0734-00E690B587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848B9D5B-B967-7641-0058-E05A1493738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EBBF45D8-655C-0AA6-FD7D-5A8B382610E9}"/>
                </a:ext>
              </a:extLst>
            </p:cNvPr>
            <p:cNvGrpSpPr/>
            <p:nvPr/>
          </p:nvGrpSpPr>
          <p:grpSpPr>
            <a:xfrm>
              <a:off x="-332736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3B59B0C1-7E3B-79CA-8021-E17D0914797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5E169170-4D04-BE0C-F89B-C154C932B82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13CFD66C-C41E-28CD-0492-32529459868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01DEDD5A-B767-8BB0-D668-DEE58D531172}"/>
                </a:ext>
              </a:extLst>
            </p:cNvPr>
            <p:cNvGrpSpPr/>
            <p:nvPr/>
          </p:nvGrpSpPr>
          <p:grpSpPr>
            <a:xfrm>
              <a:off x="-5996785" y="2448454"/>
              <a:ext cx="2738174" cy="1961091"/>
              <a:chOff x="4726913" y="2438401"/>
              <a:chExt cx="2738174" cy="1961091"/>
            </a:xfrm>
          </p:grpSpPr>
          <p:sp>
            <p:nvSpPr>
              <p:cNvPr id="37" name="Graphic 2" descr="Film strip outline">
                <a:extLst>
                  <a:ext uri="{FF2B5EF4-FFF2-40B4-BE49-F238E27FC236}">
                    <a16:creationId xmlns:a16="http://schemas.microsoft.com/office/drawing/2014/main" id="{B66BEF70-E213-E683-A547-A74074DA11F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4886EEEA-CE4E-0105-61F4-C53808D161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928BB21D-515F-9CEE-A7A3-8EF96EF6324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67F62DA5-E3A6-AD85-71D3-4F53F4CE3FF5}"/>
                </a:ext>
              </a:extLst>
            </p:cNvPr>
            <p:cNvGrpSpPr/>
            <p:nvPr/>
          </p:nvGrpSpPr>
          <p:grpSpPr>
            <a:xfrm>
              <a:off x="2033408" y="2448454"/>
              <a:ext cx="2738174" cy="1961091"/>
              <a:chOff x="4726913" y="2438401"/>
              <a:chExt cx="2738174" cy="1961091"/>
            </a:xfrm>
          </p:grpSpPr>
          <p:sp>
            <p:nvSpPr>
              <p:cNvPr id="34" name="Graphic 2" descr="Film strip outline">
                <a:extLst>
                  <a:ext uri="{FF2B5EF4-FFF2-40B4-BE49-F238E27FC236}">
                    <a16:creationId xmlns:a16="http://schemas.microsoft.com/office/drawing/2014/main" id="{5414E16B-259E-7B79-7EC1-6F21EB0CC2B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2194EAD1-6B9D-7E53-5FE6-5B415B354D6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DDF08E5B-A738-73FE-3E68-5881EADD1E3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93BB02C4-CDDB-8BCE-6D31-55A6D66527FD}"/>
                </a:ext>
              </a:extLst>
            </p:cNvPr>
            <p:cNvGrpSpPr/>
            <p:nvPr/>
          </p:nvGrpSpPr>
          <p:grpSpPr>
            <a:xfrm>
              <a:off x="-636012"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F8E17335-6754-B300-D98D-C6783987115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8D51F154-FD3B-CD77-A94B-D5F09F4152A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D951B232-FD61-37A9-E12A-B52CDEE5027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5" name="!!Film_Tabe_1">
            <a:extLst>
              <a:ext uri="{FF2B5EF4-FFF2-40B4-BE49-F238E27FC236}">
                <a16:creationId xmlns:a16="http://schemas.microsoft.com/office/drawing/2014/main" id="{74E0BFE8-68CB-0327-CB44-455BB610F927}"/>
              </a:ext>
            </a:extLst>
          </p:cNvPr>
          <p:cNvGrpSpPr/>
          <p:nvPr/>
        </p:nvGrpSpPr>
        <p:grpSpPr>
          <a:xfrm rot="16200000">
            <a:off x="2694339" y="6160527"/>
            <a:ext cx="21467809" cy="1961092"/>
            <a:chOff x="-5996785" y="2448454"/>
            <a:chExt cx="21467809" cy="1961092"/>
          </a:xfrm>
          <a:effectLst>
            <a:outerShdw blurRad="12700" dist="50800" dir="2700000" algn="tl" rotWithShape="0">
              <a:schemeClr val="tx1">
                <a:alpha val="40000"/>
              </a:schemeClr>
            </a:outerShdw>
          </a:effectLst>
        </p:grpSpPr>
        <p:grpSp>
          <p:nvGrpSpPr>
            <p:cNvPr id="56" name="Group 55">
              <a:extLst>
                <a:ext uri="{FF2B5EF4-FFF2-40B4-BE49-F238E27FC236}">
                  <a16:creationId xmlns:a16="http://schemas.microsoft.com/office/drawing/2014/main" id="{A06BDF70-C763-AD5D-7D30-CE586CBF4D4D}"/>
                </a:ext>
              </a:extLst>
            </p:cNvPr>
            <p:cNvGrpSpPr/>
            <p:nvPr/>
          </p:nvGrpSpPr>
          <p:grpSpPr>
            <a:xfrm>
              <a:off x="7372077" y="2448455"/>
              <a:ext cx="2738174" cy="1961091"/>
              <a:chOff x="4726913" y="2438401"/>
              <a:chExt cx="2738174" cy="1961091"/>
            </a:xfrm>
          </p:grpSpPr>
          <p:sp>
            <p:nvSpPr>
              <p:cNvPr id="509" name="Graphic 2" descr="Film strip outline">
                <a:extLst>
                  <a:ext uri="{FF2B5EF4-FFF2-40B4-BE49-F238E27FC236}">
                    <a16:creationId xmlns:a16="http://schemas.microsoft.com/office/drawing/2014/main" id="{46BD76FC-1F91-712F-0D2C-A753C9134BF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11" name="Straight Connector 510">
                <a:extLst>
                  <a:ext uri="{FF2B5EF4-FFF2-40B4-BE49-F238E27FC236}">
                    <a16:creationId xmlns:a16="http://schemas.microsoft.com/office/drawing/2014/main" id="{DE1F55BC-E271-9731-EE9D-5DD140010FB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1567877A-97F5-9CD0-6ADF-7933068AE7B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3F43CFAC-EEA6-7A3C-90F8-8AACB9C2EC8B}"/>
                </a:ext>
              </a:extLst>
            </p:cNvPr>
            <p:cNvGrpSpPr/>
            <p:nvPr/>
          </p:nvGrpSpPr>
          <p:grpSpPr>
            <a:xfrm>
              <a:off x="4702657" y="2448455"/>
              <a:ext cx="2738174" cy="1961091"/>
              <a:chOff x="4726913" y="2438401"/>
              <a:chExt cx="2738174" cy="1961091"/>
            </a:xfrm>
          </p:grpSpPr>
          <p:sp>
            <p:nvSpPr>
              <p:cNvPr id="503" name="Graphic 2" descr="Film strip outline">
                <a:extLst>
                  <a:ext uri="{FF2B5EF4-FFF2-40B4-BE49-F238E27FC236}">
                    <a16:creationId xmlns:a16="http://schemas.microsoft.com/office/drawing/2014/main" id="{5562C086-FF90-757A-124C-BBCFFF0B8A0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5" name="Straight Connector 504">
                <a:extLst>
                  <a:ext uri="{FF2B5EF4-FFF2-40B4-BE49-F238E27FC236}">
                    <a16:creationId xmlns:a16="http://schemas.microsoft.com/office/drawing/2014/main" id="{38189432-0466-B03F-8B71-5E74C7532B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7" name="TextBox 506">
                <a:extLst>
                  <a:ext uri="{FF2B5EF4-FFF2-40B4-BE49-F238E27FC236}">
                    <a16:creationId xmlns:a16="http://schemas.microsoft.com/office/drawing/2014/main" id="{C4DC5FA1-7509-58B1-7F8A-3B112D94391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19A93224-4105-8410-2093-84381AC747D2}"/>
                </a:ext>
              </a:extLst>
            </p:cNvPr>
            <p:cNvGrpSpPr/>
            <p:nvPr/>
          </p:nvGrpSpPr>
          <p:grpSpPr>
            <a:xfrm>
              <a:off x="12732850" y="2448455"/>
              <a:ext cx="2738174" cy="1961091"/>
              <a:chOff x="4726913" y="2438401"/>
              <a:chExt cx="2738174" cy="1961091"/>
            </a:xfrm>
          </p:grpSpPr>
          <p:sp>
            <p:nvSpPr>
              <p:cNvPr id="497" name="Graphic 2" descr="Film strip outline">
                <a:extLst>
                  <a:ext uri="{FF2B5EF4-FFF2-40B4-BE49-F238E27FC236}">
                    <a16:creationId xmlns:a16="http://schemas.microsoft.com/office/drawing/2014/main" id="{FBE7EA0B-1F20-A9D2-1B74-60F0F03F7B0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9" name="Straight Connector 498">
                <a:extLst>
                  <a:ext uri="{FF2B5EF4-FFF2-40B4-BE49-F238E27FC236}">
                    <a16:creationId xmlns:a16="http://schemas.microsoft.com/office/drawing/2014/main" id="{00DC05A1-126C-9975-ABB6-CBE53CDB731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1" name="TextBox 500">
                <a:extLst>
                  <a:ext uri="{FF2B5EF4-FFF2-40B4-BE49-F238E27FC236}">
                    <a16:creationId xmlns:a16="http://schemas.microsoft.com/office/drawing/2014/main" id="{A6D1445E-863B-0B18-EB6E-66A519181FB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7C3FFF7B-F917-B6B8-D6BB-5F6FEC214FD8}"/>
                </a:ext>
              </a:extLst>
            </p:cNvPr>
            <p:cNvGrpSpPr/>
            <p:nvPr/>
          </p:nvGrpSpPr>
          <p:grpSpPr>
            <a:xfrm>
              <a:off x="10063430" y="2448455"/>
              <a:ext cx="2738174" cy="1961091"/>
              <a:chOff x="4726913" y="2438401"/>
              <a:chExt cx="2738174" cy="1961091"/>
            </a:xfrm>
          </p:grpSpPr>
          <p:sp>
            <p:nvSpPr>
              <p:cNvPr id="490" name="Graphic 2" descr="Film strip outline">
                <a:extLst>
                  <a:ext uri="{FF2B5EF4-FFF2-40B4-BE49-F238E27FC236}">
                    <a16:creationId xmlns:a16="http://schemas.microsoft.com/office/drawing/2014/main" id="{8361E727-E1C5-5CC2-3E79-FFB3EF3C00C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2" name="Straight Connector 491">
                <a:extLst>
                  <a:ext uri="{FF2B5EF4-FFF2-40B4-BE49-F238E27FC236}">
                    <a16:creationId xmlns:a16="http://schemas.microsoft.com/office/drawing/2014/main" id="{DF1BC0C7-93EB-4768-08AC-64A50DEB335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5" name="TextBox 494">
                <a:extLst>
                  <a:ext uri="{FF2B5EF4-FFF2-40B4-BE49-F238E27FC236}">
                    <a16:creationId xmlns:a16="http://schemas.microsoft.com/office/drawing/2014/main" id="{D0178128-8A6B-4851-92ED-52BD49773C1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99C9DA42-4C0B-E823-EB74-EFF2CFED577C}"/>
                </a:ext>
              </a:extLst>
            </p:cNvPr>
            <p:cNvGrpSpPr/>
            <p:nvPr/>
          </p:nvGrpSpPr>
          <p:grpSpPr>
            <a:xfrm>
              <a:off x="-3327365" y="2448454"/>
              <a:ext cx="2738174" cy="1961091"/>
              <a:chOff x="4726913" y="2438401"/>
              <a:chExt cx="2738174" cy="1961091"/>
            </a:xfrm>
          </p:grpSpPr>
          <p:sp>
            <p:nvSpPr>
              <p:cNvPr id="485" name="Graphic 2" descr="Film strip outline">
                <a:extLst>
                  <a:ext uri="{FF2B5EF4-FFF2-40B4-BE49-F238E27FC236}">
                    <a16:creationId xmlns:a16="http://schemas.microsoft.com/office/drawing/2014/main" id="{90AD7363-03A6-18CE-ACAE-A056BEFCB2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6" name="Straight Connector 485">
                <a:extLst>
                  <a:ext uri="{FF2B5EF4-FFF2-40B4-BE49-F238E27FC236}">
                    <a16:creationId xmlns:a16="http://schemas.microsoft.com/office/drawing/2014/main" id="{F75D22FC-A5EA-A966-F1FD-70DDEE4270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7" name="TextBox 486">
                <a:extLst>
                  <a:ext uri="{FF2B5EF4-FFF2-40B4-BE49-F238E27FC236}">
                    <a16:creationId xmlns:a16="http://schemas.microsoft.com/office/drawing/2014/main" id="{26F629AD-5DBD-2697-203D-F179DB425EE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A59D5FC1-4B3D-D6E2-CF79-CF6D4A8CF48A}"/>
                </a:ext>
              </a:extLst>
            </p:cNvPr>
            <p:cNvGrpSpPr/>
            <p:nvPr/>
          </p:nvGrpSpPr>
          <p:grpSpPr>
            <a:xfrm>
              <a:off x="-5996785" y="2448454"/>
              <a:ext cx="2738174" cy="1961091"/>
              <a:chOff x="4726913" y="2438401"/>
              <a:chExt cx="2738174" cy="1961091"/>
            </a:xfrm>
          </p:grpSpPr>
          <p:sp>
            <p:nvSpPr>
              <p:cNvPr id="479" name="Graphic 2" descr="Film strip outline">
                <a:extLst>
                  <a:ext uri="{FF2B5EF4-FFF2-40B4-BE49-F238E27FC236}">
                    <a16:creationId xmlns:a16="http://schemas.microsoft.com/office/drawing/2014/main" id="{ACB98BA1-1B73-14F9-35D4-BD891F8D5E6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1" name="Straight Connector 480">
                <a:extLst>
                  <a:ext uri="{FF2B5EF4-FFF2-40B4-BE49-F238E27FC236}">
                    <a16:creationId xmlns:a16="http://schemas.microsoft.com/office/drawing/2014/main" id="{9628D91B-9FBE-1B83-EEFA-3B7907397FF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3" name="TextBox 482">
                <a:extLst>
                  <a:ext uri="{FF2B5EF4-FFF2-40B4-BE49-F238E27FC236}">
                    <a16:creationId xmlns:a16="http://schemas.microsoft.com/office/drawing/2014/main" id="{AA358189-EFFF-03A9-BC78-D9D874F5E94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F3788E0B-7D0A-B315-9EEA-43139C806BC9}"/>
                </a:ext>
              </a:extLst>
            </p:cNvPr>
            <p:cNvGrpSpPr/>
            <p:nvPr/>
          </p:nvGrpSpPr>
          <p:grpSpPr>
            <a:xfrm>
              <a:off x="2033408" y="2448454"/>
              <a:ext cx="2738174" cy="1961091"/>
              <a:chOff x="4726913" y="2438401"/>
              <a:chExt cx="2738174" cy="1961091"/>
            </a:xfrm>
          </p:grpSpPr>
          <p:sp>
            <p:nvSpPr>
              <p:cNvPr id="472" name="Graphic 2" descr="Film strip outline">
                <a:extLst>
                  <a:ext uri="{FF2B5EF4-FFF2-40B4-BE49-F238E27FC236}">
                    <a16:creationId xmlns:a16="http://schemas.microsoft.com/office/drawing/2014/main" id="{DA2E61FF-522D-7152-23F4-34DFCE0A33F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4" name="Straight Connector 473">
                <a:extLst>
                  <a:ext uri="{FF2B5EF4-FFF2-40B4-BE49-F238E27FC236}">
                    <a16:creationId xmlns:a16="http://schemas.microsoft.com/office/drawing/2014/main" id="{D2A921F3-2DE9-1A88-DB3D-0EEEA97D39A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6" name="TextBox 475">
                <a:extLst>
                  <a:ext uri="{FF2B5EF4-FFF2-40B4-BE49-F238E27FC236}">
                    <a16:creationId xmlns:a16="http://schemas.microsoft.com/office/drawing/2014/main" id="{59BA3AF7-6CC8-ED6F-7F4E-1317CD3B0B9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8" name="Group 447">
              <a:extLst>
                <a:ext uri="{FF2B5EF4-FFF2-40B4-BE49-F238E27FC236}">
                  <a16:creationId xmlns:a16="http://schemas.microsoft.com/office/drawing/2014/main" id="{631ED2AC-88BA-8441-05D4-B2ECDEFEB8EA}"/>
                </a:ext>
              </a:extLst>
            </p:cNvPr>
            <p:cNvGrpSpPr/>
            <p:nvPr/>
          </p:nvGrpSpPr>
          <p:grpSpPr>
            <a:xfrm>
              <a:off x="-636012" y="2448454"/>
              <a:ext cx="2738174" cy="1961091"/>
              <a:chOff x="4726913" y="2438401"/>
              <a:chExt cx="2738174" cy="1961091"/>
            </a:xfrm>
          </p:grpSpPr>
          <p:sp>
            <p:nvSpPr>
              <p:cNvPr id="466" name="Graphic 2" descr="Film strip outline">
                <a:extLst>
                  <a:ext uri="{FF2B5EF4-FFF2-40B4-BE49-F238E27FC236}">
                    <a16:creationId xmlns:a16="http://schemas.microsoft.com/office/drawing/2014/main" id="{088A798C-361B-B1E2-9AAD-51613D2FC00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8" name="Straight Connector 467">
                <a:extLst>
                  <a:ext uri="{FF2B5EF4-FFF2-40B4-BE49-F238E27FC236}">
                    <a16:creationId xmlns:a16="http://schemas.microsoft.com/office/drawing/2014/main" id="{496A529A-2348-A245-DD01-91F593917C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0" name="TextBox 469">
                <a:extLst>
                  <a:ext uri="{FF2B5EF4-FFF2-40B4-BE49-F238E27FC236}">
                    <a16:creationId xmlns:a16="http://schemas.microsoft.com/office/drawing/2014/main" id="{F7758176-9A58-5FBE-26D9-FE598F45EF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3" name="Picture 2">
            <a:extLst>
              <a:ext uri="{FF2B5EF4-FFF2-40B4-BE49-F238E27FC236}">
                <a16:creationId xmlns:a16="http://schemas.microsoft.com/office/drawing/2014/main" id="{B8B52BB4-74A5-5515-37F5-172C7D7B69EA}"/>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99370" y="3413857"/>
            <a:ext cx="1642274" cy="1094850"/>
          </a:xfrm>
          <a:prstGeom prst="rect">
            <a:avLst/>
          </a:prstGeom>
        </p:spPr>
      </p:pic>
    </p:spTree>
    <p:extLst>
      <p:ext uri="{BB962C8B-B14F-4D97-AF65-F5344CB8AC3E}">
        <p14:creationId xmlns:p14="http://schemas.microsoft.com/office/powerpoint/2010/main" val="277110318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250"/>
                                        <p:tgtEl>
                                          <p:spTgt spid="13"/>
                                        </p:tgtEl>
                                      </p:cBhvr>
                                    </p:animEffect>
                                  </p:childTnLst>
                                </p:cTn>
                              </p:par>
                            </p:childTnLst>
                          </p:cTn>
                        </p:par>
                        <p:par>
                          <p:cTn id="8" fill="hold">
                            <p:stCondLst>
                              <p:cond delay="250"/>
                            </p:stCondLst>
                            <p:childTnLst>
                              <p:par>
                                <p:cTn id="9" presetID="10" presetClass="entr" presetSubtype="0" fill="hold" nodeType="afterEffect">
                                  <p:stCondLst>
                                    <p:cond delay="0"/>
                                  </p:stCondLst>
                                  <p:childTnLst>
                                    <p:set>
                                      <p:cBhvr>
                                        <p:cTn id="10" dur="1" fill="hold">
                                          <p:stCondLst>
                                            <p:cond delay="0"/>
                                          </p:stCondLst>
                                        </p:cTn>
                                        <p:tgtEl>
                                          <p:spTgt spid="450"/>
                                        </p:tgtEl>
                                        <p:attrNameLst>
                                          <p:attrName>style.visibility</p:attrName>
                                        </p:attrNameLst>
                                      </p:cBhvr>
                                      <p:to>
                                        <p:strVal val="visible"/>
                                      </p:to>
                                    </p:set>
                                    <p:animEffect transition="in" filter="fade">
                                      <p:cBhvr>
                                        <p:cTn id="11" dur="250"/>
                                        <p:tgtEl>
                                          <p:spTgt spid="450"/>
                                        </p:tgtEl>
                                      </p:cBhvr>
                                    </p:animEffect>
                                  </p:childTnLst>
                                </p:cTn>
                              </p:par>
                            </p:childTnLst>
                          </p:cTn>
                        </p:par>
                        <p:par>
                          <p:cTn id="12" fill="hold">
                            <p:stCondLst>
                              <p:cond delay="500"/>
                            </p:stCondLst>
                            <p:childTnLst>
                              <p:par>
                                <p:cTn id="13" presetID="10" presetClass="entr" presetSubtype="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250"/>
                                        <p:tgtEl>
                                          <p:spTgt spid="3"/>
                                        </p:tgtEl>
                                      </p:cBhvr>
                                    </p:animEffect>
                                  </p:childTnLst>
                                </p:cTn>
                              </p:par>
                            </p:childTnLst>
                          </p:cTn>
                        </p:par>
                        <p:par>
                          <p:cTn id="16" fill="hold">
                            <p:stCondLst>
                              <p:cond delay="750"/>
                            </p:stCondLst>
                            <p:childTnLst>
                              <p:par>
                                <p:cTn id="17" presetID="10" presetClass="entr" presetSubtype="0" fill="hold" grpId="0" nodeType="afterEffect">
                                  <p:stCondLst>
                                    <p:cond delay="0"/>
                                  </p:stCondLst>
                                  <p:childTnLst>
                                    <p:set>
                                      <p:cBhvr>
                                        <p:cTn id="18" dur="1" fill="hold">
                                          <p:stCondLst>
                                            <p:cond delay="0"/>
                                          </p:stCondLst>
                                        </p:cTn>
                                        <p:tgtEl>
                                          <p:spTgt spid="86"/>
                                        </p:tgtEl>
                                        <p:attrNameLst>
                                          <p:attrName>style.visibility</p:attrName>
                                        </p:attrNameLst>
                                      </p:cBhvr>
                                      <p:to>
                                        <p:strVal val="visible"/>
                                      </p:to>
                                    </p:set>
                                    <p:animEffect transition="in" filter="fade">
                                      <p:cBhvr>
                                        <p:cTn id="19" dur="250"/>
                                        <p:tgtEl>
                                          <p:spTgt spid="86"/>
                                        </p:tgtEl>
                                      </p:cBhvr>
                                    </p:animEffect>
                                  </p:childTnLst>
                                </p:cTn>
                              </p:par>
                            </p:childTnLst>
                          </p:cTn>
                        </p:par>
                        <p:par>
                          <p:cTn id="20" fill="hold">
                            <p:stCondLst>
                              <p:cond delay="1000"/>
                            </p:stCondLst>
                            <p:childTnLst>
                              <p:par>
                                <p:cTn id="21" presetID="22" presetClass="entr" presetSubtype="1" fill="hold" nodeType="afterEffect">
                                  <p:stCondLst>
                                    <p:cond delay="0"/>
                                  </p:stCondLst>
                                  <p:childTnLst>
                                    <p:set>
                                      <p:cBhvr>
                                        <p:cTn id="22" dur="1" fill="hold">
                                          <p:stCondLst>
                                            <p:cond delay="0"/>
                                          </p:stCondLst>
                                        </p:cTn>
                                        <p:tgtEl>
                                          <p:spTgt spid="80"/>
                                        </p:tgtEl>
                                        <p:attrNameLst>
                                          <p:attrName>style.visibility</p:attrName>
                                        </p:attrNameLst>
                                      </p:cBhvr>
                                      <p:to>
                                        <p:strVal val="visible"/>
                                      </p:to>
                                    </p:set>
                                    <p:animEffect transition="in" filter="wipe(up)">
                                      <p:cBhvr>
                                        <p:cTn id="23" dur="130"/>
                                        <p:tgtEl>
                                          <p:spTgt spid="80"/>
                                        </p:tgtEl>
                                      </p:cBhvr>
                                    </p:animEffect>
                                  </p:childTnLst>
                                </p:cTn>
                              </p:par>
                            </p:childTnLst>
                          </p:cTn>
                        </p:par>
                        <p:par>
                          <p:cTn id="24" fill="hold">
                            <p:stCondLst>
                              <p:cond delay="1130"/>
                            </p:stCondLst>
                            <p:childTnLst>
                              <p:par>
                                <p:cTn id="25" presetID="22" presetClass="entr" presetSubtype="1" fill="hold" nodeType="afterEffect">
                                  <p:stCondLst>
                                    <p:cond delay="0"/>
                                  </p:stCondLst>
                                  <p:childTnLst>
                                    <p:set>
                                      <p:cBhvr>
                                        <p:cTn id="26" dur="1" fill="hold">
                                          <p:stCondLst>
                                            <p:cond delay="0"/>
                                          </p:stCondLst>
                                        </p:cTn>
                                        <p:tgtEl>
                                          <p:spTgt spid="102"/>
                                        </p:tgtEl>
                                        <p:attrNameLst>
                                          <p:attrName>style.visibility</p:attrName>
                                        </p:attrNameLst>
                                      </p:cBhvr>
                                      <p:to>
                                        <p:strVal val="visible"/>
                                      </p:to>
                                    </p:set>
                                    <p:animEffect transition="in" filter="wipe(up)">
                                      <p:cBhvr>
                                        <p:cTn id="27" dur="130"/>
                                        <p:tgtEl>
                                          <p:spTgt spid="102"/>
                                        </p:tgtEl>
                                      </p:cBhvr>
                                    </p:animEffect>
                                  </p:childTnLst>
                                </p:cTn>
                              </p:par>
                            </p:childTnLst>
                          </p:cTn>
                        </p:par>
                        <p:par>
                          <p:cTn id="28" fill="hold">
                            <p:stCondLst>
                              <p:cond delay="1260"/>
                            </p:stCondLst>
                            <p:childTnLst>
                              <p:par>
                                <p:cTn id="29" presetID="22" presetClass="entr" presetSubtype="1" fill="hold" nodeType="afterEffect">
                                  <p:stCondLst>
                                    <p:cond delay="0"/>
                                  </p:stCondLst>
                                  <p:childTnLst>
                                    <p:set>
                                      <p:cBhvr>
                                        <p:cTn id="30" dur="1" fill="hold">
                                          <p:stCondLst>
                                            <p:cond delay="0"/>
                                          </p:stCondLst>
                                        </p:cTn>
                                        <p:tgtEl>
                                          <p:spTgt spid="105"/>
                                        </p:tgtEl>
                                        <p:attrNameLst>
                                          <p:attrName>style.visibility</p:attrName>
                                        </p:attrNameLst>
                                      </p:cBhvr>
                                      <p:to>
                                        <p:strVal val="visible"/>
                                      </p:to>
                                    </p:set>
                                    <p:animEffect transition="in" filter="wipe(up)">
                                      <p:cBhvr>
                                        <p:cTn id="31" dur="130"/>
                                        <p:tgtEl>
                                          <p:spTgt spid="105"/>
                                        </p:tgtEl>
                                      </p:cBhvr>
                                    </p:animEffect>
                                  </p:childTnLst>
                                </p:cTn>
                              </p:par>
                            </p:childTnLst>
                          </p:cTn>
                        </p:par>
                        <p:par>
                          <p:cTn id="32" fill="hold">
                            <p:stCondLst>
                              <p:cond delay="1390"/>
                            </p:stCondLst>
                            <p:childTnLst>
                              <p:par>
                                <p:cTn id="33" presetID="22" presetClass="entr" presetSubtype="1" fill="hold" nodeType="after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wipe(up)">
                                      <p:cBhvr>
                                        <p:cTn id="35" dur="130"/>
                                        <p:tgtEl>
                                          <p:spTgt spid="108"/>
                                        </p:tgtEl>
                                      </p:cBhvr>
                                    </p:animEffect>
                                  </p:childTnLst>
                                </p:cTn>
                              </p:par>
                            </p:childTnLst>
                          </p:cTn>
                        </p:par>
                        <p:par>
                          <p:cTn id="36" fill="hold">
                            <p:stCondLst>
                              <p:cond delay="1520"/>
                            </p:stCondLst>
                            <p:childTnLst>
                              <p:par>
                                <p:cTn id="37" presetID="22" presetClass="entr" presetSubtype="1" fill="hold" nodeType="afterEffect">
                                  <p:stCondLst>
                                    <p:cond delay="0"/>
                                  </p:stCondLst>
                                  <p:childTnLst>
                                    <p:set>
                                      <p:cBhvr>
                                        <p:cTn id="38" dur="1" fill="hold">
                                          <p:stCondLst>
                                            <p:cond delay="0"/>
                                          </p:stCondLst>
                                        </p:cTn>
                                        <p:tgtEl>
                                          <p:spTgt spid="111"/>
                                        </p:tgtEl>
                                        <p:attrNameLst>
                                          <p:attrName>style.visibility</p:attrName>
                                        </p:attrNameLst>
                                      </p:cBhvr>
                                      <p:to>
                                        <p:strVal val="visible"/>
                                      </p:to>
                                    </p:set>
                                    <p:animEffect transition="in" filter="wipe(up)">
                                      <p:cBhvr>
                                        <p:cTn id="39" dur="130"/>
                                        <p:tgtEl>
                                          <p:spTgt spid="111"/>
                                        </p:tgtEl>
                                      </p:cBhvr>
                                    </p:animEffect>
                                  </p:childTnLst>
                                </p:cTn>
                              </p:par>
                            </p:childTnLst>
                          </p:cTn>
                        </p:par>
                        <p:par>
                          <p:cTn id="40" fill="hold">
                            <p:stCondLst>
                              <p:cond delay="1650"/>
                            </p:stCondLst>
                            <p:childTnLst>
                              <p:par>
                                <p:cTn id="41" presetID="22" presetClass="entr" presetSubtype="1" fill="hold" nodeType="afterEffect">
                                  <p:stCondLst>
                                    <p:cond delay="0"/>
                                  </p:stCondLst>
                                  <p:childTnLst>
                                    <p:set>
                                      <p:cBhvr>
                                        <p:cTn id="42" dur="1" fill="hold">
                                          <p:stCondLst>
                                            <p:cond delay="0"/>
                                          </p:stCondLst>
                                        </p:cTn>
                                        <p:tgtEl>
                                          <p:spTgt spid="114"/>
                                        </p:tgtEl>
                                        <p:attrNameLst>
                                          <p:attrName>style.visibility</p:attrName>
                                        </p:attrNameLst>
                                      </p:cBhvr>
                                      <p:to>
                                        <p:strVal val="visible"/>
                                      </p:to>
                                    </p:set>
                                    <p:animEffect transition="in" filter="wipe(up)">
                                      <p:cBhvr>
                                        <p:cTn id="43" dur="130"/>
                                        <p:tgtEl>
                                          <p:spTgt spid="114"/>
                                        </p:tgtEl>
                                      </p:cBhvr>
                                    </p:animEffect>
                                  </p:childTnLst>
                                </p:cTn>
                              </p:par>
                            </p:childTnLst>
                          </p:cTn>
                        </p:par>
                        <p:par>
                          <p:cTn id="44" fill="hold">
                            <p:stCondLst>
                              <p:cond delay="1780"/>
                            </p:stCondLst>
                            <p:childTnLst>
                              <p:par>
                                <p:cTn id="45" presetID="22" presetClass="entr" presetSubtype="1" fill="hold" nodeType="afterEffect">
                                  <p:stCondLst>
                                    <p:cond delay="0"/>
                                  </p:stCondLst>
                                  <p:childTnLst>
                                    <p:set>
                                      <p:cBhvr>
                                        <p:cTn id="46" dur="1" fill="hold">
                                          <p:stCondLst>
                                            <p:cond delay="0"/>
                                          </p:stCondLst>
                                        </p:cTn>
                                        <p:tgtEl>
                                          <p:spTgt spid="117"/>
                                        </p:tgtEl>
                                        <p:attrNameLst>
                                          <p:attrName>style.visibility</p:attrName>
                                        </p:attrNameLst>
                                      </p:cBhvr>
                                      <p:to>
                                        <p:strVal val="visible"/>
                                      </p:to>
                                    </p:set>
                                    <p:animEffect transition="in" filter="wipe(up)">
                                      <p:cBhvr>
                                        <p:cTn id="47" dur="130"/>
                                        <p:tgtEl>
                                          <p:spTgt spid="117"/>
                                        </p:tgtEl>
                                      </p:cBhvr>
                                    </p:animEffect>
                                  </p:childTnLst>
                                </p:cTn>
                              </p:par>
                            </p:childTnLst>
                          </p:cTn>
                        </p:par>
                        <p:par>
                          <p:cTn id="48" fill="hold">
                            <p:stCondLst>
                              <p:cond delay="1910"/>
                            </p:stCondLst>
                            <p:childTnLst>
                              <p:par>
                                <p:cTn id="49" presetID="22" presetClass="entr" presetSubtype="1" fill="hold" nodeType="afterEffect">
                                  <p:stCondLst>
                                    <p:cond delay="0"/>
                                  </p:stCondLst>
                                  <p:childTnLst>
                                    <p:set>
                                      <p:cBhvr>
                                        <p:cTn id="50" dur="1" fill="hold">
                                          <p:stCondLst>
                                            <p:cond delay="0"/>
                                          </p:stCondLst>
                                        </p:cTn>
                                        <p:tgtEl>
                                          <p:spTgt spid="120"/>
                                        </p:tgtEl>
                                        <p:attrNameLst>
                                          <p:attrName>style.visibility</p:attrName>
                                        </p:attrNameLst>
                                      </p:cBhvr>
                                      <p:to>
                                        <p:strVal val="visible"/>
                                      </p:to>
                                    </p:set>
                                    <p:animEffect transition="in" filter="wipe(up)">
                                      <p:cBhvr>
                                        <p:cTn id="51" dur="130"/>
                                        <p:tgtEl>
                                          <p:spTgt spid="120"/>
                                        </p:tgtEl>
                                      </p:cBhvr>
                                    </p:animEffect>
                                  </p:childTnLst>
                                </p:cTn>
                              </p:par>
                            </p:childTnLst>
                          </p:cTn>
                        </p:par>
                        <p:par>
                          <p:cTn id="52" fill="hold">
                            <p:stCondLst>
                              <p:cond delay="2040"/>
                            </p:stCondLst>
                            <p:childTnLst>
                              <p:par>
                                <p:cTn id="53" presetID="10" presetClass="entr" presetSubtype="0" fill="hold" grpId="0" nodeType="afterEffect">
                                  <p:stCondLst>
                                    <p:cond delay="0"/>
                                  </p:stCondLst>
                                  <p:childTnLst>
                                    <p:set>
                                      <p:cBhvr>
                                        <p:cTn id="54" dur="1" fill="hold">
                                          <p:stCondLst>
                                            <p:cond delay="0"/>
                                          </p:stCondLst>
                                        </p:cTn>
                                        <p:tgtEl>
                                          <p:spTgt spid="85"/>
                                        </p:tgtEl>
                                        <p:attrNameLst>
                                          <p:attrName>style.visibility</p:attrName>
                                        </p:attrNameLst>
                                      </p:cBhvr>
                                      <p:to>
                                        <p:strVal val="visible"/>
                                      </p:to>
                                    </p:set>
                                    <p:animEffect transition="in" filter="fade">
                                      <p:cBhvr>
                                        <p:cTn id="55" dur="250"/>
                                        <p:tgtEl>
                                          <p:spTgt spid="85"/>
                                        </p:tgtEl>
                                      </p:cBhvr>
                                    </p:animEffect>
                                  </p:childTnLst>
                                </p:cTn>
                              </p:par>
                            </p:childTnLst>
                          </p:cTn>
                        </p:par>
                        <p:par>
                          <p:cTn id="56" fill="hold">
                            <p:stCondLst>
                              <p:cond delay="2290"/>
                            </p:stCondLst>
                            <p:childTnLst>
                              <p:par>
                                <p:cTn id="57" presetID="10" presetClass="entr" presetSubtype="0" fill="hold" grpId="0" nodeType="after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fade">
                                      <p:cBhvr>
                                        <p:cTn id="59" dur="250"/>
                                        <p:tgtEl>
                                          <p:spTgt spid="14"/>
                                        </p:tgtEl>
                                      </p:cBhvr>
                                    </p:animEffect>
                                  </p:childTnLst>
                                </p:cTn>
                              </p:par>
                            </p:childTnLst>
                          </p:cTn>
                        </p:par>
                        <p:par>
                          <p:cTn id="60" fill="hold">
                            <p:stCondLst>
                              <p:cond delay="2540"/>
                            </p:stCondLst>
                            <p:childTnLst>
                              <p:par>
                                <p:cTn id="61" presetID="10" presetClass="entr" presetSubtype="0" fill="hold" nodeType="afterEffect">
                                  <p:stCondLst>
                                    <p:cond delay="0"/>
                                  </p:stCondLst>
                                  <p:childTnLst>
                                    <p:set>
                                      <p:cBhvr>
                                        <p:cTn id="62" dur="1" fill="hold">
                                          <p:stCondLst>
                                            <p:cond delay="0"/>
                                          </p:stCondLst>
                                        </p:cTn>
                                        <p:tgtEl>
                                          <p:spTgt spid="451"/>
                                        </p:tgtEl>
                                        <p:attrNameLst>
                                          <p:attrName>style.visibility</p:attrName>
                                        </p:attrNameLst>
                                      </p:cBhvr>
                                      <p:to>
                                        <p:strVal val="visible"/>
                                      </p:to>
                                    </p:set>
                                    <p:animEffect transition="in" filter="fade">
                                      <p:cBhvr>
                                        <p:cTn id="63" dur="250"/>
                                        <p:tgtEl>
                                          <p:spTgt spid="451"/>
                                        </p:tgtEl>
                                      </p:cBhvr>
                                    </p:animEffect>
                                  </p:childTnLst>
                                </p:cTn>
                              </p:par>
                            </p:childTnLst>
                          </p:cTn>
                        </p:par>
                        <p:par>
                          <p:cTn id="64" fill="hold">
                            <p:stCondLst>
                              <p:cond delay="2790"/>
                            </p:stCondLst>
                            <p:childTnLst>
                              <p:par>
                                <p:cTn id="65" presetID="22" presetClass="entr" presetSubtype="1" fill="hold" grpId="0" nodeType="afterEffect">
                                  <p:stCondLst>
                                    <p:cond delay="0"/>
                                  </p:stCondLst>
                                  <p:childTnLst>
                                    <p:set>
                                      <p:cBhvr>
                                        <p:cTn id="66" dur="1" fill="hold">
                                          <p:stCondLst>
                                            <p:cond delay="0"/>
                                          </p:stCondLst>
                                        </p:cTn>
                                        <p:tgtEl>
                                          <p:spTgt spid="126"/>
                                        </p:tgtEl>
                                        <p:attrNameLst>
                                          <p:attrName>style.visibility</p:attrName>
                                        </p:attrNameLst>
                                      </p:cBhvr>
                                      <p:to>
                                        <p:strVal val="visible"/>
                                      </p:to>
                                    </p:set>
                                    <p:animEffect transition="in" filter="wipe(up)">
                                      <p:cBhvr>
                                        <p:cTn id="67" dur="130"/>
                                        <p:tgtEl>
                                          <p:spTgt spid="126"/>
                                        </p:tgtEl>
                                      </p:cBhvr>
                                    </p:animEffect>
                                  </p:childTnLst>
                                </p:cTn>
                              </p:par>
                            </p:childTnLst>
                          </p:cTn>
                        </p:par>
                        <p:par>
                          <p:cTn id="68" fill="hold">
                            <p:stCondLst>
                              <p:cond delay="2920"/>
                            </p:stCondLst>
                            <p:childTnLst>
                              <p:par>
                                <p:cTn id="69" presetID="22" presetClass="entr" presetSubtype="1" fill="hold" grpId="0" nodeType="afterEffect">
                                  <p:stCondLst>
                                    <p:cond delay="0"/>
                                  </p:stCondLst>
                                  <p:childTnLst>
                                    <p:set>
                                      <p:cBhvr>
                                        <p:cTn id="70" dur="1" fill="hold">
                                          <p:stCondLst>
                                            <p:cond delay="0"/>
                                          </p:stCondLst>
                                        </p:cTn>
                                        <p:tgtEl>
                                          <p:spTgt spid="127"/>
                                        </p:tgtEl>
                                        <p:attrNameLst>
                                          <p:attrName>style.visibility</p:attrName>
                                        </p:attrNameLst>
                                      </p:cBhvr>
                                      <p:to>
                                        <p:strVal val="visible"/>
                                      </p:to>
                                    </p:set>
                                    <p:animEffect transition="in" filter="wipe(up)">
                                      <p:cBhvr>
                                        <p:cTn id="71" dur="130"/>
                                        <p:tgtEl>
                                          <p:spTgt spid="127"/>
                                        </p:tgtEl>
                                      </p:cBhvr>
                                    </p:animEffect>
                                  </p:childTnLst>
                                </p:cTn>
                              </p:par>
                            </p:childTnLst>
                          </p:cTn>
                        </p:par>
                        <p:par>
                          <p:cTn id="72" fill="hold">
                            <p:stCondLst>
                              <p:cond delay="3050"/>
                            </p:stCondLst>
                            <p:childTnLst>
                              <p:par>
                                <p:cTn id="73" presetID="22" presetClass="entr" presetSubtype="1" fill="hold" grpId="0" nodeType="afterEffect">
                                  <p:stCondLst>
                                    <p:cond delay="0"/>
                                  </p:stCondLst>
                                  <p:childTnLst>
                                    <p:set>
                                      <p:cBhvr>
                                        <p:cTn id="74" dur="1" fill="hold">
                                          <p:stCondLst>
                                            <p:cond delay="0"/>
                                          </p:stCondLst>
                                        </p:cTn>
                                        <p:tgtEl>
                                          <p:spTgt spid="128"/>
                                        </p:tgtEl>
                                        <p:attrNameLst>
                                          <p:attrName>style.visibility</p:attrName>
                                        </p:attrNameLst>
                                      </p:cBhvr>
                                      <p:to>
                                        <p:strVal val="visible"/>
                                      </p:to>
                                    </p:set>
                                    <p:animEffect transition="in" filter="wipe(up)">
                                      <p:cBhvr>
                                        <p:cTn id="75" dur="130"/>
                                        <p:tgtEl>
                                          <p:spTgt spid="128"/>
                                        </p:tgtEl>
                                      </p:cBhvr>
                                    </p:animEffect>
                                  </p:childTnLst>
                                </p:cTn>
                              </p:par>
                            </p:childTnLst>
                          </p:cTn>
                        </p:par>
                        <p:par>
                          <p:cTn id="76" fill="hold">
                            <p:stCondLst>
                              <p:cond delay="3180"/>
                            </p:stCondLst>
                            <p:childTnLst>
                              <p:par>
                                <p:cTn id="77" presetID="22" presetClass="entr" presetSubtype="1" fill="hold" grpId="0" nodeType="afterEffect">
                                  <p:stCondLst>
                                    <p:cond delay="0"/>
                                  </p:stCondLst>
                                  <p:childTnLst>
                                    <p:set>
                                      <p:cBhvr>
                                        <p:cTn id="78" dur="1" fill="hold">
                                          <p:stCondLst>
                                            <p:cond delay="0"/>
                                          </p:stCondLst>
                                        </p:cTn>
                                        <p:tgtEl>
                                          <p:spTgt spid="129"/>
                                        </p:tgtEl>
                                        <p:attrNameLst>
                                          <p:attrName>style.visibility</p:attrName>
                                        </p:attrNameLst>
                                      </p:cBhvr>
                                      <p:to>
                                        <p:strVal val="visible"/>
                                      </p:to>
                                    </p:set>
                                    <p:animEffect transition="in" filter="wipe(up)">
                                      <p:cBhvr>
                                        <p:cTn id="79" dur="130"/>
                                        <p:tgtEl>
                                          <p:spTgt spid="129"/>
                                        </p:tgtEl>
                                      </p:cBhvr>
                                    </p:animEffect>
                                  </p:childTnLst>
                                </p:cTn>
                              </p:par>
                            </p:childTnLst>
                          </p:cTn>
                        </p:par>
                        <p:par>
                          <p:cTn id="80" fill="hold">
                            <p:stCondLst>
                              <p:cond delay="3310"/>
                            </p:stCondLst>
                            <p:childTnLst>
                              <p:par>
                                <p:cTn id="81" presetID="22" presetClass="entr" presetSubtype="1" fill="hold" grpId="0" nodeType="afterEffect">
                                  <p:stCondLst>
                                    <p:cond delay="0"/>
                                  </p:stCondLst>
                                  <p:childTnLst>
                                    <p:set>
                                      <p:cBhvr>
                                        <p:cTn id="82" dur="1" fill="hold">
                                          <p:stCondLst>
                                            <p:cond delay="0"/>
                                          </p:stCondLst>
                                        </p:cTn>
                                        <p:tgtEl>
                                          <p:spTgt spid="130"/>
                                        </p:tgtEl>
                                        <p:attrNameLst>
                                          <p:attrName>style.visibility</p:attrName>
                                        </p:attrNameLst>
                                      </p:cBhvr>
                                      <p:to>
                                        <p:strVal val="visible"/>
                                      </p:to>
                                    </p:set>
                                    <p:animEffect transition="in" filter="wipe(up)">
                                      <p:cBhvr>
                                        <p:cTn id="83" dur="130"/>
                                        <p:tgtEl>
                                          <p:spTgt spid="130"/>
                                        </p:tgtEl>
                                      </p:cBhvr>
                                    </p:animEffect>
                                  </p:childTnLst>
                                </p:cTn>
                              </p:par>
                            </p:childTnLst>
                          </p:cTn>
                        </p:par>
                        <p:par>
                          <p:cTn id="84" fill="hold">
                            <p:stCondLst>
                              <p:cond delay="3440"/>
                            </p:stCondLst>
                            <p:childTnLst>
                              <p:par>
                                <p:cTn id="85" presetID="22" presetClass="entr" presetSubtype="1" fill="hold" grpId="0" nodeType="afterEffect">
                                  <p:stCondLst>
                                    <p:cond delay="0"/>
                                  </p:stCondLst>
                                  <p:childTnLst>
                                    <p:set>
                                      <p:cBhvr>
                                        <p:cTn id="86" dur="1" fill="hold">
                                          <p:stCondLst>
                                            <p:cond delay="0"/>
                                          </p:stCondLst>
                                        </p:cTn>
                                        <p:tgtEl>
                                          <p:spTgt spid="131"/>
                                        </p:tgtEl>
                                        <p:attrNameLst>
                                          <p:attrName>style.visibility</p:attrName>
                                        </p:attrNameLst>
                                      </p:cBhvr>
                                      <p:to>
                                        <p:strVal val="visible"/>
                                      </p:to>
                                    </p:set>
                                    <p:animEffect transition="in" filter="wipe(up)">
                                      <p:cBhvr>
                                        <p:cTn id="87" dur="130"/>
                                        <p:tgtEl>
                                          <p:spTgt spid="131"/>
                                        </p:tgtEl>
                                      </p:cBhvr>
                                    </p:animEffect>
                                  </p:childTnLst>
                                </p:cTn>
                              </p:par>
                            </p:childTnLst>
                          </p:cTn>
                        </p:par>
                        <p:par>
                          <p:cTn id="88" fill="hold">
                            <p:stCondLst>
                              <p:cond delay="3570"/>
                            </p:stCondLst>
                            <p:childTnLst>
                              <p:par>
                                <p:cTn id="89" presetID="22" presetClass="entr" presetSubtype="1" fill="hold" grpId="0" nodeType="afterEffect">
                                  <p:stCondLst>
                                    <p:cond delay="0"/>
                                  </p:stCondLst>
                                  <p:childTnLst>
                                    <p:set>
                                      <p:cBhvr>
                                        <p:cTn id="90" dur="1" fill="hold">
                                          <p:stCondLst>
                                            <p:cond delay="0"/>
                                          </p:stCondLst>
                                        </p:cTn>
                                        <p:tgtEl>
                                          <p:spTgt spid="133"/>
                                        </p:tgtEl>
                                        <p:attrNameLst>
                                          <p:attrName>style.visibility</p:attrName>
                                        </p:attrNameLst>
                                      </p:cBhvr>
                                      <p:to>
                                        <p:strVal val="visible"/>
                                      </p:to>
                                    </p:set>
                                    <p:animEffect transition="in" filter="wipe(up)">
                                      <p:cBhvr>
                                        <p:cTn id="91" dur="130"/>
                                        <p:tgtEl>
                                          <p:spTgt spid="133"/>
                                        </p:tgtEl>
                                      </p:cBhvr>
                                    </p:animEffect>
                                  </p:childTnLst>
                                </p:cTn>
                              </p:par>
                            </p:childTnLst>
                          </p:cTn>
                        </p:par>
                        <p:par>
                          <p:cTn id="92" fill="hold">
                            <p:stCondLst>
                              <p:cond delay="3700"/>
                            </p:stCondLst>
                            <p:childTnLst>
                              <p:par>
                                <p:cTn id="93" presetID="22" presetClass="entr" presetSubtype="1" fill="hold" grpId="0" nodeType="afterEffect">
                                  <p:stCondLst>
                                    <p:cond delay="0"/>
                                  </p:stCondLst>
                                  <p:childTnLst>
                                    <p:set>
                                      <p:cBhvr>
                                        <p:cTn id="94" dur="1" fill="hold">
                                          <p:stCondLst>
                                            <p:cond delay="0"/>
                                          </p:stCondLst>
                                        </p:cTn>
                                        <p:tgtEl>
                                          <p:spTgt spid="134"/>
                                        </p:tgtEl>
                                        <p:attrNameLst>
                                          <p:attrName>style.visibility</p:attrName>
                                        </p:attrNameLst>
                                      </p:cBhvr>
                                      <p:to>
                                        <p:strVal val="visible"/>
                                      </p:to>
                                    </p:set>
                                    <p:animEffect transition="in" filter="wipe(up)">
                                      <p:cBhvr>
                                        <p:cTn id="95" dur="130"/>
                                        <p:tgtEl>
                                          <p:spTgt spid="134"/>
                                        </p:tgtEl>
                                      </p:cBhvr>
                                    </p:animEffect>
                                  </p:childTnLst>
                                </p:cTn>
                              </p:par>
                            </p:childTnLst>
                          </p:cTn>
                        </p:par>
                        <p:par>
                          <p:cTn id="96" fill="hold">
                            <p:stCondLst>
                              <p:cond delay="3830"/>
                            </p:stCondLst>
                            <p:childTnLst>
                              <p:par>
                                <p:cTn id="97" presetID="10" presetClass="entr" presetSubtype="0" fill="hold" grpId="0" nodeType="afterEffect">
                                  <p:stCondLst>
                                    <p:cond delay="0"/>
                                  </p:stCondLst>
                                  <p:childTnLst>
                                    <p:set>
                                      <p:cBhvr>
                                        <p:cTn id="98" dur="1" fill="hold">
                                          <p:stCondLst>
                                            <p:cond delay="0"/>
                                          </p:stCondLst>
                                        </p:cTn>
                                        <p:tgtEl>
                                          <p:spTgt spid="87"/>
                                        </p:tgtEl>
                                        <p:attrNameLst>
                                          <p:attrName>style.visibility</p:attrName>
                                        </p:attrNameLst>
                                      </p:cBhvr>
                                      <p:to>
                                        <p:strVal val="visible"/>
                                      </p:to>
                                    </p:set>
                                    <p:animEffect transition="in" filter="fade">
                                      <p:cBhvr>
                                        <p:cTn id="99" dur="250"/>
                                        <p:tgtEl>
                                          <p:spTgt spid="87"/>
                                        </p:tgtEl>
                                      </p:cBhvr>
                                    </p:animEffect>
                                  </p:childTnLst>
                                </p:cTn>
                              </p:par>
                            </p:childTnLst>
                          </p:cTn>
                        </p:par>
                        <p:par>
                          <p:cTn id="100" fill="hold">
                            <p:stCondLst>
                              <p:cond delay="4080"/>
                            </p:stCondLst>
                            <p:childTnLst>
                              <p:par>
                                <p:cTn id="101" presetID="22" presetClass="entr" presetSubtype="8" fill="hold" nodeType="afterEffect">
                                  <p:stCondLst>
                                    <p:cond delay="0"/>
                                  </p:stCondLst>
                                  <p:childTnLst>
                                    <p:set>
                                      <p:cBhvr>
                                        <p:cTn id="102" dur="1" fill="hold">
                                          <p:stCondLst>
                                            <p:cond delay="0"/>
                                          </p:stCondLst>
                                        </p:cTn>
                                        <p:tgtEl>
                                          <p:spTgt spid="136"/>
                                        </p:tgtEl>
                                        <p:attrNameLst>
                                          <p:attrName>style.visibility</p:attrName>
                                        </p:attrNameLst>
                                      </p:cBhvr>
                                      <p:to>
                                        <p:strVal val="visible"/>
                                      </p:to>
                                    </p:set>
                                    <p:animEffect transition="in" filter="wipe(left)">
                                      <p:cBhvr>
                                        <p:cTn id="103" dur="250"/>
                                        <p:tgtEl>
                                          <p:spTgt spid="136"/>
                                        </p:tgtEl>
                                      </p:cBhvr>
                                    </p:animEffect>
                                  </p:childTnLst>
                                </p:cTn>
                              </p:par>
                            </p:childTnLst>
                          </p:cTn>
                        </p:par>
                        <p:par>
                          <p:cTn id="104" fill="hold">
                            <p:stCondLst>
                              <p:cond delay="4330"/>
                            </p:stCondLst>
                            <p:childTnLst>
                              <p:par>
                                <p:cTn id="105" presetID="10" presetClass="entr" presetSubtype="0" fill="hold" grpId="0" nodeType="after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fade">
                                      <p:cBhvr>
                                        <p:cTn id="107" dur="250"/>
                                        <p:tgtEl>
                                          <p:spTgt spid="15"/>
                                        </p:tgtEl>
                                      </p:cBhvr>
                                    </p:animEffect>
                                  </p:childTnLst>
                                </p:cTn>
                              </p:par>
                            </p:childTnLst>
                          </p:cTn>
                        </p:par>
                        <p:par>
                          <p:cTn id="108" fill="hold">
                            <p:stCondLst>
                              <p:cond delay="4580"/>
                            </p:stCondLst>
                            <p:childTnLst>
                              <p:par>
                                <p:cTn id="109" presetID="10" presetClass="entr" presetSubtype="0" fill="hold" nodeType="afterEffect">
                                  <p:stCondLst>
                                    <p:cond delay="0"/>
                                  </p:stCondLst>
                                  <p:childTnLst>
                                    <p:set>
                                      <p:cBhvr>
                                        <p:cTn id="110" dur="1" fill="hold">
                                          <p:stCondLst>
                                            <p:cond delay="0"/>
                                          </p:stCondLst>
                                        </p:cTn>
                                        <p:tgtEl>
                                          <p:spTgt spid="454"/>
                                        </p:tgtEl>
                                        <p:attrNameLst>
                                          <p:attrName>style.visibility</p:attrName>
                                        </p:attrNameLst>
                                      </p:cBhvr>
                                      <p:to>
                                        <p:strVal val="visible"/>
                                      </p:to>
                                    </p:set>
                                    <p:animEffect transition="in" filter="fade">
                                      <p:cBhvr>
                                        <p:cTn id="111" dur="250"/>
                                        <p:tgtEl>
                                          <p:spTgt spid="454"/>
                                        </p:tgtEl>
                                      </p:cBhvr>
                                    </p:animEffect>
                                  </p:childTnLst>
                                </p:cTn>
                              </p:par>
                            </p:childTnLst>
                          </p:cTn>
                        </p:par>
                        <p:par>
                          <p:cTn id="112" fill="hold">
                            <p:stCondLst>
                              <p:cond delay="4830"/>
                            </p:stCondLst>
                            <p:childTnLst>
                              <p:par>
                                <p:cTn id="113" presetID="22" presetClass="entr" presetSubtype="1" fill="hold" nodeType="afterEffect">
                                  <p:stCondLst>
                                    <p:cond delay="0"/>
                                  </p:stCondLst>
                                  <p:childTnLst>
                                    <p:set>
                                      <p:cBhvr>
                                        <p:cTn id="114" dur="1" fill="hold">
                                          <p:stCondLst>
                                            <p:cond delay="0"/>
                                          </p:stCondLst>
                                        </p:cTn>
                                        <p:tgtEl>
                                          <p:spTgt spid="138"/>
                                        </p:tgtEl>
                                        <p:attrNameLst>
                                          <p:attrName>style.visibility</p:attrName>
                                        </p:attrNameLst>
                                      </p:cBhvr>
                                      <p:to>
                                        <p:strVal val="visible"/>
                                      </p:to>
                                    </p:set>
                                    <p:animEffect transition="in" filter="wipe(up)">
                                      <p:cBhvr>
                                        <p:cTn id="115" dur="130"/>
                                        <p:tgtEl>
                                          <p:spTgt spid="138"/>
                                        </p:tgtEl>
                                      </p:cBhvr>
                                    </p:animEffect>
                                  </p:childTnLst>
                                </p:cTn>
                              </p:par>
                            </p:childTnLst>
                          </p:cTn>
                        </p:par>
                        <p:par>
                          <p:cTn id="116" fill="hold">
                            <p:stCondLst>
                              <p:cond delay="4960"/>
                            </p:stCondLst>
                            <p:childTnLst>
                              <p:par>
                                <p:cTn id="117" presetID="22" presetClass="entr" presetSubtype="1" fill="hold" nodeType="afterEffect">
                                  <p:stCondLst>
                                    <p:cond delay="0"/>
                                  </p:stCondLst>
                                  <p:childTnLst>
                                    <p:set>
                                      <p:cBhvr>
                                        <p:cTn id="118" dur="1" fill="hold">
                                          <p:stCondLst>
                                            <p:cond delay="0"/>
                                          </p:stCondLst>
                                        </p:cTn>
                                        <p:tgtEl>
                                          <p:spTgt spid="143"/>
                                        </p:tgtEl>
                                        <p:attrNameLst>
                                          <p:attrName>style.visibility</p:attrName>
                                        </p:attrNameLst>
                                      </p:cBhvr>
                                      <p:to>
                                        <p:strVal val="visible"/>
                                      </p:to>
                                    </p:set>
                                    <p:animEffect transition="in" filter="wipe(up)">
                                      <p:cBhvr>
                                        <p:cTn id="119" dur="130"/>
                                        <p:tgtEl>
                                          <p:spTgt spid="143"/>
                                        </p:tgtEl>
                                      </p:cBhvr>
                                    </p:animEffect>
                                  </p:childTnLst>
                                </p:cTn>
                              </p:par>
                            </p:childTnLst>
                          </p:cTn>
                        </p:par>
                        <p:par>
                          <p:cTn id="120" fill="hold">
                            <p:stCondLst>
                              <p:cond delay="5090"/>
                            </p:stCondLst>
                            <p:childTnLst>
                              <p:par>
                                <p:cTn id="121" presetID="22" presetClass="entr" presetSubtype="1" fill="hold" nodeType="afterEffect">
                                  <p:stCondLst>
                                    <p:cond delay="0"/>
                                  </p:stCondLst>
                                  <p:childTnLst>
                                    <p:set>
                                      <p:cBhvr>
                                        <p:cTn id="122" dur="1" fill="hold">
                                          <p:stCondLst>
                                            <p:cond delay="0"/>
                                          </p:stCondLst>
                                        </p:cTn>
                                        <p:tgtEl>
                                          <p:spTgt spid="149"/>
                                        </p:tgtEl>
                                        <p:attrNameLst>
                                          <p:attrName>style.visibility</p:attrName>
                                        </p:attrNameLst>
                                      </p:cBhvr>
                                      <p:to>
                                        <p:strVal val="visible"/>
                                      </p:to>
                                    </p:set>
                                    <p:animEffect transition="in" filter="wipe(up)">
                                      <p:cBhvr>
                                        <p:cTn id="123" dur="130"/>
                                        <p:tgtEl>
                                          <p:spTgt spid="149"/>
                                        </p:tgtEl>
                                      </p:cBhvr>
                                    </p:animEffect>
                                  </p:childTnLst>
                                </p:cTn>
                              </p:par>
                            </p:childTnLst>
                          </p:cTn>
                        </p:par>
                        <p:par>
                          <p:cTn id="124" fill="hold">
                            <p:stCondLst>
                              <p:cond delay="5220"/>
                            </p:stCondLst>
                            <p:childTnLst>
                              <p:par>
                                <p:cTn id="125" presetID="22" presetClass="entr" presetSubtype="1" fill="hold" nodeType="afterEffect">
                                  <p:stCondLst>
                                    <p:cond delay="0"/>
                                  </p:stCondLst>
                                  <p:childTnLst>
                                    <p:set>
                                      <p:cBhvr>
                                        <p:cTn id="126" dur="1" fill="hold">
                                          <p:stCondLst>
                                            <p:cond delay="0"/>
                                          </p:stCondLst>
                                        </p:cTn>
                                        <p:tgtEl>
                                          <p:spTgt spid="154"/>
                                        </p:tgtEl>
                                        <p:attrNameLst>
                                          <p:attrName>style.visibility</p:attrName>
                                        </p:attrNameLst>
                                      </p:cBhvr>
                                      <p:to>
                                        <p:strVal val="visible"/>
                                      </p:to>
                                    </p:set>
                                    <p:animEffect transition="in" filter="wipe(up)">
                                      <p:cBhvr>
                                        <p:cTn id="127" dur="130"/>
                                        <p:tgtEl>
                                          <p:spTgt spid="154"/>
                                        </p:tgtEl>
                                      </p:cBhvr>
                                    </p:animEffect>
                                  </p:childTnLst>
                                </p:cTn>
                              </p:par>
                            </p:childTnLst>
                          </p:cTn>
                        </p:par>
                        <p:par>
                          <p:cTn id="128" fill="hold">
                            <p:stCondLst>
                              <p:cond delay="5350"/>
                            </p:stCondLst>
                            <p:childTnLst>
                              <p:par>
                                <p:cTn id="129" presetID="22" presetClass="entr" presetSubtype="1" fill="hold" nodeType="afterEffect">
                                  <p:stCondLst>
                                    <p:cond delay="0"/>
                                  </p:stCondLst>
                                  <p:childTnLst>
                                    <p:set>
                                      <p:cBhvr>
                                        <p:cTn id="130" dur="1" fill="hold">
                                          <p:stCondLst>
                                            <p:cond delay="0"/>
                                          </p:stCondLst>
                                        </p:cTn>
                                        <p:tgtEl>
                                          <p:spTgt spid="159"/>
                                        </p:tgtEl>
                                        <p:attrNameLst>
                                          <p:attrName>style.visibility</p:attrName>
                                        </p:attrNameLst>
                                      </p:cBhvr>
                                      <p:to>
                                        <p:strVal val="visible"/>
                                      </p:to>
                                    </p:set>
                                    <p:animEffect transition="in" filter="wipe(up)">
                                      <p:cBhvr>
                                        <p:cTn id="131" dur="130"/>
                                        <p:tgtEl>
                                          <p:spTgt spid="159"/>
                                        </p:tgtEl>
                                      </p:cBhvr>
                                    </p:animEffect>
                                  </p:childTnLst>
                                </p:cTn>
                              </p:par>
                            </p:childTnLst>
                          </p:cTn>
                        </p:par>
                        <p:par>
                          <p:cTn id="132" fill="hold">
                            <p:stCondLst>
                              <p:cond delay="5480"/>
                            </p:stCondLst>
                            <p:childTnLst>
                              <p:par>
                                <p:cTn id="133" presetID="22" presetClass="entr" presetSubtype="1" fill="hold" nodeType="afterEffect">
                                  <p:stCondLst>
                                    <p:cond delay="0"/>
                                  </p:stCondLst>
                                  <p:childTnLst>
                                    <p:set>
                                      <p:cBhvr>
                                        <p:cTn id="134" dur="1" fill="hold">
                                          <p:stCondLst>
                                            <p:cond delay="0"/>
                                          </p:stCondLst>
                                        </p:cTn>
                                        <p:tgtEl>
                                          <p:spTgt spid="162"/>
                                        </p:tgtEl>
                                        <p:attrNameLst>
                                          <p:attrName>style.visibility</p:attrName>
                                        </p:attrNameLst>
                                      </p:cBhvr>
                                      <p:to>
                                        <p:strVal val="visible"/>
                                      </p:to>
                                    </p:set>
                                    <p:animEffect transition="in" filter="wipe(up)">
                                      <p:cBhvr>
                                        <p:cTn id="135" dur="130"/>
                                        <p:tgtEl>
                                          <p:spTgt spid="162"/>
                                        </p:tgtEl>
                                      </p:cBhvr>
                                    </p:animEffect>
                                  </p:childTnLst>
                                </p:cTn>
                              </p:par>
                            </p:childTnLst>
                          </p:cTn>
                        </p:par>
                        <p:par>
                          <p:cTn id="136" fill="hold">
                            <p:stCondLst>
                              <p:cond delay="5610"/>
                            </p:stCondLst>
                            <p:childTnLst>
                              <p:par>
                                <p:cTn id="137" presetID="22" presetClass="entr" presetSubtype="1" fill="hold" nodeType="afterEffect">
                                  <p:stCondLst>
                                    <p:cond delay="0"/>
                                  </p:stCondLst>
                                  <p:childTnLst>
                                    <p:set>
                                      <p:cBhvr>
                                        <p:cTn id="138" dur="1" fill="hold">
                                          <p:stCondLst>
                                            <p:cond delay="0"/>
                                          </p:stCondLst>
                                        </p:cTn>
                                        <p:tgtEl>
                                          <p:spTgt spid="168"/>
                                        </p:tgtEl>
                                        <p:attrNameLst>
                                          <p:attrName>style.visibility</p:attrName>
                                        </p:attrNameLst>
                                      </p:cBhvr>
                                      <p:to>
                                        <p:strVal val="visible"/>
                                      </p:to>
                                    </p:set>
                                    <p:animEffect transition="in" filter="wipe(up)">
                                      <p:cBhvr>
                                        <p:cTn id="139" dur="130"/>
                                        <p:tgtEl>
                                          <p:spTgt spid="168"/>
                                        </p:tgtEl>
                                      </p:cBhvr>
                                    </p:animEffect>
                                  </p:childTnLst>
                                </p:cTn>
                              </p:par>
                            </p:childTnLst>
                          </p:cTn>
                        </p:par>
                        <p:par>
                          <p:cTn id="140" fill="hold">
                            <p:stCondLst>
                              <p:cond delay="5740"/>
                            </p:stCondLst>
                            <p:childTnLst>
                              <p:par>
                                <p:cTn id="141" presetID="22" presetClass="entr" presetSubtype="1" fill="hold" nodeType="afterEffect">
                                  <p:stCondLst>
                                    <p:cond delay="0"/>
                                  </p:stCondLst>
                                  <p:childTnLst>
                                    <p:set>
                                      <p:cBhvr>
                                        <p:cTn id="142" dur="1" fill="hold">
                                          <p:stCondLst>
                                            <p:cond delay="0"/>
                                          </p:stCondLst>
                                        </p:cTn>
                                        <p:tgtEl>
                                          <p:spTgt spid="174"/>
                                        </p:tgtEl>
                                        <p:attrNameLst>
                                          <p:attrName>style.visibility</p:attrName>
                                        </p:attrNameLst>
                                      </p:cBhvr>
                                      <p:to>
                                        <p:strVal val="visible"/>
                                      </p:to>
                                    </p:set>
                                    <p:animEffect transition="in" filter="wipe(up)">
                                      <p:cBhvr>
                                        <p:cTn id="143" dur="130"/>
                                        <p:tgtEl>
                                          <p:spTgt spid="174"/>
                                        </p:tgtEl>
                                      </p:cBhvr>
                                    </p:animEffect>
                                  </p:childTnLst>
                                </p:cTn>
                              </p:par>
                            </p:childTnLst>
                          </p:cTn>
                        </p:par>
                        <p:par>
                          <p:cTn id="144" fill="hold">
                            <p:stCondLst>
                              <p:cond delay="5870"/>
                            </p:stCondLst>
                            <p:childTnLst>
                              <p:par>
                                <p:cTn id="145" presetID="10" presetClass="entr" presetSubtype="0" fill="hold" grpId="0" nodeType="afterEffect">
                                  <p:stCondLst>
                                    <p:cond delay="0"/>
                                  </p:stCondLst>
                                  <p:childTnLst>
                                    <p:set>
                                      <p:cBhvr>
                                        <p:cTn id="146" dur="1" fill="hold">
                                          <p:stCondLst>
                                            <p:cond delay="0"/>
                                          </p:stCondLst>
                                        </p:cTn>
                                        <p:tgtEl>
                                          <p:spTgt spid="88"/>
                                        </p:tgtEl>
                                        <p:attrNameLst>
                                          <p:attrName>style.visibility</p:attrName>
                                        </p:attrNameLst>
                                      </p:cBhvr>
                                      <p:to>
                                        <p:strVal val="visible"/>
                                      </p:to>
                                    </p:set>
                                    <p:animEffect transition="in" filter="fade">
                                      <p:cBhvr>
                                        <p:cTn id="147" dur="250"/>
                                        <p:tgtEl>
                                          <p:spTgt spid="88"/>
                                        </p:tgtEl>
                                      </p:cBhvr>
                                    </p:animEffect>
                                  </p:childTnLst>
                                </p:cTn>
                              </p:par>
                            </p:childTnLst>
                          </p:cTn>
                        </p:par>
                        <p:par>
                          <p:cTn id="148" fill="hold">
                            <p:stCondLst>
                              <p:cond delay="6120"/>
                            </p:stCondLst>
                            <p:childTnLst>
                              <p:par>
                                <p:cTn id="149" presetID="10" presetClass="entr" presetSubtype="0" fill="hold" grpId="0" nodeType="afterEffect">
                                  <p:stCondLst>
                                    <p:cond delay="0"/>
                                  </p:stCondLst>
                                  <p:childTnLst>
                                    <p:set>
                                      <p:cBhvr>
                                        <p:cTn id="150" dur="1" fill="hold">
                                          <p:stCondLst>
                                            <p:cond delay="0"/>
                                          </p:stCondLst>
                                        </p:cTn>
                                        <p:tgtEl>
                                          <p:spTgt spid="16"/>
                                        </p:tgtEl>
                                        <p:attrNameLst>
                                          <p:attrName>style.visibility</p:attrName>
                                        </p:attrNameLst>
                                      </p:cBhvr>
                                      <p:to>
                                        <p:strVal val="visible"/>
                                      </p:to>
                                    </p:set>
                                    <p:animEffect transition="in" filter="fade">
                                      <p:cBhvr>
                                        <p:cTn id="151" dur="130"/>
                                        <p:tgtEl>
                                          <p:spTgt spid="16"/>
                                        </p:tgtEl>
                                      </p:cBhvr>
                                    </p:animEffect>
                                  </p:childTnLst>
                                </p:cTn>
                              </p:par>
                            </p:childTnLst>
                          </p:cTn>
                        </p:par>
                        <p:par>
                          <p:cTn id="152" fill="hold">
                            <p:stCondLst>
                              <p:cond delay="6250"/>
                            </p:stCondLst>
                            <p:childTnLst>
                              <p:par>
                                <p:cTn id="153" presetID="10" presetClass="entr" presetSubtype="0" fill="hold" nodeType="afterEffect">
                                  <p:stCondLst>
                                    <p:cond delay="0"/>
                                  </p:stCondLst>
                                  <p:childTnLst>
                                    <p:set>
                                      <p:cBhvr>
                                        <p:cTn id="154" dur="1" fill="hold">
                                          <p:stCondLst>
                                            <p:cond delay="0"/>
                                          </p:stCondLst>
                                        </p:cTn>
                                        <p:tgtEl>
                                          <p:spTgt spid="457"/>
                                        </p:tgtEl>
                                        <p:attrNameLst>
                                          <p:attrName>style.visibility</p:attrName>
                                        </p:attrNameLst>
                                      </p:cBhvr>
                                      <p:to>
                                        <p:strVal val="visible"/>
                                      </p:to>
                                    </p:set>
                                    <p:animEffect transition="in" filter="fade">
                                      <p:cBhvr>
                                        <p:cTn id="155" dur="130"/>
                                        <p:tgtEl>
                                          <p:spTgt spid="457"/>
                                        </p:tgtEl>
                                      </p:cBhvr>
                                    </p:animEffect>
                                  </p:childTnLst>
                                </p:cTn>
                              </p:par>
                            </p:childTnLst>
                          </p:cTn>
                        </p:par>
                        <p:par>
                          <p:cTn id="156" fill="hold">
                            <p:stCondLst>
                              <p:cond delay="6380"/>
                            </p:stCondLst>
                            <p:childTnLst>
                              <p:par>
                                <p:cTn id="157" presetID="22" presetClass="entr" presetSubtype="1" fill="hold" grpId="0" nodeType="afterEffect">
                                  <p:stCondLst>
                                    <p:cond delay="0"/>
                                  </p:stCondLst>
                                  <p:childTnLst>
                                    <p:set>
                                      <p:cBhvr>
                                        <p:cTn id="158" dur="1" fill="hold">
                                          <p:stCondLst>
                                            <p:cond delay="0"/>
                                          </p:stCondLst>
                                        </p:cTn>
                                        <p:tgtEl>
                                          <p:spTgt spid="180"/>
                                        </p:tgtEl>
                                        <p:attrNameLst>
                                          <p:attrName>style.visibility</p:attrName>
                                        </p:attrNameLst>
                                      </p:cBhvr>
                                      <p:to>
                                        <p:strVal val="visible"/>
                                      </p:to>
                                    </p:set>
                                    <p:animEffect transition="in" filter="wipe(up)">
                                      <p:cBhvr>
                                        <p:cTn id="159" dur="130"/>
                                        <p:tgtEl>
                                          <p:spTgt spid="180"/>
                                        </p:tgtEl>
                                      </p:cBhvr>
                                    </p:animEffect>
                                  </p:childTnLst>
                                </p:cTn>
                              </p:par>
                            </p:childTnLst>
                          </p:cTn>
                        </p:par>
                        <p:par>
                          <p:cTn id="160" fill="hold">
                            <p:stCondLst>
                              <p:cond delay="6510"/>
                            </p:stCondLst>
                            <p:childTnLst>
                              <p:par>
                                <p:cTn id="161" presetID="22" presetClass="entr" presetSubtype="1" fill="hold" grpId="0" nodeType="afterEffect">
                                  <p:stCondLst>
                                    <p:cond delay="0"/>
                                  </p:stCondLst>
                                  <p:childTnLst>
                                    <p:set>
                                      <p:cBhvr>
                                        <p:cTn id="162" dur="1" fill="hold">
                                          <p:stCondLst>
                                            <p:cond delay="0"/>
                                          </p:stCondLst>
                                        </p:cTn>
                                        <p:tgtEl>
                                          <p:spTgt spid="182"/>
                                        </p:tgtEl>
                                        <p:attrNameLst>
                                          <p:attrName>style.visibility</p:attrName>
                                        </p:attrNameLst>
                                      </p:cBhvr>
                                      <p:to>
                                        <p:strVal val="visible"/>
                                      </p:to>
                                    </p:set>
                                    <p:animEffect transition="in" filter="wipe(up)">
                                      <p:cBhvr>
                                        <p:cTn id="163" dur="130"/>
                                        <p:tgtEl>
                                          <p:spTgt spid="182"/>
                                        </p:tgtEl>
                                      </p:cBhvr>
                                    </p:animEffect>
                                  </p:childTnLst>
                                </p:cTn>
                              </p:par>
                            </p:childTnLst>
                          </p:cTn>
                        </p:par>
                        <p:par>
                          <p:cTn id="164" fill="hold">
                            <p:stCondLst>
                              <p:cond delay="6640"/>
                            </p:stCondLst>
                            <p:childTnLst>
                              <p:par>
                                <p:cTn id="165" presetID="22" presetClass="entr" presetSubtype="1" fill="hold" grpId="0" nodeType="afterEffect">
                                  <p:stCondLst>
                                    <p:cond delay="0"/>
                                  </p:stCondLst>
                                  <p:childTnLst>
                                    <p:set>
                                      <p:cBhvr>
                                        <p:cTn id="166" dur="1" fill="hold">
                                          <p:stCondLst>
                                            <p:cond delay="0"/>
                                          </p:stCondLst>
                                        </p:cTn>
                                        <p:tgtEl>
                                          <p:spTgt spid="184"/>
                                        </p:tgtEl>
                                        <p:attrNameLst>
                                          <p:attrName>style.visibility</p:attrName>
                                        </p:attrNameLst>
                                      </p:cBhvr>
                                      <p:to>
                                        <p:strVal val="visible"/>
                                      </p:to>
                                    </p:set>
                                    <p:animEffect transition="in" filter="wipe(up)">
                                      <p:cBhvr>
                                        <p:cTn id="167" dur="130"/>
                                        <p:tgtEl>
                                          <p:spTgt spid="184"/>
                                        </p:tgtEl>
                                      </p:cBhvr>
                                    </p:animEffect>
                                  </p:childTnLst>
                                </p:cTn>
                              </p:par>
                            </p:childTnLst>
                          </p:cTn>
                        </p:par>
                        <p:par>
                          <p:cTn id="168" fill="hold">
                            <p:stCondLst>
                              <p:cond delay="6770"/>
                            </p:stCondLst>
                            <p:childTnLst>
                              <p:par>
                                <p:cTn id="169" presetID="22" presetClass="entr" presetSubtype="1" fill="hold" grpId="0" nodeType="afterEffect">
                                  <p:stCondLst>
                                    <p:cond delay="0"/>
                                  </p:stCondLst>
                                  <p:childTnLst>
                                    <p:set>
                                      <p:cBhvr>
                                        <p:cTn id="170" dur="1" fill="hold">
                                          <p:stCondLst>
                                            <p:cond delay="0"/>
                                          </p:stCondLst>
                                        </p:cTn>
                                        <p:tgtEl>
                                          <p:spTgt spid="186"/>
                                        </p:tgtEl>
                                        <p:attrNameLst>
                                          <p:attrName>style.visibility</p:attrName>
                                        </p:attrNameLst>
                                      </p:cBhvr>
                                      <p:to>
                                        <p:strVal val="visible"/>
                                      </p:to>
                                    </p:set>
                                    <p:animEffect transition="in" filter="wipe(up)">
                                      <p:cBhvr>
                                        <p:cTn id="171" dur="130"/>
                                        <p:tgtEl>
                                          <p:spTgt spid="186"/>
                                        </p:tgtEl>
                                      </p:cBhvr>
                                    </p:animEffect>
                                  </p:childTnLst>
                                </p:cTn>
                              </p:par>
                            </p:childTnLst>
                          </p:cTn>
                        </p:par>
                        <p:par>
                          <p:cTn id="172" fill="hold">
                            <p:stCondLst>
                              <p:cond delay="6900"/>
                            </p:stCondLst>
                            <p:childTnLst>
                              <p:par>
                                <p:cTn id="173" presetID="22" presetClass="entr" presetSubtype="1" fill="hold" grpId="0" nodeType="afterEffect">
                                  <p:stCondLst>
                                    <p:cond delay="0"/>
                                  </p:stCondLst>
                                  <p:childTnLst>
                                    <p:set>
                                      <p:cBhvr>
                                        <p:cTn id="174" dur="1" fill="hold">
                                          <p:stCondLst>
                                            <p:cond delay="0"/>
                                          </p:stCondLst>
                                        </p:cTn>
                                        <p:tgtEl>
                                          <p:spTgt spid="187"/>
                                        </p:tgtEl>
                                        <p:attrNameLst>
                                          <p:attrName>style.visibility</p:attrName>
                                        </p:attrNameLst>
                                      </p:cBhvr>
                                      <p:to>
                                        <p:strVal val="visible"/>
                                      </p:to>
                                    </p:set>
                                    <p:animEffect transition="in" filter="wipe(up)">
                                      <p:cBhvr>
                                        <p:cTn id="175" dur="130"/>
                                        <p:tgtEl>
                                          <p:spTgt spid="187"/>
                                        </p:tgtEl>
                                      </p:cBhvr>
                                    </p:animEffect>
                                  </p:childTnLst>
                                </p:cTn>
                              </p:par>
                            </p:childTnLst>
                          </p:cTn>
                        </p:par>
                        <p:par>
                          <p:cTn id="176" fill="hold">
                            <p:stCondLst>
                              <p:cond delay="7030"/>
                            </p:stCondLst>
                            <p:childTnLst>
                              <p:par>
                                <p:cTn id="177" presetID="22" presetClass="entr" presetSubtype="1" fill="hold" grpId="0" nodeType="afterEffect">
                                  <p:stCondLst>
                                    <p:cond delay="0"/>
                                  </p:stCondLst>
                                  <p:childTnLst>
                                    <p:set>
                                      <p:cBhvr>
                                        <p:cTn id="178" dur="1" fill="hold">
                                          <p:stCondLst>
                                            <p:cond delay="0"/>
                                          </p:stCondLst>
                                        </p:cTn>
                                        <p:tgtEl>
                                          <p:spTgt spid="188"/>
                                        </p:tgtEl>
                                        <p:attrNameLst>
                                          <p:attrName>style.visibility</p:attrName>
                                        </p:attrNameLst>
                                      </p:cBhvr>
                                      <p:to>
                                        <p:strVal val="visible"/>
                                      </p:to>
                                    </p:set>
                                    <p:animEffect transition="in" filter="wipe(up)">
                                      <p:cBhvr>
                                        <p:cTn id="179" dur="130"/>
                                        <p:tgtEl>
                                          <p:spTgt spid="188"/>
                                        </p:tgtEl>
                                      </p:cBhvr>
                                    </p:animEffect>
                                  </p:childTnLst>
                                </p:cTn>
                              </p:par>
                            </p:childTnLst>
                          </p:cTn>
                        </p:par>
                        <p:par>
                          <p:cTn id="180" fill="hold">
                            <p:stCondLst>
                              <p:cond delay="7160"/>
                            </p:stCondLst>
                            <p:childTnLst>
                              <p:par>
                                <p:cTn id="181" presetID="22" presetClass="entr" presetSubtype="1" fill="hold" grpId="0" nodeType="afterEffect">
                                  <p:stCondLst>
                                    <p:cond delay="0"/>
                                  </p:stCondLst>
                                  <p:childTnLst>
                                    <p:set>
                                      <p:cBhvr>
                                        <p:cTn id="182" dur="1" fill="hold">
                                          <p:stCondLst>
                                            <p:cond delay="0"/>
                                          </p:stCondLst>
                                        </p:cTn>
                                        <p:tgtEl>
                                          <p:spTgt spid="190"/>
                                        </p:tgtEl>
                                        <p:attrNameLst>
                                          <p:attrName>style.visibility</p:attrName>
                                        </p:attrNameLst>
                                      </p:cBhvr>
                                      <p:to>
                                        <p:strVal val="visible"/>
                                      </p:to>
                                    </p:set>
                                    <p:animEffect transition="in" filter="wipe(up)">
                                      <p:cBhvr>
                                        <p:cTn id="183" dur="130"/>
                                        <p:tgtEl>
                                          <p:spTgt spid="190"/>
                                        </p:tgtEl>
                                      </p:cBhvr>
                                    </p:animEffect>
                                  </p:childTnLst>
                                </p:cTn>
                              </p:par>
                            </p:childTnLst>
                          </p:cTn>
                        </p:par>
                        <p:par>
                          <p:cTn id="184" fill="hold">
                            <p:stCondLst>
                              <p:cond delay="7290"/>
                            </p:stCondLst>
                            <p:childTnLst>
                              <p:par>
                                <p:cTn id="185" presetID="22" presetClass="entr" presetSubtype="1" fill="hold" grpId="0" nodeType="afterEffect">
                                  <p:stCondLst>
                                    <p:cond delay="0"/>
                                  </p:stCondLst>
                                  <p:childTnLst>
                                    <p:set>
                                      <p:cBhvr>
                                        <p:cTn id="186" dur="1" fill="hold">
                                          <p:stCondLst>
                                            <p:cond delay="0"/>
                                          </p:stCondLst>
                                        </p:cTn>
                                        <p:tgtEl>
                                          <p:spTgt spid="192"/>
                                        </p:tgtEl>
                                        <p:attrNameLst>
                                          <p:attrName>style.visibility</p:attrName>
                                        </p:attrNameLst>
                                      </p:cBhvr>
                                      <p:to>
                                        <p:strVal val="visible"/>
                                      </p:to>
                                    </p:set>
                                    <p:animEffect transition="in" filter="wipe(up)">
                                      <p:cBhvr>
                                        <p:cTn id="187" dur="130"/>
                                        <p:tgtEl>
                                          <p:spTgt spid="192"/>
                                        </p:tgtEl>
                                      </p:cBhvr>
                                    </p:animEffect>
                                  </p:childTnLst>
                                </p:cTn>
                              </p:par>
                            </p:childTnLst>
                          </p:cTn>
                        </p:par>
                        <p:par>
                          <p:cTn id="188" fill="hold">
                            <p:stCondLst>
                              <p:cond delay="7420"/>
                            </p:stCondLst>
                            <p:childTnLst>
                              <p:par>
                                <p:cTn id="189" presetID="10" presetClass="entr" presetSubtype="0" fill="hold" grpId="0" nodeType="afterEffect">
                                  <p:stCondLst>
                                    <p:cond delay="0"/>
                                  </p:stCondLst>
                                  <p:childTnLst>
                                    <p:set>
                                      <p:cBhvr>
                                        <p:cTn id="190" dur="1" fill="hold">
                                          <p:stCondLst>
                                            <p:cond delay="0"/>
                                          </p:stCondLst>
                                        </p:cTn>
                                        <p:tgtEl>
                                          <p:spTgt spid="89"/>
                                        </p:tgtEl>
                                        <p:attrNameLst>
                                          <p:attrName>style.visibility</p:attrName>
                                        </p:attrNameLst>
                                      </p:cBhvr>
                                      <p:to>
                                        <p:strVal val="visible"/>
                                      </p:to>
                                    </p:set>
                                    <p:animEffect transition="in" filter="fade">
                                      <p:cBhvr>
                                        <p:cTn id="191" dur="250"/>
                                        <p:tgtEl>
                                          <p:spTgt spid="89"/>
                                        </p:tgtEl>
                                      </p:cBhvr>
                                    </p:animEffect>
                                  </p:childTnLst>
                                </p:cTn>
                              </p:par>
                            </p:childTnLst>
                          </p:cTn>
                        </p:par>
                        <p:par>
                          <p:cTn id="192" fill="hold">
                            <p:stCondLst>
                              <p:cond delay="7670"/>
                            </p:stCondLst>
                            <p:childTnLst>
                              <p:par>
                                <p:cTn id="193" presetID="22" presetClass="entr" presetSubtype="8" fill="hold" nodeType="afterEffect">
                                  <p:stCondLst>
                                    <p:cond delay="0"/>
                                  </p:stCondLst>
                                  <p:childTnLst>
                                    <p:set>
                                      <p:cBhvr>
                                        <p:cTn id="194" dur="1" fill="hold">
                                          <p:stCondLst>
                                            <p:cond delay="0"/>
                                          </p:stCondLst>
                                        </p:cTn>
                                        <p:tgtEl>
                                          <p:spTgt spid="137"/>
                                        </p:tgtEl>
                                        <p:attrNameLst>
                                          <p:attrName>style.visibility</p:attrName>
                                        </p:attrNameLst>
                                      </p:cBhvr>
                                      <p:to>
                                        <p:strVal val="visible"/>
                                      </p:to>
                                    </p:set>
                                    <p:animEffect transition="in" filter="wipe(left)">
                                      <p:cBhvr>
                                        <p:cTn id="195" dur="250"/>
                                        <p:tgtEl>
                                          <p:spTgt spid="137"/>
                                        </p:tgtEl>
                                      </p:cBhvr>
                                    </p:animEffect>
                                  </p:childTnLst>
                                </p:cTn>
                              </p:par>
                            </p:childTnLst>
                          </p:cTn>
                        </p:par>
                        <p:par>
                          <p:cTn id="196" fill="hold">
                            <p:stCondLst>
                              <p:cond delay="7920"/>
                            </p:stCondLst>
                            <p:childTnLst>
                              <p:par>
                                <p:cTn id="197" presetID="10" presetClass="entr" presetSubtype="0" fill="hold" grpId="0" nodeType="afterEffect">
                                  <p:stCondLst>
                                    <p:cond delay="0"/>
                                  </p:stCondLst>
                                  <p:childTnLst>
                                    <p:set>
                                      <p:cBhvr>
                                        <p:cTn id="198" dur="1" fill="hold">
                                          <p:stCondLst>
                                            <p:cond delay="0"/>
                                          </p:stCondLst>
                                        </p:cTn>
                                        <p:tgtEl>
                                          <p:spTgt spid="18"/>
                                        </p:tgtEl>
                                        <p:attrNameLst>
                                          <p:attrName>style.visibility</p:attrName>
                                        </p:attrNameLst>
                                      </p:cBhvr>
                                      <p:to>
                                        <p:strVal val="visible"/>
                                      </p:to>
                                    </p:set>
                                    <p:animEffect transition="in" filter="fade">
                                      <p:cBhvr>
                                        <p:cTn id="199" dur="250"/>
                                        <p:tgtEl>
                                          <p:spTgt spid="18"/>
                                        </p:tgtEl>
                                      </p:cBhvr>
                                    </p:animEffect>
                                  </p:childTnLst>
                                </p:cTn>
                              </p:par>
                              <p:par>
                                <p:cTn id="200" presetID="10" presetClass="entr" presetSubtype="0" fill="hold" nodeType="withEffect">
                                  <p:stCondLst>
                                    <p:cond delay="0"/>
                                  </p:stCondLst>
                                  <p:childTnLst>
                                    <p:set>
                                      <p:cBhvr>
                                        <p:cTn id="201" dur="1" fill="hold">
                                          <p:stCondLst>
                                            <p:cond delay="0"/>
                                          </p:stCondLst>
                                        </p:cTn>
                                        <p:tgtEl>
                                          <p:spTgt spid="460"/>
                                        </p:tgtEl>
                                        <p:attrNameLst>
                                          <p:attrName>style.visibility</p:attrName>
                                        </p:attrNameLst>
                                      </p:cBhvr>
                                      <p:to>
                                        <p:strVal val="visible"/>
                                      </p:to>
                                    </p:set>
                                    <p:animEffect transition="in" filter="fade">
                                      <p:cBhvr>
                                        <p:cTn id="202" dur="250"/>
                                        <p:tgtEl>
                                          <p:spTgt spid="460"/>
                                        </p:tgtEl>
                                      </p:cBhvr>
                                    </p:animEffect>
                                  </p:childTnLst>
                                </p:cTn>
                              </p:par>
                            </p:childTnLst>
                          </p:cTn>
                        </p:par>
                        <p:par>
                          <p:cTn id="203" fill="hold">
                            <p:stCondLst>
                              <p:cond delay="8170"/>
                            </p:stCondLst>
                            <p:childTnLst>
                              <p:par>
                                <p:cTn id="204" presetID="22" presetClass="entr" presetSubtype="1" fill="hold" grpId="0" nodeType="afterEffect">
                                  <p:stCondLst>
                                    <p:cond delay="0"/>
                                  </p:stCondLst>
                                  <p:childTnLst>
                                    <p:set>
                                      <p:cBhvr>
                                        <p:cTn id="205" dur="1" fill="hold">
                                          <p:stCondLst>
                                            <p:cond delay="0"/>
                                          </p:stCondLst>
                                        </p:cTn>
                                        <p:tgtEl>
                                          <p:spTgt spid="245"/>
                                        </p:tgtEl>
                                        <p:attrNameLst>
                                          <p:attrName>style.visibility</p:attrName>
                                        </p:attrNameLst>
                                      </p:cBhvr>
                                      <p:to>
                                        <p:strVal val="visible"/>
                                      </p:to>
                                    </p:set>
                                    <p:animEffect transition="in" filter="wipe(up)">
                                      <p:cBhvr>
                                        <p:cTn id="206" dur="130"/>
                                        <p:tgtEl>
                                          <p:spTgt spid="245"/>
                                        </p:tgtEl>
                                      </p:cBhvr>
                                    </p:animEffect>
                                  </p:childTnLst>
                                </p:cTn>
                              </p:par>
                            </p:childTnLst>
                          </p:cTn>
                        </p:par>
                        <p:par>
                          <p:cTn id="207" fill="hold">
                            <p:stCondLst>
                              <p:cond delay="8300"/>
                            </p:stCondLst>
                            <p:childTnLst>
                              <p:par>
                                <p:cTn id="208" presetID="22" presetClass="entr" presetSubtype="1" fill="hold" grpId="0" nodeType="afterEffect">
                                  <p:stCondLst>
                                    <p:cond delay="0"/>
                                  </p:stCondLst>
                                  <p:childTnLst>
                                    <p:set>
                                      <p:cBhvr>
                                        <p:cTn id="209" dur="1" fill="hold">
                                          <p:stCondLst>
                                            <p:cond delay="0"/>
                                          </p:stCondLst>
                                        </p:cTn>
                                        <p:tgtEl>
                                          <p:spTgt spid="253"/>
                                        </p:tgtEl>
                                        <p:attrNameLst>
                                          <p:attrName>style.visibility</p:attrName>
                                        </p:attrNameLst>
                                      </p:cBhvr>
                                      <p:to>
                                        <p:strVal val="visible"/>
                                      </p:to>
                                    </p:set>
                                    <p:animEffect transition="in" filter="wipe(up)">
                                      <p:cBhvr>
                                        <p:cTn id="210" dur="130"/>
                                        <p:tgtEl>
                                          <p:spTgt spid="253"/>
                                        </p:tgtEl>
                                      </p:cBhvr>
                                    </p:animEffect>
                                  </p:childTnLst>
                                </p:cTn>
                              </p:par>
                            </p:childTnLst>
                          </p:cTn>
                        </p:par>
                        <p:par>
                          <p:cTn id="211" fill="hold">
                            <p:stCondLst>
                              <p:cond delay="8430"/>
                            </p:stCondLst>
                            <p:childTnLst>
                              <p:par>
                                <p:cTn id="212" presetID="22" presetClass="entr" presetSubtype="1" fill="hold" grpId="0" nodeType="afterEffect">
                                  <p:stCondLst>
                                    <p:cond delay="0"/>
                                  </p:stCondLst>
                                  <p:childTnLst>
                                    <p:set>
                                      <p:cBhvr>
                                        <p:cTn id="213" dur="1" fill="hold">
                                          <p:stCondLst>
                                            <p:cond delay="0"/>
                                          </p:stCondLst>
                                        </p:cTn>
                                        <p:tgtEl>
                                          <p:spTgt spid="254"/>
                                        </p:tgtEl>
                                        <p:attrNameLst>
                                          <p:attrName>style.visibility</p:attrName>
                                        </p:attrNameLst>
                                      </p:cBhvr>
                                      <p:to>
                                        <p:strVal val="visible"/>
                                      </p:to>
                                    </p:set>
                                    <p:animEffect transition="in" filter="wipe(up)">
                                      <p:cBhvr>
                                        <p:cTn id="214" dur="130"/>
                                        <p:tgtEl>
                                          <p:spTgt spid="254"/>
                                        </p:tgtEl>
                                      </p:cBhvr>
                                    </p:animEffect>
                                  </p:childTnLst>
                                </p:cTn>
                              </p:par>
                            </p:childTnLst>
                          </p:cTn>
                        </p:par>
                        <p:par>
                          <p:cTn id="215" fill="hold">
                            <p:stCondLst>
                              <p:cond delay="8560"/>
                            </p:stCondLst>
                            <p:childTnLst>
                              <p:par>
                                <p:cTn id="216" presetID="22" presetClass="entr" presetSubtype="1" fill="hold" grpId="0" nodeType="afterEffect">
                                  <p:stCondLst>
                                    <p:cond delay="0"/>
                                  </p:stCondLst>
                                  <p:childTnLst>
                                    <p:set>
                                      <p:cBhvr>
                                        <p:cTn id="217" dur="1" fill="hold">
                                          <p:stCondLst>
                                            <p:cond delay="0"/>
                                          </p:stCondLst>
                                        </p:cTn>
                                        <p:tgtEl>
                                          <p:spTgt spid="255"/>
                                        </p:tgtEl>
                                        <p:attrNameLst>
                                          <p:attrName>style.visibility</p:attrName>
                                        </p:attrNameLst>
                                      </p:cBhvr>
                                      <p:to>
                                        <p:strVal val="visible"/>
                                      </p:to>
                                    </p:set>
                                    <p:animEffect transition="in" filter="wipe(up)">
                                      <p:cBhvr>
                                        <p:cTn id="218" dur="130"/>
                                        <p:tgtEl>
                                          <p:spTgt spid="255"/>
                                        </p:tgtEl>
                                      </p:cBhvr>
                                    </p:animEffect>
                                  </p:childTnLst>
                                </p:cTn>
                              </p:par>
                            </p:childTnLst>
                          </p:cTn>
                        </p:par>
                        <p:par>
                          <p:cTn id="219" fill="hold">
                            <p:stCondLst>
                              <p:cond delay="8690"/>
                            </p:stCondLst>
                            <p:childTnLst>
                              <p:par>
                                <p:cTn id="220" presetID="22" presetClass="entr" presetSubtype="1" fill="hold" grpId="0" nodeType="afterEffect">
                                  <p:stCondLst>
                                    <p:cond delay="0"/>
                                  </p:stCondLst>
                                  <p:childTnLst>
                                    <p:set>
                                      <p:cBhvr>
                                        <p:cTn id="221" dur="1" fill="hold">
                                          <p:stCondLst>
                                            <p:cond delay="0"/>
                                          </p:stCondLst>
                                        </p:cTn>
                                        <p:tgtEl>
                                          <p:spTgt spid="494"/>
                                        </p:tgtEl>
                                        <p:attrNameLst>
                                          <p:attrName>style.visibility</p:attrName>
                                        </p:attrNameLst>
                                      </p:cBhvr>
                                      <p:to>
                                        <p:strVal val="visible"/>
                                      </p:to>
                                    </p:set>
                                    <p:animEffect transition="in" filter="wipe(up)">
                                      <p:cBhvr>
                                        <p:cTn id="222" dur="130"/>
                                        <p:tgtEl>
                                          <p:spTgt spid="494"/>
                                        </p:tgtEl>
                                      </p:cBhvr>
                                    </p:animEffect>
                                  </p:childTnLst>
                                </p:cTn>
                              </p:par>
                            </p:childTnLst>
                          </p:cTn>
                        </p:par>
                        <p:par>
                          <p:cTn id="223" fill="hold">
                            <p:stCondLst>
                              <p:cond delay="8820"/>
                            </p:stCondLst>
                            <p:childTnLst>
                              <p:par>
                                <p:cTn id="224" presetID="22" presetClass="entr" presetSubtype="1" fill="hold" grpId="0" nodeType="afterEffect">
                                  <p:stCondLst>
                                    <p:cond delay="0"/>
                                  </p:stCondLst>
                                  <p:childTnLst>
                                    <p:set>
                                      <p:cBhvr>
                                        <p:cTn id="225" dur="1" fill="hold">
                                          <p:stCondLst>
                                            <p:cond delay="0"/>
                                          </p:stCondLst>
                                        </p:cTn>
                                        <p:tgtEl>
                                          <p:spTgt spid="261"/>
                                        </p:tgtEl>
                                        <p:attrNameLst>
                                          <p:attrName>style.visibility</p:attrName>
                                        </p:attrNameLst>
                                      </p:cBhvr>
                                      <p:to>
                                        <p:strVal val="visible"/>
                                      </p:to>
                                    </p:set>
                                    <p:animEffect transition="in" filter="wipe(up)">
                                      <p:cBhvr>
                                        <p:cTn id="226" dur="130"/>
                                        <p:tgtEl>
                                          <p:spTgt spid="261"/>
                                        </p:tgtEl>
                                      </p:cBhvr>
                                    </p:animEffect>
                                  </p:childTnLst>
                                </p:cTn>
                              </p:par>
                            </p:childTnLst>
                          </p:cTn>
                        </p:par>
                        <p:par>
                          <p:cTn id="227" fill="hold">
                            <p:stCondLst>
                              <p:cond delay="8950"/>
                            </p:stCondLst>
                            <p:childTnLst>
                              <p:par>
                                <p:cTn id="228" presetID="22" presetClass="entr" presetSubtype="1" fill="hold" grpId="0" nodeType="afterEffect">
                                  <p:stCondLst>
                                    <p:cond delay="0"/>
                                  </p:stCondLst>
                                  <p:childTnLst>
                                    <p:set>
                                      <p:cBhvr>
                                        <p:cTn id="229" dur="1" fill="hold">
                                          <p:stCondLst>
                                            <p:cond delay="0"/>
                                          </p:stCondLst>
                                        </p:cTn>
                                        <p:tgtEl>
                                          <p:spTgt spid="262"/>
                                        </p:tgtEl>
                                        <p:attrNameLst>
                                          <p:attrName>style.visibility</p:attrName>
                                        </p:attrNameLst>
                                      </p:cBhvr>
                                      <p:to>
                                        <p:strVal val="visible"/>
                                      </p:to>
                                    </p:set>
                                    <p:animEffect transition="in" filter="wipe(up)">
                                      <p:cBhvr>
                                        <p:cTn id="230" dur="130"/>
                                        <p:tgtEl>
                                          <p:spTgt spid="262"/>
                                        </p:tgtEl>
                                      </p:cBhvr>
                                    </p:animEffect>
                                  </p:childTnLst>
                                </p:cTn>
                              </p:par>
                            </p:childTnLst>
                          </p:cTn>
                        </p:par>
                        <p:par>
                          <p:cTn id="231" fill="hold">
                            <p:stCondLst>
                              <p:cond delay="9080"/>
                            </p:stCondLst>
                            <p:childTnLst>
                              <p:par>
                                <p:cTn id="232" presetID="22" presetClass="entr" presetSubtype="1" fill="hold" grpId="0" nodeType="afterEffect">
                                  <p:stCondLst>
                                    <p:cond delay="0"/>
                                  </p:stCondLst>
                                  <p:childTnLst>
                                    <p:set>
                                      <p:cBhvr>
                                        <p:cTn id="233" dur="1" fill="hold">
                                          <p:stCondLst>
                                            <p:cond delay="0"/>
                                          </p:stCondLst>
                                        </p:cTn>
                                        <p:tgtEl>
                                          <p:spTgt spid="263"/>
                                        </p:tgtEl>
                                        <p:attrNameLst>
                                          <p:attrName>style.visibility</p:attrName>
                                        </p:attrNameLst>
                                      </p:cBhvr>
                                      <p:to>
                                        <p:strVal val="visible"/>
                                      </p:to>
                                    </p:set>
                                    <p:animEffect transition="in" filter="wipe(up)">
                                      <p:cBhvr>
                                        <p:cTn id="234" dur="130"/>
                                        <p:tgtEl>
                                          <p:spTgt spid="263"/>
                                        </p:tgtEl>
                                      </p:cBhvr>
                                    </p:animEffect>
                                  </p:childTnLst>
                                </p:cTn>
                              </p:par>
                            </p:childTnLst>
                          </p:cTn>
                        </p:par>
                        <p:par>
                          <p:cTn id="235" fill="hold">
                            <p:stCondLst>
                              <p:cond delay="9210"/>
                            </p:stCondLst>
                            <p:childTnLst>
                              <p:par>
                                <p:cTn id="236" presetID="10" presetClass="entr" presetSubtype="0" fill="hold" grpId="0" nodeType="afterEffect">
                                  <p:stCondLst>
                                    <p:cond delay="0"/>
                                  </p:stCondLst>
                                  <p:childTnLst>
                                    <p:set>
                                      <p:cBhvr>
                                        <p:cTn id="237" dur="1" fill="hold">
                                          <p:stCondLst>
                                            <p:cond delay="0"/>
                                          </p:stCondLst>
                                        </p:cTn>
                                        <p:tgtEl>
                                          <p:spTgt spid="90"/>
                                        </p:tgtEl>
                                        <p:attrNameLst>
                                          <p:attrName>style.visibility</p:attrName>
                                        </p:attrNameLst>
                                      </p:cBhvr>
                                      <p:to>
                                        <p:strVal val="visible"/>
                                      </p:to>
                                    </p:set>
                                    <p:animEffect transition="in" filter="fade">
                                      <p:cBhvr>
                                        <p:cTn id="238" dur="250"/>
                                        <p:tgtEl>
                                          <p:spTgt spid="90"/>
                                        </p:tgtEl>
                                      </p:cBhvr>
                                    </p:animEffect>
                                  </p:childTnLst>
                                </p:cTn>
                              </p:par>
                            </p:childTnLst>
                          </p:cTn>
                        </p:par>
                        <p:par>
                          <p:cTn id="239" fill="hold">
                            <p:stCondLst>
                              <p:cond delay="9460"/>
                            </p:stCondLst>
                            <p:childTnLst>
                              <p:par>
                                <p:cTn id="240" presetID="10" presetClass="entr" presetSubtype="0" fill="hold" grpId="0" nodeType="afterEffect">
                                  <p:stCondLst>
                                    <p:cond delay="0"/>
                                  </p:stCondLst>
                                  <p:childTnLst>
                                    <p:set>
                                      <p:cBhvr>
                                        <p:cTn id="241" dur="1" fill="hold">
                                          <p:stCondLst>
                                            <p:cond delay="0"/>
                                          </p:stCondLst>
                                        </p:cTn>
                                        <p:tgtEl>
                                          <p:spTgt spid="19"/>
                                        </p:tgtEl>
                                        <p:attrNameLst>
                                          <p:attrName>style.visibility</p:attrName>
                                        </p:attrNameLst>
                                      </p:cBhvr>
                                      <p:to>
                                        <p:strVal val="visible"/>
                                      </p:to>
                                    </p:set>
                                    <p:animEffect transition="in" filter="fade">
                                      <p:cBhvr>
                                        <p:cTn id="242" dur="250"/>
                                        <p:tgtEl>
                                          <p:spTgt spid="19"/>
                                        </p:tgtEl>
                                      </p:cBhvr>
                                    </p:animEffect>
                                  </p:childTnLst>
                                </p:cTn>
                              </p:par>
                            </p:childTnLst>
                          </p:cTn>
                        </p:par>
                        <p:par>
                          <p:cTn id="243" fill="hold">
                            <p:stCondLst>
                              <p:cond delay="9710"/>
                            </p:stCondLst>
                            <p:childTnLst>
                              <p:par>
                                <p:cTn id="244" presetID="10" presetClass="entr" presetSubtype="0" fill="hold" nodeType="afterEffect">
                                  <p:stCondLst>
                                    <p:cond delay="0"/>
                                  </p:stCondLst>
                                  <p:childTnLst>
                                    <p:set>
                                      <p:cBhvr>
                                        <p:cTn id="245" dur="1" fill="hold">
                                          <p:stCondLst>
                                            <p:cond delay="0"/>
                                          </p:stCondLst>
                                        </p:cTn>
                                        <p:tgtEl>
                                          <p:spTgt spid="463"/>
                                        </p:tgtEl>
                                        <p:attrNameLst>
                                          <p:attrName>style.visibility</p:attrName>
                                        </p:attrNameLst>
                                      </p:cBhvr>
                                      <p:to>
                                        <p:strVal val="visible"/>
                                      </p:to>
                                    </p:set>
                                    <p:animEffect transition="in" filter="fade">
                                      <p:cBhvr>
                                        <p:cTn id="246" dur="250"/>
                                        <p:tgtEl>
                                          <p:spTgt spid="463"/>
                                        </p:tgtEl>
                                      </p:cBhvr>
                                    </p:animEffect>
                                  </p:childTnLst>
                                </p:cTn>
                              </p:par>
                            </p:childTnLst>
                          </p:cTn>
                        </p:par>
                        <p:par>
                          <p:cTn id="247" fill="hold">
                            <p:stCondLst>
                              <p:cond delay="9960"/>
                            </p:stCondLst>
                            <p:childTnLst>
                              <p:par>
                                <p:cTn id="248" presetID="22" presetClass="entr" presetSubtype="1" fill="hold" grpId="0" nodeType="afterEffect">
                                  <p:stCondLst>
                                    <p:cond delay="0"/>
                                  </p:stCondLst>
                                  <p:childTnLst>
                                    <p:set>
                                      <p:cBhvr>
                                        <p:cTn id="249" dur="1" fill="hold">
                                          <p:stCondLst>
                                            <p:cond delay="0"/>
                                          </p:stCondLst>
                                        </p:cTn>
                                        <p:tgtEl>
                                          <p:spTgt spid="264"/>
                                        </p:tgtEl>
                                        <p:attrNameLst>
                                          <p:attrName>style.visibility</p:attrName>
                                        </p:attrNameLst>
                                      </p:cBhvr>
                                      <p:to>
                                        <p:strVal val="visible"/>
                                      </p:to>
                                    </p:set>
                                    <p:animEffect transition="in" filter="wipe(up)">
                                      <p:cBhvr>
                                        <p:cTn id="250" dur="130"/>
                                        <p:tgtEl>
                                          <p:spTgt spid="264"/>
                                        </p:tgtEl>
                                      </p:cBhvr>
                                    </p:animEffect>
                                  </p:childTnLst>
                                </p:cTn>
                              </p:par>
                            </p:childTnLst>
                          </p:cTn>
                        </p:par>
                        <p:par>
                          <p:cTn id="251" fill="hold">
                            <p:stCondLst>
                              <p:cond delay="10090"/>
                            </p:stCondLst>
                            <p:childTnLst>
                              <p:par>
                                <p:cTn id="252" presetID="22" presetClass="entr" presetSubtype="1" fill="hold" grpId="0" nodeType="afterEffect">
                                  <p:stCondLst>
                                    <p:cond delay="0"/>
                                  </p:stCondLst>
                                  <p:childTnLst>
                                    <p:set>
                                      <p:cBhvr>
                                        <p:cTn id="253" dur="1" fill="hold">
                                          <p:stCondLst>
                                            <p:cond delay="0"/>
                                          </p:stCondLst>
                                        </p:cTn>
                                        <p:tgtEl>
                                          <p:spTgt spid="265"/>
                                        </p:tgtEl>
                                        <p:attrNameLst>
                                          <p:attrName>style.visibility</p:attrName>
                                        </p:attrNameLst>
                                      </p:cBhvr>
                                      <p:to>
                                        <p:strVal val="visible"/>
                                      </p:to>
                                    </p:set>
                                    <p:animEffect transition="in" filter="wipe(up)">
                                      <p:cBhvr>
                                        <p:cTn id="254" dur="130"/>
                                        <p:tgtEl>
                                          <p:spTgt spid="265"/>
                                        </p:tgtEl>
                                      </p:cBhvr>
                                    </p:animEffect>
                                  </p:childTnLst>
                                </p:cTn>
                              </p:par>
                            </p:childTnLst>
                          </p:cTn>
                        </p:par>
                        <p:par>
                          <p:cTn id="255" fill="hold">
                            <p:stCondLst>
                              <p:cond delay="10220"/>
                            </p:stCondLst>
                            <p:childTnLst>
                              <p:par>
                                <p:cTn id="256" presetID="22" presetClass="entr" presetSubtype="1" fill="hold" grpId="0" nodeType="afterEffect">
                                  <p:stCondLst>
                                    <p:cond delay="0"/>
                                  </p:stCondLst>
                                  <p:childTnLst>
                                    <p:set>
                                      <p:cBhvr>
                                        <p:cTn id="257" dur="1" fill="hold">
                                          <p:stCondLst>
                                            <p:cond delay="0"/>
                                          </p:stCondLst>
                                        </p:cTn>
                                        <p:tgtEl>
                                          <p:spTgt spid="266"/>
                                        </p:tgtEl>
                                        <p:attrNameLst>
                                          <p:attrName>style.visibility</p:attrName>
                                        </p:attrNameLst>
                                      </p:cBhvr>
                                      <p:to>
                                        <p:strVal val="visible"/>
                                      </p:to>
                                    </p:set>
                                    <p:animEffect transition="in" filter="wipe(up)">
                                      <p:cBhvr>
                                        <p:cTn id="258" dur="130"/>
                                        <p:tgtEl>
                                          <p:spTgt spid="266"/>
                                        </p:tgtEl>
                                      </p:cBhvr>
                                    </p:animEffect>
                                  </p:childTnLst>
                                </p:cTn>
                              </p:par>
                            </p:childTnLst>
                          </p:cTn>
                        </p:par>
                        <p:par>
                          <p:cTn id="259" fill="hold">
                            <p:stCondLst>
                              <p:cond delay="10350"/>
                            </p:stCondLst>
                            <p:childTnLst>
                              <p:par>
                                <p:cTn id="260" presetID="22" presetClass="entr" presetSubtype="1" fill="hold" grpId="0" nodeType="afterEffect">
                                  <p:stCondLst>
                                    <p:cond delay="0"/>
                                  </p:stCondLst>
                                  <p:childTnLst>
                                    <p:set>
                                      <p:cBhvr>
                                        <p:cTn id="261" dur="1" fill="hold">
                                          <p:stCondLst>
                                            <p:cond delay="0"/>
                                          </p:stCondLst>
                                        </p:cTn>
                                        <p:tgtEl>
                                          <p:spTgt spid="267"/>
                                        </p:tgtEl>
                                        <p:attrNameLst>
                                          <p:attrName>style.visibility</p:attrName>
                                        </p:attrNameLst>
                                      </p:cBhvr>
                                      <p:to>
                                        <p:strVal val="visible"/>
                                      </p:to>
                                    </p:set>
                                    <p:animEffect transition="in" filter="wipe(up)">
                                      <p:cBhvr>
                                        <p:cTn id="262" dur="130"/>
                                        <p:tgtEl>
                                          <p:spTgt spid="267"/>
                                        </p:tgtEl>
                                      </p:cBhvr>
                                    </p:animEffect>
                                  </p:childTnLst>
                                </p:cTn>
                              </p:par>
                            </p:childTnLst>
                          </p:cTn>
                        </p:par>
                        <p:par>
                          <p:cTn id="263" fill="hold">
                            <p:stCondLst>
                              <p:cond delay="10480"/>
                            </p:stCondLst>
                            <p:childTnLst>
                              <p:par>
                                <p:cTn id="264" presetID="22" presetClass="entr" presetSubtype="8" fill="hold" nodeType="afterEffect">
                                  <p:stCondLst>
                                    <p:cond delay="0"/>
                                  </p:stCondLst>
                                  <p:childTnLst>
                                    <p:set>
                                      <p:cBhvr>
                                        <p:cTn id="265" dur="1" fill="hold">
                                          <p:stCondLst>
                                            <p:cond delay="0"/>
                                          </p:stCondLst>
                                        </p:cTn>
                                        <p:tgtEl>
                                          <p:spTgt spid="84"/>
                                        </p:tgtEl>
                                        <p:attrNameLst>
                                          <p:attrName>style.visibility</p:attrName>
                                        </p:attrNameLst>
                                      </p:cBhvr>
                                      <p:to>
                                        <p:strVal val="visible"/>
                                      </p:to>
                                    </p:set>
                                    <p:animEffect transition="in" filter="wipe(left)">
                                      <p:cBhvr>
                                        <p:cTn id="266" dur="500"/>
                                        <p:tgtEl>
                                          <p:spTgt spid="84"/>
                                        </p:tgtEl>
                                      </p:cBhvr>
                                    </p:animEffect>
                                  </p:childTnLst>
                                </p:cTn>
                              </p:par>
                            </p:childTnLst>
                          </p:cTn>
                        </p:par>
                        <p:par>
                          <p:cTn id="267" fill="hold">
                            <p:stCondLst>
                              <p:cond delay="10980"/>
                            </p:stCondLst>
                            <p:childTnLst>
                              <p:par>
                                <p:cTn id="268" presetID="10" presetClass="entr" presetSubtype="0" fill="hold" grpId="0" nodeType="afterEffect">
                                  <p:stCondLst>
                                    <p:cond delay="0"/>
                                  </p:stCondLst>
                                  <p:childTnLst>
                                    <p:set>
                                      <p:cBhvr>
                                        <p:cTn id="269" dur="1" fill="hold">
                                          <p:stCondLst>
                                            <p:cond delay="0"/>
                                          </p:stCondLst>
                                        </p:cTn>
                                        <p:tgtEl>
                                          <p:spTgt spid="91"/>
                                        </p:tgtEl>
                                        <p:attrNameLst>
                                          <p:attrName>style.visibility</p:attrName>
                                        </p:attrNameLst>
                                      </p:cBhvr>
                                      <p:to>
                                        <p:strVal val="visible"/>
                                      </p:to>
                                    </p:set>
                                    <p:animEffect transition="in" filter="fade">
                                      <p:cBhvr>
                                        <p:cTn id="270" dur="25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5" grpId="0"/>
      <p:bldP spid="126" grpId="0" animBg="1"/>
      <p:bldP spid="127" grpId="0" animBg="1"/>
      <p:bldP spid="128" grpId="0" animBg="1"/>
      <p:bldP spid="129" grpId="0" animBg="1"/>
      <p:bldP spid="130" grpId="0" animBg="1"/>
      <p:bldP spid="131" grpId="0" animBg="1"/>
      <p:bldP spid="133" grpId="0" animBg="1"/>
      <p:bldP spid="134" grpId="0" animBg="1"/>
      <p:bldP spid="87" grpId="0"/>
      <p:bldP spid="88" grpId="0"/>
      <p:bldP spid="180" grpId="0" animBg="1"/>
      <p:bldP spid="182" grpId="0" animBg="1"/>
      <p:bldP spid="184" grpId="0" animBg="1"/>
      <p:bldP spid="186" grpId="0" animBg="1"/>
      <p:bldP spid="187" grpId="0" animBg="1"/>
      <p:bldP spid="188" grpId="0" animBg="1"/>
      <p:bldP spid="190" grpId="0" animBg="1"/>
      <p:bldP spid="192" grpId="0" animBg="1"/>
      <p:bldP spid="89" grpId="0"/>
      <p:bldP spid="245" grpId="0" animBg="1"/>
      <p:bldP spid="253" grpId="0" animBg="1"/>
      <p:bldP spid="254" grpId="0" animBg="1"/>
      <p:bldP spid="255" grpId="0" animBg="1"/>
      <p:bldP spid="261" grpId="0" animBg="1"/>
      <p:bldP spid="262" grpId="0" animBg="1"/>
      <p:bldP spid="263" grpId="0" animBg="1"/>
      <p:bldP spid="90" grpId="0"/>
      <p:bldP spid="494" grpId="0"/>
      <p:bldP spid="264" grpId="0" animBg="1"/>
      <p:bldP spid="265" grpId="0" animBg="1"/>
      <p:bldP spid="266" grpId="0" animBg="1"/>
      <p:bldP spid="267" grpId="0" animBg="1"/>
      <p:bldP spid="91" grpId="0"/>
      <p:bldP spid="13" grpId="0"/>
      <p:bldP spid="14" grpId="0"/>
      <p:bldP spid="15" grpId="0"/>
      <p:bldP spid="16" grpId="0"/>
      <p:bldP spid="18" grpId="0"/>
      <p:bldP spid="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2276D8-9CE6-A23F-CFEF-1B6C64A9C285}"/>
            </a:ext>
          </a:extLst>
        </p:cNvPr>
        <p:cNvGrpSpPr/>
        <p:nvPr/>
      </p:nvGrpSpPr>
      <p:grpSpPr>
        <a:xfrm>
          <a:off x="0" y="0"/>
          <a:ext cx="0" cy="0"/>
          <a:chOff x="0" y="0"/>
          <a:chExt cx="0" cy="0"/>
        </a:xfrm>
      </p:grpSpPr>
      <p:sp>
        <p:nvSpPr>
          <p:cNvPr id="10" name="Slide Number Placeholder 24">
            <a:extLst>
              <a:ext uri="{FF2B5EF4-FFF2-40B4-BE49-F238E27FC236}">
                <a16:creationId xmlns:a16="http://schemas.microsoft.com/office/drawing/2014/main" id="{AFE3BFE8-4823-8244-1A71-92A2A2B780A4}"/>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33</a:t>
            </a:fld>
            <a:endParaRPr lang="en-AS" dirty="0"/>
          </a:p>
        </p:txBody>
      </p:sp>
      <p:sp>
        <p:nvSpPr>
          <p:cNvPr id="11" name="TextBox 10">
            <a:extLst>
              <a:ext uri="{FF2B5EF4-FFF2-40B4-BE49-F238E27FC236}">
                <a16:creationId xmlns:a16="http://schemas.microsoft.com/office/drawing/2014/main" id="{0ED81D62-E7B7-631B-9D20-05768491617D}"/>
              </a:ext>
            </a:extLst>
          </p:cNvPr>
          <p:cNvSpPr txBox="1"/>
          <p:nvPr/>
        </p:nvSpPr>
        <p:spPr>
          <a:xfrm>
            <a:off x="1151200" y="1568579"/>
            <a:ext cx="9684965" cy="4120615"/>
          </a:xfrm>
          <a:prstGeom prst="rect">
            <a:avLst/>
          </a:prstGeom>
          <a:noFill/>
        </p:spPr>
        <p:txBody>
          <a:bodyPr wrap="square" rtlCol="0">
            <a:spAutoFit/>
          </a:bodyPr>
          <a:lstStyle/>
          <a:p>
            <a:r>
              <a:rPr lang="en-US" sz="2400" b="1" dirty="0">
                <a:latin typeface="Times New Roman" panose="02020603050405020304" pitchFamily="18" charset="0"/>
                <a:cs typeface="Times New Roman" panose="02020603050405020304" pitchFamily="18" charset="0"/>
              </a:rPr>
              <a:t>An autoencoder compresses data into a compact form and reconstructs it, acting as a learned alternative to traditional codecs like H.264 in video compression systems.</a:t>
            </a:r>
          </a:p>
          <a:p>
            <a:endParaRPr lang="en-US" sz="2400" dirty="0"/>
          </a:p>
          <a:p>
            <a:pPr marL="285750" lvl="0" indent="-285750">
              <a:buFont typeface="Arial" panose="020B0604020202020204" pitchFamily="34" charset="0"/>
              <a:buChar char="•"/>
            </a:pPr>
            <a:r>
              <a:rPr lang="en-US" sz="2000" b="1" dirty="0">
                <a:latin typeface="Times New Roman" panose="02020603050405020304" pitchFamily="18" charset="0"/>
                <a:cs typeface="Times New Roman" panose="02020603050405020304" pitchFamily="18" charset="0"/>
              </a:rPr>
              <a:t>Encoder: </a:t>
            </a:r>
          </a:p>
          <a:p>
            <a:pPr lvl="0"/>
            <a:r>
              <a:rPr lang="en-US" dirty="0">
                <a:latin typeface="Times New Roman" panose="02020603050405020304" pitchFamily="18" charset="0"/>
                <a:cs typeface="Times New Roman" panose="02020603050405020304" pitchFamily="18" charset="0"/>
              </a:rPr>
              <a:t>	Compresses the frame into key features.</a:t>
            </a:r>
          </a:p>
          <a:p>
            <a:pPr lvl="0"/>
            <a:endParaRPr lang="en-US" dirty="0">
              <a:latin typeface="Times New Roman" panose="02020603050405020304" pitchFamily="18" charset="0"/>
              <a:cs typeface="Times New Roman" panose="02020603050405020304" pitchFamily="18" charset="0"/>
            </a:endParaRPr>
          </a:p>
          <a:p>
            <a:pPr marL="285750" lvl="0" indent="-285750">
              <a:buFont typeface="Arial" panose="020B0604020202020204" pitchFamily="34" charset="0"/>
              <a:buChar char="•"/>
            </a:pPr>
            <a:r>
              <a:rPr lang="en-US" sz="2000" b="1" dirty="0">
                <a:latin typeface="Times New Roman" panose="02020603050405020304" pitchFamily="18" charset="0"/>
                <a:cs typeface="Times New Roman" panose="02020603050405020304" pitchFamily="18" charset="0"/>
              </a:rPr>
              <a:t>Bottleneck: </a:t>
            </a:r>
          </a:p>
          <a:p>
            <a:pPr lvl="0"/>
            <a:r>
              <a:rPr lang="en-US" dirty="0">
                <a:latin typeface="Times New Roman" panose="02020603050405020304" pitchFamily="18" charset="0"/>
                <a:cs typeface="Times New Roman" panose="02020603050405020304" pitchFamily="18" charset="0"/>
              </a:rPr>
              <a:t>	Stores the essential compressed information.</a:t>
            </a:r>
          </a:p>
          <a:p>
            <a:pPr lvl="0"/>
            <a:endParaRPr lang="en-US" dirty="0">
              <a:latin typeface="Times New Roman" panose="02020603050405020304" pitchFamily="18" charset="0"/>
              <a:cs typeface="Times New Roman" panose="02020603050405020304" pitchFamily="18" charset="0"/>
            </a:endParaRPr>
          </a:p>
          <a:p>
            <a:pPr marL="285750" lvl="0" indent="-285750">
              <a:lnSpc>
                <a:spcPct val="150000"/>
              </a:lnSpc>
              <a:buFont typeface="Arial" panose="020B0604020202020204" pitchFamily="34" charset="0"/>
              <a:buChar char="•"/>
            </a:pPr>
            <a:r>
              <a:rPr lang="en-US" sz="2000" b="1" dirty="0">
                <a:latin typeface="Times New Roman" panose="02020603050405020304" pitchFamily="18" charset="0"/>
                <a:cs typeface="Times New Roman" panose="02020603050405020304" pitchFamily="18" charset="0"/>
              </a:rPr>
              <a:t>Decoder: </a:t>
            </a:r>
          </a:p>
          <a:p>
            <a:pPr lvl="0">
              <a:lnSpc>
                <a:spcPct val="150000"/>
              </a:lnSpc>
            </a:pPr>
            <a:r>
              <a:rPr lang="en-US" dirty="0">
                <a:latin typeface="Times New Roman" panose="02020603050405020304" pitchFamily="18" charset="0"/>
                <a:cs typeface="Times New Roman" panose="02020603050405020304" pitchFamily="18" charset="0"/>
              </a:rPr>
              <a:t>	Reconstructs the frame with minimal loss.</a:t>
            </a:r>
          </a:p>
        </p:txBody>
      </p:sp>
      <p:sp>
        <p:nvSpPr>
          <p:cNvPr id="15" name="Freeform 20">
            <a:extLst>
              <a:ext uri="{FF2B5EF4-FFF2-40B4-BE49-F238E27FC236}">
                <a16:creationId xmlns:a16="http://schemas.microsoft.com/office/drawing/2014/main" id="{AE7B2207-BD4D-52A4-CBB6-4DA2F76289B6}"/>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2"/>
                </a:ext>
              </a:extLst>
            </a:blip>
            <a:stretch>
              <a:fillRect t="-127827" r="-47370"/>
            </a:stretch>
          </a:blipFill>
        </p:spPr>
        <p:txBody>
          <a:bodyPr/>
          <a:lstStyle/>
          <a:p>
            <a:endParaRPr lang="en-AS"/>
          </a:p>
        </p:txBody>
      </p:sp>
      <p:sp>
        <p:nvSpPr>
          <p:cNvPr id="16" name="Freeform 3">
            <a:extLst>
              <a:ext uri="{FF2B5EF4-FFF2-40B4-BE49-F238E27FC236}">
                <a16:creationId xmlns:a16="http://schemas.microsoft.com/office/drawing/2014/main" id="{0087B97E-E83D-BA45-F23C-A0BD0FDFA2C2}"/>
              </a:ext>
            </a:extLst>
          </p:cNvPr>
          <p:cNvSpPr/>
          <p:nvPr/>
        </p:nvSpPr>
        <p:spPr>
          <a:xfrm>
            <a:off x="-490544" y="4227101"/>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17" name="Title 16">
            <a:extLst>
              <a:ext uri="{FF2B5EF4-FFF2-40B4-BE49-F238E27FC236}">
                <a16:creationId xmlns:a16="http://schemas.microsoft.com/office/drawing/2014/main" id="{96B3D889-2CE6-66C4-CF29-CC971BA18130}"/>
              </a:ext>
            </a:extLst>
          </p:cNvPr>
          <p:cNvSpPr txBox="1">
            <a:spLocks noGrp="1"/>
          </p:cNvSpPr>
          <p:nvPr>
            <p:ph type="title" idx="4294967295"/>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AI Models</a:t>
            </a:r>
          </a:p>
        </p:txBody>
      </p:sp>
      <p:pic>
        <p:nvPicPr>
          <p:cNvPr id="18" name="Graphic 17" descr="Illustrator with solid fill">
            <a:extLst>
              <a:ext uri="{FF2B5EF4-FFF2-40B4-BE49-F238E27FC236}">
                <a16:creationId xmlns:a16="http://schemas.microsoft.com/office/drawing/2014/main" id="{8A09993A-1DF0-2DD9-78DA-74F42E5BE63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sp>
        <p:nvSpPr>
          <p:cNvPr id="12" name="Sub_Title">
            <a:extLst>
              <a:ext uri="{FF2B5EF4-FFF2-40B4-BE49-F238E27FC236}">
                <a16:creationId xmlns:a16="http://schemas.microsoft.com/office/drawing/2014/main" id="{DEADAF0B-E429-8A1E-D708-1CC5C8A168D1}"/>
              </a:ext>
            </a:extLst>
          </p:cNvPr>
          <p:cNvSpPr txBox="1">
            <a:spLocks/>
          </p:cNvSpPr>
          <p:nvPr/>
        </p:nvSpPr>
        <p:spPr>
          <a:xfrm>
            <a:off x="1239915" y="940043"/>
            <a:ext cx="2118390" cy="548099"/>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15000"/>
              </a:lnSpc>
              <a:spcBef>
                <a:spcPts val="0"/>
              </a:spcBef>
              <a:spcAft>
                <a:spcPts val="800"/>
              </a:spcAft>
              <a:defRPr/>
            </a:pPr>
            <a:r>
              <a:rPr lang="en-US" sz="2800" kern="100" dirty="0">
                <a:latin typeface="Times New Roman" panose="02020603050405020304" pitchFamily="18" charset="0"/>
                <a:ea typeface="Aptos" panose="020B0004020202020204" pitchFamily="34" charset="0"/>
                <a:cs typeface="Times New Roman" panose="02020603050405020304" pitchFamily="18" charset="0"/>
              </a:rPr>
              <a:t>Autoencoder</a:t>
            </a:r>
            <a:endParaRPr lang="en-AS" sz="1200" kern="100" dirty="0">
              <a:latin typeface="Times New Roman" panose="02020603050405020304" pitchFamily="18" charset="0"/>
              <a:ea typeface="Aptos" panose="020B0004020202020204" pitchFamily="34" charset="0"/>
              <a:cs typeface="Times New Roman" panose="02020603050405020304" pitchFamily="18" charset="0"/>
            </a:endParaRPr>
          </a:p>
        </p:txBody>
      </p:sp>
      <p:grpSp>
        <p:nvGrpSpPr>
          <p:cNvPr id="13" name="!!Film_Tabe_1">
            <a:extLst>
              <a:ext uri="{FF2B5EF4-FFF2-40B4-BE49-F238E27FC236}">
                <a16:creationId xmlns:a16="http://schemas.microsoft.com/office/drawing/2014/main" id="{C8953D3D-5B14-9039-73B6-45140E3BA18C}"/>
              </a:ext>
            </a:extLst>
          </p:cNvPr>
          <p:cNvGrpSpPr/>
          <p:nvPr/>
        </p:nvGrpSpPr>
        <p:grpSpPr>
          <a:xfrm rot="16200000">
            <a:off x="-11021854" y="3246556"/>
            <a:ext cx="21467809" cy="1961092"/>
            <a:chOff x="-5996785" y="2448454"/>
            <a:chExt cx="21467809" cy="1961092"/>
          </a:xfrm>
          <a:effectLst>
            <a:outerShdw blurRad="12700" dist="50800" dir="2700000" algn="tl" rotWithShape="0">
              <a:schemeClr val="tx1">
                <a:alpha val="40000"/>
              </a:schemeClr>
            </a:outerShdw>
          </a:effectLst>
        </p:grpSpPr>
        <p:grpSp>
          <p:nvGrpSpPr>
            <p:cNvPr id="14" name="Group 13">
              <a:extLst>
                <a:ext uri="{FF2B5EF4-FFF2-40B4-BE49-F238E27FC236}">
                  <a16:creationId xmlns:a16="http://schemas.microsoft.com/office/drawing/2014/main" id="{EF67A589-660B-B89A-2804-959830E84FD2}"/>
                </a:ext>
              </a:extLst>
            </p:cNvPr>
            <p:cNvGrpSpPr/>
            <p:nvPr/>
          </p:nvGrpSpPr>
          <p:grpSpPr>
            <a:xfrm>
              <a:off x="7372077" y="2448455"/>
              <a:ext cx="2738174" cy="1961091"/>
              <a:chOff x="4726913" y="2438401"/>
              <a:chExt cx="2738174" cy="1961091"/>
            </a:xfrm>
          </p:grpSpPr>
          <p:sp>
            <p:nvSpPr>
              <p:cNvPr id="47" name="Graphic 2" descr="Film strip outline">
                <a:extLst>
                  <a:ext uri="{FF2B5EF4-FFF2-40B4-BE49-F238E27FC236}">
                    <a16:creationId xmlns:a16="http://schemas.microsoft.com/office/drawing/2014/main" id="{25F1173D-700B-6FD8-6379-5FA967CABC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 name="Straight Connector 47">
                <a:extLst>
                  <a:ext uri="{FF2B5EF4-FFF2-40B4-BE49-F238E27FC236}">
                    <a16:creationId xmlns:a16="http://schemas.microsoft.com/office/drawing/2014/main" id="{59069DD0-4594-36D9-366F-54BBC48FFE6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68701D76-C9C2-7387-B009-CE81DBC3C17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3FD5628A-C2E5-F089-B872-89E3BADB5D03}"/>
                </a:ext>
              </a:extLst>
            </p:cNvPr>
            <p:cNvGrpSpPr/>
            <p:nvPr/>
          </p:nvGrpSpPr>
          <p:grpSpPr>
            <a:xfrm>
              <a:off x="4702657" y="2448455"/>
              <a:ext cx="2738174" cy="1961091"/>
              <a:chOff x="4726913" y="2438401"/>
              <a:chExt cx="2738174" cy="1961091"/>
            </a:xfrm>
          </p:grpSpPr>
          <p:sp>
            <p:nvSpPr>
              <p:cNvPr id="44" name="Graphic 2" descr="Film strip outline">
                <a:extLst>
                  <a:ext uri="{FF2B5EF4-FFF2-40B4-BE49-F238E27FC236}">
                    <a16:creationId xmlns:a16="http://schemas.microsoft.com/office/drawing/2014/main" id="{97898E1E-71FB-948B-DF9B-F0FABBAB63E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 name="Straight Connector 44">
                <a:extLst>
                  <a:ext uri="{FF2B5EF4-FFF2-40B4-BE49-F238E27FC236}">
                    <a16:creationId xmlns:a16="http://schemas.microsoft.com/office/drawing/2014/main" id="{D59A62EB-5E4A-A64F-B4D0-F3185D4745E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D713B044-20B2-34E5-1945-CB07893BA23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5BC92CB5-E106-7C54-BF75-DECC810B09B8}"/>
                </a:ext>
              </a:extLst>
            </p:cNvPr>
            <p:cNvGrpSpPr/>
            <p:nvPr/>
          </p:nvGrpSpPr>
          <p:grpSpPr>
            <a:xfrm>
              <a:off x="12732850" y="2448455"/>
              <a:ext cx="2738174" cy="1961091"/>
              <a:chOff x="4726913" y="2438401"/>
              <a:chExt cx="2738174" cy="1961091"/>
            </a:xfrm>
          </p:grpSpPr>
          <p:sp>
            <p:nvSpPr>
              <p:cNvPr id="41" name="Graphic 2" descr="Film strip outline">
                <a:extLst>
                  <a:ext uri="{FF2B5EF4-FFF2-40B4-BE49-F238E27FC236}">
                    <a16:creationId xmlns:a16="http://schemas.microsoft.com/office/drawing/2014/main" id="{71186D3B-DB42-D3B9-AEC3-44837173AB1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2" name="Straight Connector 41">
                <a:extLst>
                  <a:ext uri="{FF2B5EF4-FFF2-40B4-BE49-F238E27FC236}">
                    <a16:creationId xmlns:a16="http://schemas.microsoft.com/office/drawing/2014/main" id="{4E559C7A-E432-E0D6-F72D-AF6E5809DAE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63289492-EF9A-E7E1-E315-9D827956E31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656058D8-FDA1-6308-D1F0-F07AE2EDC944}"/>
                </a:ext>
              </a:extLst>
            </p:cNvPr>
            <p:cNvGrpSpPr/>
            <p:nvPr/>
          </p:nvGrpSpPr>
          <p:grpSpPr>
            <a:xfrm>
              <a:off x="10063430" y="2448455"/>
              <a:ext cx="2738174" cy="1961091"/>
              <a:chOff x="4726913" y="2438401"/>
              <a:chExt cx="2738174" cy="1961091"/>
            </a:xfrm>
          </p:grpSpPr>
          <p:sp>
            <p:nvSpPr>
              <p:cNvPr id="38" name="Graphic 2" descr="Film strip outline">
                <a:extLst>
                  <a:ext uri="{FF2B5EF4-FFF2-40B4-BE49-F238E27FC236}">
                    <a16:creationId xmlns:a16="http://schemas.microsoft.com/office/drawing/2014/main" id="{4BFF60AB-AF2C-7F26-E164-27FC13F7B34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810AFD98-C3F8-697E-954D-EBDF09D979B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EAD26EA5-868C-2EB2-38FD-55BEB35585A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D21ABE00-D52B-A827-4345-98EC0DB280F0}"/>
                </a:ext>
              </a:extLst>
            </p:cNvPr>
            <p:cNvGrpSpPr/>
            <p:nvPr/>
          </p:nvGrpSpPr>
          <p:grpSpPr>
            <a:xfrm>
              <a:off x="-3327365" y="2448454"/>
              <a:ext cx="2738174" cy="1961091"/>
              <a:chOff x="4726913" y="2438401"/>
              <a:chExt cx="2738174" cy="1961091"/>
            </a:xfrm>
          </p:grpSpPr>
          <p:sp>
            <p:nvSpPr>
              <p:cNvPr id="35" name="Graphic 2" descr="Film strip outline">
                <a:extLst>
                  <a:ext uri="{FF2B5EF4-FFF2-40B4-BE49-F238E27FC236}">
                    <a16:creationId xmlns:a16="http://schemas.microsoft.com/office/drawing/2014/main" id="{9F4D4610-A386-DB0C-F4DF-71C7514685C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14B58751-AB91-C040-67D7-BC869857683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B764850D-3B8F-E225-09CD-EC4012A6228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1891312A-6BDE-00FC-48F7-F9C450C0D9D5}"/>
                </a:ext>
              </a:extLst>
            </p:cNvPr>
            <p:cNvGrpSpPr/>
            <p:nvPr/>
          </p:nvGrpSpPr>
          <p:grpSpPr>
            <a:xfrm>
              <a:off x="-5996785" y="2448454"/>
              <a:ext cx="2738174" cy="1961091"/>
              <a:chOff x="4726913" y="2438401"/>
              <a:chExt cx="2738174" cy="1961091"/>
            </a:xfrm>
          </p:grpSpPr>
          <p:sp>
            <p:nvSpPr>
              <p:cNvPr id="32" name="Graphic 2" descr="Film strip outline">
                <a:extLst>
                  <a:ext uri="{FF2B5EF4-FFF2-40B4-BE49-F238E27FC236}">
                    <a16:creationId xmlns:a16="http://schemas.microsoft.com/office/drawing/2014/main" id="{E4C62813-F68D-E418-6ECB-C48176A159A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 name="Straight Connector 32">
                <a:extLst>
                  <a:ext uri="{FF2B5EF4-FFF2-40B4-BE49-F238E27FC236}">
                    <a16:creationId xmlns:a16="http://schemas.microsoft.com/office/drawing/2014/main" id="{AEF9DEA4-3CDE-F1F6-4D39-E0C813B54A6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F9EAABC7-991D-07B3-B393-90BD6F3AB8D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A774915C-6339-BF70-742A-92B47EA20DC7}"/>
                </a:ext>
              </a:extLst>
            </p:cNvPr>
            <p:cNvGrpSpPr/>
            <p:nvPr/>
          </p:nvGrpSpPr>
          <p:grpSpPr>
            <a:xfrm>
              <a:off x="2033408" y="2448454"/>
              <a:ext cx="2738174" cy="1961091"/>
              <a:chOff x="4726913" y="2438401"/>
              <a:chExt cx="2738174" cy="1961091"/>
            </a:xfrm>
          </p:grpSpPr>
          <p:sp>
            <p:nvSpPr>
              <p:cNvPr id="29" name="Graphic 2" descr="Film strip outline">
                <a:extLst>
                  <a:ext uri="{FF2B5EF4-FFF2-40B4-BE49-F238E27FC236}">
                    <a16:creationId xmlns:a16="http://schemas.microsoft.com/office/drawing/2014/main" id="{846651CD-5572-CCEA-A2DD-0D34C89E631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0" name="Straight Connector 29">
                <a:extLst>
                  <a:ext uri="{FF2B5EF4-FFF2-40B4-BE49-F238E27FC236}">
                    <a16:creationId xmlns:a16="http://schemas.microsoft.com/office/drawing/2014/main" id="{07C27C7A-6729-81AB-E1CC-E17C751F4A2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8C3EF8DE-824C-D753-17FD-7805A22C450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AF998A9D-0339-7D79-1FD0-F7FE29E4B267}"/>
                </a:ext>
              </a:extLst>
            </p:cNvPr>
            <p:cNvGrpSpPr/>
            <p:nvPr/>
          </p:nvGrpSpPr>
          <p:grpSpPr>
            <a:xfrm>
              <a:off x="-636012" y="2448454"/>
              <a:ext cx="2738174" cy="1961091"/>
              <a:chOff x="4726913" y="2438401"/>
              <a:chExt cx="2738174" cy="1961091"/>
            </a:xfrm>
          </p:grpSpPr>
          <p:sp>
            <p:nvSpPr>
              <p:cNvPr id="26" name="Graphic 2" descr="Film strip outline">
                <a:extLst>
                  <a:ext uri="{FF2B5EF4-FFF2-40B4-BE49-F238E27FC236}">
                    <a16:creationId xmlns:a16="http://schemas.microsoft.com/office/drawing/2014/main" id="{4989C02A-D1BF-2D0E-DC83-6C18EF8E248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7" name="Straight Connector 26">
                <a:extLst>
                  <a:ext uri="{FF2B5EF4-FFF2-40B4-BE49-F238E27FC236}">
                    <a16:creationId xmlns:a16="http://schemas.microsoft.com/office/drawing/2014/main" id="{25B5817C-AB6E-64F9-720D-D84E6AEE06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8" name="TextBox 27">
                <a:extLst>
                  <a:ext uri="{FF2B5EF4-FFF2-40B4-BE49-F238E27FC236}">
                    <a16:creationId xmlns:a16="http://schemas.microsoft.com/office/drawing/2014/main" id="{97E9E932-9A37-5F91-39C2-618A431E261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0" name="!!Film_Tabe_1">
            <a:extLst>
              <a:ext uri="{FF2B5EF4-FFF2-40B4-BE49-F238E27FC236}">
                <a16:creationId xmlns:a16="http://schemas.microsoft.com/office/drawing/2014/main" id="{CBA1A369-5C2E-8C87-05EA-D78AECA3AE77}"/>
              </a:ext>
            </a:extLst>
          </p:cNvPr>
          <p:cNvGrpSpPr/>
          <p:nvPr/>
        </p:nvGrpSpPr>
        <p:grpSpPr>
          <a:xfrm rot="16200000">
            <a:off x="1630126" y="1541378"/>
            <a:ext cx="21467809" cy="1961092"/>
            <a:chOff x="-5996785" y="2448454"/>
            <a:chExt cx="21467809" cy="1961092"/>
          </a:xfrm>
          <a:effectLst>
            <a:outerShdw blurRad="12700" dist="50800" dir="2700000" algn="tl" rotWithShape="0">
              <a:schemeClr val="tx1">
                <a:alpha val="40000"/>
              </a:schemeClr>
            </a:outerShdw>
          </a:effectLst>
        </p:grpSpPr>
        <p:grpSp>
          <p:nvGrpSpPr>
            <p:cNvPr id="51" name="Group 50">
              <a:extLst>
                <a:ext uri="{FF2B5EF4-FFF2-40B4-BE49-F238E27FC236}">
                  <a16:creationId xmlns:a16="http://schemas.microsoft.com/office/drawing/2014/main" id="{85F3C056-42B1-61FD-CCC2-8830216D52B5}"/>
                </a:ext>
              </a:extLst>
            </p:cNvPr>
            <p:cNvGrpSpPr/>
            <p:nvPr/>
          </p:nvGrpSpPr>
          <p:grpSpPr>
            <a:xfrm>
              <a:off x="7372077" y="2448455"/>
              <a:ext cx="2738174" cy="1961091"/>
              <a:chOff x="4726913" y="2438401"/>
              <a:chExt cx="2738174" cy="1961091"/>
            </a:xfrm>
          </p:grpSpPr>
          <p:sp>
            <p:nvSpPr>
              <p:cNvPr id="80" name="Graphic 2" descr="Film strip outline">
                <a:extLst>
                  <a:ext uri="{FF2B5EF4-FFF2-40B4-BE49-F238E27FC236}">
                    <a16:creationId xmlns:a16="http://schemas.microsoft.com/office/drawing/2014/main" id="{BBE00621-C492-1182-4E4A-20BE82B81B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1" name="Straight Connector 80">
                <a:extLst>
                  <a:ext uri="{FF2B5EF4-FFF2-40B4-BE49-F238E27FC236}">
                    <a16:creationId xmlns:a16="http://schemas.microsoft.com/office/drawing/2014/main" id="{F3013A24-818B-44CB-C5B4-2F02B2614E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2" name="TextBox 81">
                <a:extLst>
                  <a:ext uri="{FF2B5EF4-FFF2-40B4-BE49-F238E27FC236}">
                    <a16:creationId xmlns:a16="http://schemas.microsoft.com/office/drawing/2014/main" id="{A2E6AED6-05F6-390B-CC72-79476892F0E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E4322E0E-38D9-9F46-07BF-68C68E75562F}"/>
                </a:ext>
              </a:extLst>
            </p:cNvPr>
            <p:cNvGrpSpPr/>
            <p:nvPr/>
          </p:nvGrpSpPr>
          <p:grpSpPr>
            <a:xfrm>
              <a:off x="4702657" y="2448455"/>
              <a:ext cx="2738174" cy="1961091"/>
              <a:chOff x="4726913" y="2438401"/>
              <a:chExt cx="2738174" cy="1961091"/>
            </a:xfrm>
          </p:grpSpPr>
          <p:sp>
            <p:nvSpPr>
              <p:cNvPr id="77" name="Graphic 2" descr="Film strip outline">
                <a:extLst>
                  <a:ext uri="{FF2B5EF4-FFF2-40B4-BE49-F238E27FC236}">
                    <a16:creationId xmlns:a16="http://schemas.microsoft.com/office/drawing/2014/main" id="{126BAD54-465D-0663-3BE0-188C60D83CF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8" name="Straight Connector 77">
                <a:extLst>
                  <a:ext uri="{FF2B5EF4-FFF2-40B4-BE49-F238E27FC236}">
                    <a16:creationId xmlns:a16="http://schemas.microsoft.com/office/drawing/2014/main" id="{39ABE4CA-DB6C-B4BD-04FE-1F59714A433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9" name="TextBox 78">
                <a:extLst>
                  <a:ext uri="{FF2B5EF4-FFF2-40B4-BE49-F238E27FC236}">
                    <a16:creationId xmlns:a16="http://schemas.microsoft.com/office/drawing/2014/main" id="{BD03328D-37CA-DB0D-5302-CC451519FE0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9B0D9CEB-33DC-8F29-5C38-369B9728F9D3}"/>
                </a:ext>
              </a:extLst>
            </p:cNvPr>
            <p:cNvGrpSpPr/>
            <p:nvPr/>
          </p:nvGrpSpPr>
          <p:grpSpPr>
            <a:xfrm>
              <a:off x="12732850" y="2448455"/>
              <a:ext cx="2738174" cy="1961091"/>
              <a:chOff x="4726913" y="2438401"/>
              <a:chExt cx="2738174" cy="1961091"/>
            </a:xfrm>
          </p:grpSpPr>
          <p:sp>
            <p:nvSpPr>
              <p:cNvPr id="74" name="Graphic 2" descr="Film strip outline">
                <a:extLst>
                  <a:ext uri="{FF2B5EF4-FFF2-40B4-BE49-F238E27FC236}">
                    <a16:creationId xmlns:a16="http://schemas.microsoft.com/office/drawing/2014/main" id="{7D6C1C2B-A4E8-DA1B-2B90-C9C7EB1C7E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5" name="Straight Connector 74">
                <a:extLst>
                  <a:ext uri="{FF2B5EF4-FFF2-40B4-BE49-F238E27FC236}">
                    <a16:creationId xmlns:a16="http://schemas.microsoft.com/office/drawing/2014/main" id="{D3E19269-22BD-2CFC-9FDA-F8F010BCA40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93D5AEBE-3C7E-8405-7BB8-C7E59684AB4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67517335-BCAB-C25E-AC6F-24D2F896A55E}"/>
                </a:ext>
              </a:extLst>
            </p:cNvPr>
            <p:cNvGrpSpPr/>
            <p:nvPr/>
          </p:nvGrpSpPr>
          <p:grpSpPr>
            <a:xfrm>
              <a:off x="10063430" y="2448455"/>
              <a:ext cx="2738174" cy="1961091"/>
              <a:chOff x="4726913" y="2438401"/>
              <a:chExt cx="2738174" cy="1961091"/>
            </a:xfrm>
          </p:grpSpPr>
          <p:sp>
            <p:nvSpPr>
              <p:cNvPr id="71" name="Graphic 2" descr="Film strip outline">
                <a:extLst>
                  <a:ext uri="{FF2B5EF4-FFF2-40B4-BE49-F238E27FC236}">
                    <a16:creationId xmlns:a16="http://schemas.microsoft.com/office/drawing/2014/main" id="{967CAF0A-0E13-77CD-1156-68C3757A7FF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E480EFF7-4642-7B81-A49E-9052287D761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20F5FC93-B2F7-509D-D98E-6C0D88D53D6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E741B44A-C064-5EE0-7E99-9A8544ADBE7B}"/>
                </a:ext>
              </a:extLst>
            </p:cNvPr>
            <p:cNvGrpSpPr/>
            <p:nvPr/>
          </p:nvGrpSpPr>
          <p:grpSpPr>
            <a:xfrm>
              <a:off x="-3327365" y="2448454"/>
              <a:ext cx="2738174" cy="1961091"/>
              <a:chOff x="4726913" y="2438401"/>
              <a:chExt cx="2738174" cy="1961091"/>
            </a:xfrm>
          </p:grpSpPr>
          <p:sp>
            <p:nvSpPr>
              <p:cNvPr id="68" name="Graphic 2" descr="Film strip outline">
                <a:extLst>
                  <a:ext uri="{FF2B5EF4-FFF2-40B4-BE49-F238E27FC236}">
                    <a16:creationId xmlns:a16="http://schemas.microsoft.com/office/drawing/2014/main" id="{F294BFB5-DAB3-22A8-C68C-8ADE525406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9" name="Straight Connector 68">
                <a:extLst>
                  <a:ext uri="{FF2B5EF4-FFF2-40B4-BE49-F238E27FC236}">
                    <a16:creationId xmlns:a16="http://schemas.microsoft.com/office/drawing/2014/main" id="{6543AA9E-051A-0D0E-7CF9-C96C723B5B7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0" name="TextBox 69">
                <a:extLst>
                  <a:ext uri="{FF2B5EF4-FFF2-40B4-BE49-F238E27FC236}">
                    <a16:creationId xmlns:a16="http://schemas.microsoft.com/office/drawing/2014/main" id="{30C8CA62-ABFA-F029-9CB5-F26741D8779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C6169184-E20B-15BB-975A-8741AAAEBAE7}"/>
                </a:ext>
              </a:extLst>
            </p:cNvPr>
            <p:cNvGrpSpPr/>
            <p:nvPr/>
          </p:nvGrpSpPr>
          <p:grpSpPr>
            <a:xfrm>
              <a:off x="-5996785" y="2448454"/>
              <a:ext cx="2738174" cy="1961091"/>
              <a:chOff x="4726913" y="2438401"/>
              <a:chExt cx="2738174" cy="1961091"/>
            </a:xfrm>
          </p:grpSpPr>
          <p:sp>
            <p:nvSpPr>
              <p:cNvPr id="65" name="Graphic 2" descr="Film strip outline">
                <a:extLst>
                  <a:ext uri="{FF2B5EF4-FFF2-40B4-BE49-F238E27FC236}">
                    <a16:creationId xmlns:a16="http://schemas.microsoft.com/office/drawing/2014/main" id="{54BCE032-086A-D4E3-5125-D57851F3543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6" name="Straight Connector 65">
                <a:extLst>
                  <a:ext uri="{FF2B5EF4-FFF2-40B4-BE49-F238E27FC236}">
                    <a16:creationId xmlns:a16="http://schemas.microsoft.com/office/drawing/2014/main" id="{E4C74C28-696B-2EE0-CEAD-706B3AE0ECD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7" name="TextBox 66">
                <a:extLst>
                  <a:ext uri="{FF2B5EF4-FFF2-40B4-BE49-F238E27FC236}">
                    <a16:creationId xmlns:a16="http://schemas.microsoft.com/office/drawing/2014/main" id="{A12A2EDC-4239-D4DB-8331-425CBEB0B66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F62A170C-EFEE-21F8-E07A-4DD02A3B3DB6}"/>
                </a:ext>
              </a:extLst>
            </p:cNvPr>
            <p:cNvGrpSpPr/>
            <p:nvPr/>
          </p:nvGrpSpPr>
          <p:grpSpPr>
            <a:xfrm>
              <a:off x="2033408" y="2448454"/>
              <a:ext cx="2738174" cy="1961091"/>
              <a:chOff x="4726913" y="2438401"/>
              <a:chExt cx="2738174" cy="1961091"/>
            </a:xfrm>
          </p:grpSpPr>
          <p:sp>
            <p:nvSpPr>
              <p:cNvPr id="62" name="Graphic 2" descr="Film strip outline">
                <a:extLst>
                  <a:ext uri="{FF2B5EF4-FFF2-40B4-BE49-F238E27FC236}">
                    <a16:creationId xmlns:a16="http://schemas.microsoft.com/office/drawing/2014/main" id="{3B0E2497-83D7-F18E-08EF-BB522143DF3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3" name="Straight Connector 62">
                <a:extLst>
                  <a:ext uri="{FF2B5EF4-FFF2-40B4-BE49-F238E27FC236}">
                    <a16:creationId xmlns:a16="http://schemas.microsoft.com/office/drawing/2014/main" id="{E303CE7D-10AF-AC1E-682B-B3D67A4CB54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4" name="TextBox 63">
                <a:extLst>
                  <a:ext uri="{FF2B5EF4-FFF2-40B4-BE49-F238E27FC236}">
                    <a16:creationId xmlns:a16="http://schemas.microsoft.com/office/drawing/2014/main" id="{D1E15458-76FF-DFFB-C304-906E23CC968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B6BB1B2B-7C76-8347-98DC-0EED3470E9A0}"/>
                </a:ext>
              </a:extLst>
            </p:cNvPr>
            <p:cNvGrpSpPr/>
            <p:nvPr/>
          </p:nvGrpSpPr>
          <p:grpSpPr>
            <a:xfrm>
              <a:off x="-636012" y="2448454"/>
              <a:ext cx="2738174" cy="1961091"/>
              <a:chOff x="4726913" y="2438401"/>
              <a:chExt cx="2738174" cy="1961091"/>
            </a:xfrm>
          </p:grpSpPr>
          <p:sp>
            <p:nvSpPr>
              <p:cNvPr id="59" name="Graphic 2" descr="Film strip outline">
                <a:extLst>
                  <a:ext uri="{FF2B5EF4-FFF2-40B4-BE49-F238E27FC236}">
                    <a16:creationId xmlns:a16="http://schemas.microsoft.com/office/drawing/2014/main" id="{AE3B90DD-C4DB-93AF-65E5-1C71D7C596C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0" name="Straight Connector 59">
                <a:extLst>
                  <a:ext uri="{FF2B5EF4-FFF2-40B4-BE49-F238E27FC236}">
                    <a16:creationId xmlns:a16="http://schemas.microsoft.com/office/drawing/2014/main" id="{CE2694C2-D165-B58F-1CCA-571D49A231C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1" name="TextBox 60">
                <a:extLst>
                  <a:ext uri="{FF2B5EF4-FFF2-40B4-BE49-F238E27FC236}">
                    <a16:creationId xmlns:a16="http://schemas.microsoft.com/office/drawing/2014/main" id="{27AB16D9-CE1B-639E-5A4A-1E2C0ACF62B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5244763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wipe(left)">
                                      <p:cBhvr>
                                        <p:cTn id="7" dur="500"/>
                                        <p:tgtEl>
                                          <p:spTgt spid="11">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txEl>
                                              <p:pRg st="2" end="2"/>
                                            </p:txEl>
                                          </p:spTgt>
                                        </p:tgtEl>
                                        <p:attrNameLst>
                                          <p:attrName>style.visibility</p:attrName>
                                        </p:attrNameLst>
                                      </p:cBhvr>
                                      <p:to>
                                        <p:strVal val="visible"/>
                                      </p:to>
                                    </p:set>
                                    <p:animEffect transition="in" filter="wipe(left)">
                                      <p:cBhvr>
                                        <p:cTn id="11" dur="500"/>
                                        <p:tgtEl>
                                          <p:spTgt spid="11">
                                            <p:txEl>
                                              <p:pRg st="2" end="2"/>
                                            </p:txEl>
                                          </p:spTgt>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11">
                                            <p:txEl>
                                              <p:pRg st="3" end="3"/>
                                            </p:txEl>
                                          </p:spTgt>
                                        </p:tgtEl>
                                        <p:attrNameLst>
                                          <p:attrName>style.visibility</p:attrName>
                                        </p:attrNameLst>
                                      </p:cBhvr>
                                      <p:to>
                                        <p:strVal val="visible"/>
                                      </p:to>
                                    </p:set>
                                    <p:animEffect transition="in" filter="wipe(left)">
                                      <p:cBhvr>
                                        <p:cTn id="14" dur="500"/>
                                        <p:tgtEl>
                                          <p:spTgt spid="11">
                                            <p:txEl>
                                              <p:pRg st="3" end="3"/>
                                            </p:txEl>
                                          </p:spTgt>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1">
                                            <p:txEl>
                                              <p:pRg st="5" end="5"/>
                                            </p:txEl>
                                          </p:spTgt>
                                        </p:tgtEl>
                                        <p:attrNameLst>
                                          <p:attrName>style.visibility</p:attrName>
                                        </p:attrNameLst>
                                      </p:cBhvr>
                                      <p:to>
                                        <p:strVal val="visible"/>
                                      </p:to>
                                    </p:set>
                                    <p:animEffect transition="in" filter="wipe(left)">
                                      <p:cBhvr>
                                        <p:cTn id="18" dur="500"/>
                                        <p:tgtEl>
                                          <p:spTgt spid="11">
                                            <p:txEl>
                                              <p:pRg st="5" end="5"/>
                                            </p:txEl>
                                          </p:spTgt>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11">
                                            <p:txEl>
                                              <p:pRg st="6" end="6"/>
                                            </p:txEl>
                                          </p:spTgt>
                                        </p:tgtEl>
                                        <p:attrNameLst>
                                          <p:attrName>style.visibility</p:attrName>
                                        </p:attrNameLst>
                                      </p:cBhvr>
                                      <p:to>
                                        <p:strVal val="visible"/>
                                      </p:to>
                                    </p:set>
                                    <p:animEffect transition="in" filter="wipe(left)">
                                      <p:cBhvr>
                                        <p:cTn id="21" dur="500"/>
                                        <p:tgtEl>
                                          <p:spTgt spid="11">
                                            <p:txEl>
                                              <p:pRg st="6" end="6"/>
                                            </p:txEl>
                                          </p:spTgt>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11">
                                            <p:txEl>
                                              <p:pRg st="8" end="8"/>
                                            </p:txEl>
                                          </p:spTgt>
                                        </p:tgtEl>
                                        <p:attrNameLst>
                                          <p:attrName>style.visibility</p:attrName>
                                        </p:attrNameLst>
                                      </p:cBhvr>
                                      <p:to>
                                        <p:strVal val="visible"/>
                                      </p:to>
                                    </p:set>
                                    <p:animEffect transition="in" filter="wipe(left)">
                                      <p:cBhvr>
                                        <p:cTn id="25" dur="500"/>
                                        <p:tgtEl>
                                          <p:spTgt spid="11">
                                            <p:txEl>
                                              <p:pRg st="8" end="8"/>
                                            </p:txEl>
                                          </p:spTgt>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1">
                                            <p:txEl>
                                              <p:pRg st="9" end="9"/>
                                            </p:txEl>
                                          </p:spTgt>
                                        </p:tgtEl>
                                        <p:attrNameLst>
                                          <p:attrName>style.visibility</p:attrName>
                                        </p:attrNameLst>
                                      </p:cBhvr>
                                      <p:to>
                                        <p:strVal val="visible"/>
                                      </p:to>
                                    </p:set>
                                    <p:animEffect transition="in" filter="wipe(left)">
                                      <p:cBhvr>
                                        <p:cTn id="28" dur="500"/>
                                        <p:tgtEl>
                                          <p:spTgt spid="11">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uiExpand="1" build="p"/>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EEEEEE">
            <a:alpha val="79000"/>
          </a:srgbClr>
        </a:solidFill>
        <a:effectLst/>
      </p:bgPr>
    </p:bg>
    <p:spTree>
      <p:nvGrpSpPr>
        <p:cNvPr id="1" name="">
          <a:extLst>
            <a:ext uri="{FF2B5EF4-FFF2-40B4-BE49-F238E27FC236}">
              <a16:creationId xmlns:a16="http://schemas.microsoft.com/office/drawing/2014/main" id="{74323AF1-E140-E376-90F3-DC392B704AE9}"/>
            </a:ext>
          </a:extLst>
        </p:cNvPr>
        <p:cNvGrpSpPr/>
        <p:nvPr/>
      </p:nvGrpSpPr>
      <p:grpSpPr>
        <a:xfrm>
          <a:off x="0" y="0"/>
          <a:ext cx="0" cy="0"/>
          <a:chOff x="0" y="0"/>
          <a:chExt cx="0" cy="0"/>
        </a:xfrm>
      </p:grpSpPr>
      <p:sp>
        <p:nvSpPr>
          <p:cNvPr id="10" name="Slide Number Placeholder 24">
            <a:extLst>
              <a:ext uri="{FF2B5EF4-FFF2-40B4-BE49-F238E27FC236}">
                <a16:creationId xmlns:a16="http://schemas.microsoft.com/office/drawing/2014/main" id="{E270755A-5962-096C-A618-C5483A151EC8}"/>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34</a:t>
            </a:fld>
            <a:endParaRPr lang="en-AS" dirty="0"/>
          </a:p>
        </p:txBody>
      </p:sp>
      <p:sp>
        <p:nvSpPr>
          <p:cNvPr id="15" name="Freeform 20">
            <a:extLst>
              <a:ext uri="{FF2B5EF4-FFF2-40B4-BE49-F238E27FC236}">
                <a16:creationId xmlns:a16="http://schemas.microsoft.com/office/drawing/2014/main" id="{7BF4A75E-3ECC-26CA-A376-E15DF2756923}"/>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2"/>
                </a:ext>
              </a:extLst>
            </a:blip>
            <a:stretch>
              <a:fillRect t="-127827" r="-47370"/>
            </a:stretch>
          </a:blipFill>
        </p:spPr>
        <p:txBody>
          <a:bodyPr/>
          <a:lstStyle/>
          <a:p>
            <a:endParaRPr lang="en-AS"/>
          </a:p>
        </p:txBody>
      </p:sp>
      <p:sp>
        <p:nvSpPr>
          <p:cNvPr id="16" name="Freeform 3">
            <a:extLst>
              <a:ext uri="{FF2B5EF4-FFF2-40B4-BE49-F238E27FC236}">
                <a16:creationId xmlns:a16="http://schemas.microsoft.com/office/drawing/2014/main" id="{459D0DC7-5013-43F9-ACB8-677EC188040D}"/>
              </a:ext>
            </a:extLst>
          </p:cNvPr>
          <p:cNvSpPr/>
          <p:nvPr/>
        </p:nvSpPr>
        <p:spPr>
          <a:xfrm>
            <a:off x="-490544" y="4227101"/>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17" name="Title 16">
            <a:extLst>
              <a:ext uri="{FF2B5EF4-FFF2-40B4-BE49-F238E27FC236}">
                <a16:creationId xmlns:a16="http://schemas.microsoft.com/office/drawing/2014/main" id="{00ECAA27-BD80-01E8-37EE-05EB909DEA6B}"/>
              </a:ext>
            </a:extLst>
          </p:cNvPr>
          <p:cNvSpPr txBox="1">
            <a:spLocks noGrp="1"/>
          </p:cNvSpPr>
          <p:nvPr>
            <p:ph type="title" idx="4294967295"/>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AI Models</a:t>
            </a:r>
          </a:p>
        </p:txBody>
      </p:sp>
      <p:pic>
        <p:nvPicPr>
          <p:cNvPr id="18" name="Graphic 17" descr="Illustrator with solid fill">
            <a:extLst>
              <a:ext uri="{FF2B5EF4-FFF2-40B4-BE49-F238E27FC236}">
                <a16:creationId xmlns:a16="http://schemas.microsoft.com/office/drawing/2014/main" id="{E6513082-7024-27F0-1CC7-067C27D4036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sp>
        <p:nvSpPr>
          <p:cNvPr id="12" name="Sub_Title">
            <a:extLst>
              <a:ext uri="{FF2B5EF4-FFF2-40B4-BE49-F238E27FC236}">
                <a16:creationId xmlns:a16="http://schemas.microsoft.com/office/drawing/2014/main" id="{1F963E08-D6DF-18D8-CDE3-D45B94FA7AFD}"/>
              </a:ext>
            </a:extLst>
          </p:cNvPr>
          <p:cNvSpPr txBox="1">
            <a:spLocks/>
          </p:cNvSpPr>
          <p:nvPr/>
        </p:nvSpPr>
        <p:spPr>
          <a:xfrm>
            <a:off x="1239914" y="940043"/>
            <a:ext cx="4294111" cy="548099"/>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15000"/>
              </a:lnSpc>
              <a:spcBef>
                <a:spcPts val="0"/>
              </a:spcBef>
              <a:spcAft>
                <a:spcPts val="800"/>
              </a:spcAft>
              <a:defRPr/>
            </a:pPr>
            <a:r>
              <a:rPr lang="en-US" sz="2800" kern="100" dirty="0">
                <a:latin typeface="Times New Roman" panose="02020603050405020304" pitchFamily="18" charset="0"/>
                <a:ea typeface="Aptos" panose="020B0004020202020204" pitchFamily="34" charset="0"/>
                <a:cs typeface="Times New Roman" panose="02020603050405020304" pitchFamily="18" charset="0"/>
              </a:rPr>
              <a:t>Autoencoder Block Diagram</a:t>
            </a:r>
            <a:endParaRPr lang="en-AS" sz="1200" kern="100" dirty="0">
              <a:latin typeface="Times New Roman" panose="02020603050405020304" pitchFamily="18" charset="0"/>
              <a:ea typeface="Aptos" panose="020B0004020202020204" pitchFamily="34" charset="0"/>
              <a:cs typeface="Times New Roman" panose="02020603050405020304" pitchFamily="18" charset="0"/>
            </a:endParaRPr>
          </a:p>
        </p:txBody>
      </p:sp>
      <p:grpSp>
        <p:nvGrpSpPr>
          <p:cNvPr id="13" name="!!Film_Tabe_1">
            <a:extLst>
              <a:ext uri="{FF2B5EF4-FFF2-40B4-BE49-F238E27FC236}">
                <a16:creationId xmlns:a16="http://schemas.microsoft.com/office/drawing/2014/main" id="{01C27A0E-B426-40FE-1381-3BBBB9F404D2}"/>
              </a:ext>
            </a:extLst>
          </p:cNvPr>
          <p:cNvGrpSpPr/>
          <p:nvPr/>
        </p:nvGrpSpPr>
        <p:grpSpPr>
          <a:xfrm rot="16200000">
            <a:off x="-11021854" y="3246556"/>
            <a:ext cx="21467809" cy="1961092"/>
            <a:chOff x="-5996785" y="2448454"/>
            <a:chExt cx="21467809" cy="1961092"/>
          </a:xfrm>
          <a:effectLst>
            <a:outerShdw blurRad="12700" dist="50800" dir="2700000" algn="tl" rotWithShape="0">
              <a:schemeClr val="tx1">
                <a:alpha val="40000"/>
              </a:schemeClr>
            </a:outerShdw>
          </a:effectLst>
        </p:grpSpPr>
        <p:grpSp>
          <p:nvGrpSpPr>
            <p:cNvPr id="14" name="Group 13">
              <a:extLst>
                <a:ext uri="{FF2B5EF4-FFF2-40B4-BE49-F238E27FC236}">
                  <a16:creationId xmlns:a16="http://schemas.microsoft.com/office/drawing/2014/main" id="{9DC065C9-D14B-98E7-8862-EC4D0014C024}"/>
                </a:ext>
              </a:extLst>
            </p:cNvPr>
            <p:cNvGrpSpPr/>
            <p:nvPr/>
          </p:nvGrpSpPr>
          <p:grpSpPr>
            <a:xfrm>
              <a:off x="7372077" y="2448455"/>
              <a:ext cx="2738174" cy="1961091"/>
              <a:chOff x="4726913" y="2438401"/>
              <a:chExt cx="2738174" cy="1961091"/>
            </a:xfrm>
          </p:grpSpPr>
          <p:sp>
            <p:nvSpPr>
              <p:cNvPr id="47" name="Graphic 2" descr="Film strip outline">
                <a:extLst>
                  <a:ext uri="{FF2B5EF4-FFF2-40B4-BE49-F238E27FC236}">
                    <a16:creationId xmlns:a16="http://schemas.microsoft.com/office/drawing/2014/main" id="{F9F09ECE-E664-1E2C-A516-AE00F3DE48B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 name="Straight Connector 47">
                <a:extLst>
                  <a:ext uri="{FF2B5EF4-FFF2-40B4-BE49-F238E27FC236}">
                    <a16:creationId xmlns:a16="http://schemas.microsoft.com/office/drawing/2014/main" id="{47922B12-1DFE-881E-7F23-26E8BF83852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102C12C1-3D4B-FEFF-EBF3-6ABDE1625EA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6E794BAC-693F-0930-472F-37DEC2A22C6F}"/>
                </a:ext>
              </a:extLst>
            </p:cNvPr>
            <p:cNvGrpSpPr/>
            <p:nvPr/>
          </p:nvGrpSpPr>
          <p:grpSpPr>
            <a:xfrm>
              <a:off x="4702657" y="2448455"/>
              <a:ext cx="2738174" cy="1961091"/>
              <a:chOff x="4726913" y="2438401"/>
              <a:chExt cx="2738174" cy="1961091"/>
            </a:xfrm>
          </p:grpSpPr>
          <p:sp>
            <p:nvSpPr>
              <p:cNvPr id="44" name="Graphic 2" descr="Film strip outline">
                <a:extLst>
                  <a:ext uri="{FF2B5EF4-FFF2-40B4-BE49-F238E27FC236}">
                    <a16:creationId xmlns:a16="http://schemas.microsoft.com/office/drawing/2014/main" id="{CB7CEC94-9C05-8DF0-9AEF-2E22FBF890F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 name="Straight Connector 44">
                <a:extLst>
                  <a:ext uri="{FF2B5EF4-FFF2-40B4-BE49-F238E27FC236}">
                    <a16:creationId xmlns:a16="http://schemas.microsoft.com/office/drawing/2014/main" id="{61F7A1BE-5D92-CDEF-AA3E-3507F3CD9EA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923E4032-8610-0931-1FED-530ECF396E7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ED7CDADF-60C0-6FBB-83D6-A0A5D75F0C84}"/>
                </a:ext>
              </a:extLst>
            </p:cNvPr>
            <p:cNvGrpSpPr/>
            <p:nvPr/>
          </p:nvGrpSpPr>
          <p:grpSpPr>
            <a:xfrm>
              <a:off x="12732850" y="2448455"/>
              <a:ext cx="2738174" cy="1961091"/>
              <a:chOff x="4726913" y="2438401"/>
              <a:chExt cx="2738174" cy="1961091"/>
            </a:xfrm>
          </p:grpSpPr>
          <p:sp>
            <p:nvSpPr>
              <p:cNvPr id="41" name="Graphic 2" descr="Film strip outline">
                <a:extLst>
                  <a:ext uri="{FF2B5EF4-FFF2-40B4-BE49-F238E27FC236}">
                    <a16:creationId xmlns:a16="http://schemas.microsoft.com/office/drawing/2014/main" id="{47879D86-6B2F-E9C8-6634-F684DC5750A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2" name="Straight Connector 41">
                <a:extLst>
                  <a:ext uri="{FF2B5EF4-FFF2-40B4-BE49-F238E27FC236}">
                    <a16:creationId xmlns:a16="http://schemas.microsoft.com/office/drawing/2014/main" id="{9D44DA37-EAC2-3986-7EA2-FC130D18639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145EADE0-FE3C-C066-C9EE-C201A5F0A2B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CC916D86-BC47-BE69-4C2F-8315223B761C}"/>
                </a:ext>
              </a:extLst>
            </p:cNvPr>
            <p:cNvGrpSpPr/>
            <p:nvPr/>
          </p:nvGrpSpPr>
          <p:grpSpPr>
            <a:xfrm>
              <a:off x="10063430" y="2448455"/>
              <a:ext cx="2738174" cy="1961091"/>
              <a:chOff x="4726913" y="2438401"/>
              <a:chExt cx="2738174" cy="1961091"/>
            </a:xfrm>
          </p:grpSpPr>
          <p:sp>
            <p:nvSpPr>
              <p:cNvPr id="38" name="Graphic 2" descr="Film strip outline">
                <a:extLst>
                  <a:ext uri="{FF2B5EF4-FFF2-40B4-BE49-F238E27FC236}">
                    <a16:creationId xmlns:a16="http://schemas.microsoft.com/office/drawing/2014/main" id="{4C0B9465-2530-27AB-6DD4-DB5466FA63A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510B84D2-F133-DA65-87BD-509281A3956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C920CD26-842D-9ABC-9A25-3E389163E06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8EE2CA02-891E-32D9-6944-20DAD2834136}"/>
                </a:ext>
              </a:extLst>
            </p:cNvPr>
            <p:cNvGrpSpPr/>
            <p:nvPr/>
          </p:nvGrpSpPr>
          <p:grpSpPr>
            <a:xfrm>
              <a:off x="-3327365" y="2448454"/>
              <a:ext cx="2738174" cy="1961091"/>
              <a:chOff x="4726913" y="2438401"/>
              <a:chExt cx="2738174" cy="1961091"/>
            </a:xfrm>
          </p:grpSpPr>
          <p:sp>
            <p:nvSpPr>
              <p:cNvPr id="35" name="Graphic 2" descr="Film strip outline">
                <a:extLst>
                  <a:ext uri="{FF2B5EF4-FFF2-40B4-BE49-F238E27FC236}">
                    <a16:creationId xmlns:a16="http://schemas.microsoft.com/office/drawing/2014/main" id="{A172EC72-20C1-C22F-8A5B-F51596E8278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092FD043-B01E-4973-D569-57ABF3D2185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659C897F-5F34-004F-A4D9-D249F3C41EF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1A6F504A-6A2A-E833-2C69-0071F19BE8F2}"/>
                </a:ext>
              </a:extLst>
            </p:cNvPr>
            <p:cNvGrpSpPr/>
            <p:nvPr/>
          </p:nvGrpSpPr>
          <p:grpSpPr>
            <a:xfrm>
              <a:off x="-5996785" y="2448454"/>
              <a:ext cx="2738174" cy="1961091"/>
              <a:chOff x="4726913" y="2438401"/>
              <a:chExt cx="2738174" cy="1961091"/>
            </a:xfrm>
          </p:grpSpPr>
          <p:sp>
            <p:nvSpPr>
              <p:cNvPr id="32" name="Graphic 2" descr="Film strip outline">
                <a:extLst>
                  <a:ext uri="{FF2B5EF4-FFF2-40B4-BE49-F238E27FC236}">
                    <a16:creationId xmlns:a16="http://schemas.microsoft.com/office/drawing/2014/main" id="{7A0BBD40-2C5F-1FE7-32C6-E7D1723E2F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 name="Straight Connector 32">
                <a:extLst>
                  <a:ext uri="{FF2B5EF4-FFF2-40B4-BE49-F238E27FC236}">
                    <a16:creationId xmlns:a16="http://schemas.microsoft.com/office/drawing/2014/main" id="{60CFFF39-5A9C-EF66-A94E-676A4715772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1A2E27BC-E00E-1DE0-43EB-96693715A5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9A3EB95D-40B5-9855-B539-9631E5EEACD5}"/>
                </a:ext>
              </a:extLst>
            </p:cNvPr>
            <p:cNvGrpSpPr/>
            <p:nvPr/>
          </p:nvGrpSpPr>
          <p:grpSpPr>
            <a:xfrm>
              <a:off x="2033408" y="2448454"/>
              <a:ext cx="2738174" cy="1961091"/>
              <a:chOff x="4726913" y="2438401"/>
              <a:chExt cx="2738174" cy="1961091"/>
            </a:xfrm>
          </p:grpSpPr>
          <p:sp>
            <p:nvSpPr>
              <p:cNvPr id="29" name="Graphic 2" descr="Film strip outline">
                <a:extLst>
                  <a:ext uri="{FF2B5EF4-FFF2-40B4-BE49-F238E27FC236}">
                    <a16:creationId xmlns:a16="http://schemas.microsoft.com/office/drawing/2014/main" id="{7C69BC53-75C9-FD55-9700-DE5665716B1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0" name="Straight Connector 29">
                <a:extLst>
                  <a:ext uri="{FF2B5EF4-FFF2-40B4-BE49-F238E27FC236}">
                    <a16:creationId xmlns:a16="http://schemas.microsoft.com/office/drawing/2014/main" id="{69F8B5C4-BDFB-94A9-0CB3-CE90D9C6749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5A88CFF9-4AAB-CCA2-3042-E26AFB7F97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7F2B2484-AC92-9317-E480-88EF003A185A}"/>
                </a:ext>
              </a:extLst>
            </p:cNvPr>
            <p:cNvGrpSpPr/>
            <p:nvPr/>
          </p:nvGrpSpPr>
          <p:grpSpPr>
            <a:xfrm>
              <a:off x="-636012" y="2448454"/>
              <a:ext cx="2738174" cy="1961091"/>
              <a:chOff x="4726913" y="2438401"/>
              <a:chExt cx="2738174" cy="1961091"/>
            </a:xfrm>
          </p:grpSpPr>
          <p:sp>
            <p:nvSpPr>
              <p:cNvPr id="26" name="Graphic 2" descr="Film strip outline">
                <a:extLst>
                  <a:ext uri="{FF2B5EF4-FFF2-40B4-BE49-F238E27FC236}">
                    <a16:creationId xmlns:a16="http://schemas.microsoft.com/office/drawing/2014/main" id="{7592BDCC-A4A8-5993-A19B-F782CE8A71D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7" name="Straight Connector 26">
                <a:extLst>
                  <a:ext uri="{FF2B5EF4-FFF2-40B4-BE49-F238E27FC236}">
                    <a16:creationId xmlns:a16="http://schemas.microsoft.com/office/drawing/2014/main" id="{C683EF41-3B64-6BEE-50ED-BBF7050C13A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8" name="TextBox 27">
                <a:extLst>
                  <a:ext uri="{FF2B5EF4-FFF2-40B4-BE49-F238E27FC236}">
                    <a16:creationId xmlns:a16="http://schemas.microsoft.com/office/drawing/2014/main" id="{EC23A009-9F5C-CCF4-86EC-4A1ADBE92DF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0" name="!!Film_Tabe_1">
            <a:extLst>
              <a:ext uri="{FF2B5EF4-FFF2-40B4-BE49-F238E27FC236}">
                <a16:creationId xmlns:a16="http://schemas.microsoft.com/office/drawing/2014/main" id="{E7838684-ACF2-1EA7-F38F-7DAA28A8576F}"/>
              </a:ext>
            </a:extLst>
          </p:cNvPr>
          <p:cNvGrpSpPr/>
          <p:nvPr/>
        </p:nvGrpSpPr>
        <p:grpSpPr>
          <a:xfrm rot="16200000">
            <a:off x="1630126" y="1541378"/>
            <a:ext cx="21467809" cy="1961092"/>
            <a:chOff x="-5996785" y="2448454"/>
            <a:chExt cx="21467809" cy="1961092"/>
          </a:xfrm>
          <a:effectLst>
            <a:outerShdw blurRad="12700" dist="50800" dir="2700000" algn="tl" rotWithShape="0">
              <a:schemeClr val="tx1">
                <a:alpha val="40000"/>
              </a:schemeClr>
            </a:outerShdw>
          </a:effectLst>
        </p:grpSpPr>
        <p:grpSp>
          <p:nvGrpSpPr>
            <p:cNvPr id="51" name="Group 50">
              <a:extLst>
                <a:ext uri="{FF2B5EF4-FFF2-40B4-BE49-F238E27FC236}">
                  <a16:creationId xmlns:a16="http://schemas.microsoft.com/office/drawing/2014/main" id="{2217A20E-2B89-6C30-04FA-78BDD7277BF0}"/>
                </a:ext>
              </a:extLst>
            </p:cNvPr>
            <p:cNvGrpSpPr/>
            <p:nvPr/>
          </p:nvGrpSpPr>
          <p:grpSpPr>
            <a:xfrm>
              <a:off x="7372077" y="2448455"/>
              <a:ext cx="2738174" cy="1961091"/>
              <a:chOff x="4726913" y="2438401"/>
              <a:chExt cx="2738174" cy="1961091"/>
            </a:xfrm>
          </p:grpSpPr>
          <p:sp>
            <p:nvSpPr>
              <p:cNvPr id="80" name="Graphic 2" descr="Film strip outline">
                <a:extLst>
                  <a:ext uri="{FF2B5EF4-FFF2-40B4-BE49-F238E27FC236}">
                    <a16:creationId xmlns:a16="http://schemas.microsoft.com/office/drawing/2014/main" id="{45331963-2DFA-4063-FFAC-2933EB44B0C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1" name="Straight Connector 80">
                <a:extLst>
                  <a:ext uri="{FF2B5EF4-FFF2-40B4-BE49-F238E27FC236}">
                    <a16:creationId xmlns:a16="http://schemas.microsoft.com/office/drawing/2014/main" id="{B5F527E0-55E7-F6C8-6729-2F6D045339D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2" name="TextBox 81">
                <a:extLst>
                  <a:ext uri="{FF2B5EF4-FFF2-40B4-BE49-F238E27FC236}">
                    <a16:creationId xmlns:a16="http://schemas.microsoft.com/office/drawing/2014/main" id="{DDEF3C5A-7171-C860-3950-5AB431E5A89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489C4F51-47A4-EBED-35BB-7179811911E6}"/>
                </a:ext>
              </a:extLst>
            </p:cNvPr>
            <p:cNvGrpSpPr/>
            <p:nvPr/>
          </p:nvGrpSpPr>
          <p:grpSpPr>
            <a:xfrm>
              <a:off x="4702657" y="2448455"/>
              <a:ext cx="2738174" cy="1961091"/>
              <a:chOff x="4726913" y="2438401"/>
              <a:chExt cx="2738174" cy="1961091"/>
            </a:xfrm>
          </p:grpSpPr>
          <p:sp>
            <p:nvSpPr>
              <p:cNvPr id="77" name="Graphic 2" descr="Film strip outline">
                <a:extLst>
                  <a:ext uri="{FF2B5EF4-FFF2-40B4-BE49-F238E27FC236}">
                    <a16:creationId xmlns:a16="http://schemas.microsoft.com/office/drawing/2014/main" id="{553A754D-DFC2-0285-444B-2374A3B5B5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8" name="Straight Connector 77">
                <a:extLst>
                  <a:ext uri="{FF2B5EF4-FFF2-40B4-BE49-F238E27FC236}">
                    <a16:creationId xmlns:a16="http://schemas.microsoft.com/office/drawing/2014/main" id="{731DE93F-AB2B-7221-EA6D-5E612E497AC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9" name="TextBox 78">
                <a:extLst>
                  <a:ext uri="{FF2B5EF4-FFF2-40B4-BE49-F238E27FC236}">
                    <a16:creationId xmlns:a16="http://schemas.microsoft.com/office/drawing/2014/main" id="{7B452256-5271-EDCA-8F6D-5557CF630AD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F4F2620B-DF4F-122A-0F5F-40B9D48E1EE4}"/>
                </a:ext>
              </a:extLst>
            </p:cNvPr>
            <p:cNvGrpSpPr/>
            <p:nvPr/>
          </p:nvGrpSpPr>
          <p:grpSpPr>
            <a:xfrm>
              <a:off x="12732850" y="2448455"/>
              <a:ext cx="2738174" cy="1961091"/>
              <a:chOff x="4726913" y="2438401"/>
              <a:chExt cx="2738174" cy="1961091"/>
            </a:xfrm>
          </p:grpSpPr>
          <p:sp>
            <p:nvSpPr>
              <p:cNvPr id="74" name="Graphic 2" descr="Film strip outline">
                <a:extLst>
                  <a:ext uri="{FF2B5EF4-FFF2-40B4-BE49-F238E27FC236}">
                    <a16:creationId xmlns:a16="http://schemas.microsoft.com/office/drawing/2014/main" id="{EF5FD152-5375-A806-5172-3467766D55F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5" name="Straight Connector 74">
                <a:extLst>
                  <a:ext uri="{FF2B5EF4-FFF2-40B4-BE49-F238E27FC236}">
                    <a16:creationId xmlns:a16="http://schemas.microsoft.com/office/drawing/2014/main" id="{4B0A7D92-6732-9013-84C3-1E98509EC9A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565F7140-B35D-7424-B6B6-BF7C9F1260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1EC04C36-9E09-A39B-16D6-C62D9847B097}"/>
                </a:ext>
              </a:extLst>
            </p:cNvPr>
            <p:cNvGrpSpPr/>
            <p:nvPr/>
          </p:nvGrpSpPr>
          <p:grpSpPr>
            <a:xfrm>
              <a:off x="10063430" y="2448455"/>
              <a:ext cx="2738174" cy="1961091"/>
              <a:chOff x="4726913" y="2438401"/>
              <a:chExt cx="2738174" cy="1961091"/>
            </a:xfrm>
          </p:grpSpPr>
          <p:sp>
            <p:nvSpPr>
              <p:cNvPr id="71" name="Graphic 2" descr="Film strip outline">
                <a:extLst>
                  <a:ext uri="{FF2B5EF4-FFF2-40B4-BE49-F238E27FC236}">
                    <a16:creationId xmlns:a16="http://schemas.microsoft.com/office/drawing/2014/main" id="{FA2DB5D0-E9D0-C483-E8F4-84B5620EB1E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6EE6D6E7-2C85-252B-8002-9E5FFF78D6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189BAA26-04CA-4F64-5E59-342B04D3FDF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6241B82A-4228-E86A-36F8-C5D5B7A6306F}"/>
                </a:ext>
              </a:extLst>
            </p:cNvPr>
            <p:cNvGrpSpPr/>
            <p:nvPr/>
          </p:nvGrpSpPr>
          <p:grpSpPr>
            <a:xfrm>
              <a:off x="-3327365" y="2448454"/>
              <a:ext cx="2738174" cy="1961091"/>
              <a:chOff x="4726913" y="2438401"/>
              <a:chExt cx="2738174" cy="1961091"/>
            </a:xfrm>
          </p:grpSpPr>
          <p:sp>
            <p:nvSpPr>
              <p:cNvPr id="68" name="Graphic 2" descr="Film strip outline">
                <a:extLst>
                  <a:ext uri="{FF2B5EF4-FFF2-40B4-BE49-F238E27FC236}">
                    <a16:creationId xmlns:a16="http://schemas.microsoft.com/office/drawing/2014/main" id="{00541217-7C54-EAB6-72C4-5D8C75475D7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9" name="Straight Connector 68">
                <a:extLst>
                  <a:ext uri="{FF2B5EF4-FFF2-40B4-BE49-F238E27FC236}">
                    <a16:creationId xmlns:a16="http://schemas.microsoft.com/office/drawing/2014/main" id="{5BEE4C7A-390C-788C-1A01-B96A5B191CB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0" name="TextBox 69">
                <a:extLst>
                  <a:ext uri="{FF2B5EF4-FFF2-40B4-BE49-F238E27FC236}">
                    <a16:creationId xmlns:a16="http://schemas.microsoft.com/office/drawing/2014/main" id="{3437AF8D-3B02-5735-C6F5-4F16847B6B8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24AA0057-8249-B69B-EF87-5A743ECA0BFD}"/>
                </a:ext>
              </a:extLst>
            </p:cNvPr>
            <p:cNvGrpSpPr/>
            <p:nvPr/>
          </p:nvGrpSpPr>
          <p:grpSpPr>
            <a:xfrm>
              <a:off x="-5996785" y="2448454"/>
              <a:ext cx="2738174" cy="1961091"/>
              <a:chOff x="4726913" y="2438401"/>
              <a:chExt cx="2738174" cy="1961091"/>
            </a:xfrm>
          </p:grpSpPr>
          <p:sp>
            <p:nvSpPr>
              <p:cNvPr id="65" name="Graphic 2" descr="Film strip outline">
                <a:extLst>
                  <a:ext uri="{FF2B5EF4-FFF2-40B4-BE49-F238E27FC236}">
                    <a16:creationId xmlns:a16="http://schemas.microsoft.com/office/drawing/2014/main" id="{F9F70840-642B-E673-C174-711101E1812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6" name="Straight Connector 65">
                <a:extLst>
                  <a:ext uri="{FF2B5EF4-FFF2-40B4-BE49-F238E27FC236}">
                    <a16:creationId xmlns:a16="http://schemas.microsoft.com/office/drawing/2014/main" id="{E81ADDF3-68D3-6F34-865E-71FF3114BC3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7" name="TextBox 66">
                <a:extLst>
                  <a:ext uri="{FF2B5EF4-FFF2-40B4-BE49-F238E27FC236}">
                    <a16:creationId xmlns:a16="http://schemas.microsoft.com/office/drawing/2014/main" id="{844CF305-B33B-F930-ACC9-A9138FAAE25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593332C3-F5B8-20A3-F024-AF4D01311093}"/>
                </a:ext>
              </a:extLst>
            </p:cNvPr>
            <p:cNvGrpSpPr/>
            <p:nvPr/>
          </p:nvGrpSpPr>
          <p:grpSpPr>
            <a:xfrm>
              <a:off x="2033408" y="2448454"/>
              <a:ext cx="2738174" cy="1961091"/>
              <a:chOff x="4726913" y="2438401"/>
              <a:chExt cx="2738174" cy="1961091"/>
            </a:xfrm>
          </p:grpSpPr>
          <p:sp>
            <p:nvSpPr>
              <p:cNvPr id="62" name="Graphic 2" descr="Film strip outline">
                <a:extLst>
                  <a:ext uri="{FF2B5EF4-FFF2-40B4-BE49-F238E27FC236}">
                    <a16:creationId xmlns:a16="http://schemas.microsoft.com/office/drawing/2014/main" id="{47351843-EB8D-E172-80C5-D89D6EDF4D3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3" name="Straight Connector 62">
                <a:extLst>
                  <a:ext uri="{FF2B5EF4-FFF2-40B4-BE49-F238E27FC236}">
                    <a16:creationId xmlns:a16="http://schemas.microsoft.com/office/drawing/2014/main" id="{A58B2F53-82C3-3E72-382C-48DA5BDD20C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4" name="TextBox 63">
                <a:extLst>
                  <a:ext uri="{FF2B5EF4-FFF2-40B4-BE49-F238E27FC236}">
                    <a16:creationId xmlns:a16="http://schemas.microsoft.com/office/drawing/2014/main" id="{78DE6D1E-9B37-718F-2664-F69D6F31EF3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F5ED7767-CAA6-4ECE-3F80-EDF7584F4326}"/>
                </a:ext>
              </a:extLst>
            </p:cNvPr>
            <p:cNvGrpSpPr/>
            <p:nvPr/>
          </p:nvGrpSpPr>
          <p:grpSpPr>
            <a:xfrm>
              <a:off x="-636012" y="2448454"/>
              <a:ext cx="2738174" cy="1961091"/>
              <a:chOff x="4726913" y="2438401"/>
              <a:chExt cx="2738174" cy="1961091"/>
            </a:xfrm>
          </p:grpSpPr>
          <p:sp>
            <p:nvSpPr>
              <p:cNvPr id="59" name="Graphic 2" descr="Film strip outline">
                <a:extLst>
                  <a:ext uri="{FF2B5EF4-FFF2-40B4-BE49-F238E27FC236}">
                    <a16:creationId xmlns:a16="http://schemas.microsoft.com/office/drawing/2014/main" id="{F3E1258F-075D-A0F0-E5C4-E23A26D5359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0" name="Straight Connector 59">
                <a:extLst>
                  <a:ext uri="{FF2B5EF4-FFF2-40B4-BE49-F238E27FC236}">
                    <a16:creationId xmlns:a16="http://schemas.microsoft.com/office/drawing/2014/main" id="{530ADC0A-D797-0D8B-0ED8-FFE439A7511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1" name="TextBox 60">
                <a:extLst>
                  <a:ext uri="{FF2B5EF4-FFF2-40B4-BE49-F238E27FC236}">
                    <a16:creationId xmlns:a16="http://schemas.microsoft.com/office/drawing/2014/main" id="{5AA72A7F-BBEE-610A-09DD-12F0B200D2A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84" name="Picture 83">
            <a:extLst>
              <a:ext uri="{FF2B5EF4-FFF2-40B4-BE49-F238E27FC236}">
                <a16:creationId xmlns:a16="http://schemas.microsoft.com/office/drawing/2014/main" id="{22AD44DE-ED14-FB1A-ACEB-79AB703BE13A}"/>
              </a:ext>
            </a:extLst>
          </p:cNvPr>
          <p:cNvPicPr>
            <a:picLocks noChangeAspect="1"/>
          </p:cNvPicPr>
          <p:nvPr/>
        </p:nvPicPr>
        <p:blipFill>
          <a:blip r:embed="rId5">
            <a:extLst>
              <a:ext uri="{BEBA8EAE-BF5A-486C-A8C5-ECC9F3942E4B}">
                <a14:imgProps xmlns:a14="http://schemas.microsoft.com/office/drawing/2010/main">
                  <a14:imgLayer r:embed="rId6">
                    <a14:imgEffect>
                      <a14:artisticBlur radius="15"/>
                    </a14:imgEffect>
                  </a14:imgLayer>
                </a14:imgProps>
              </a:ext>
              <a:ext uri="{28A0092B-C50C-407E-A947-70E740481C1C}">
                <a14:useLocalDpi xmlns:a14="http://schemas.microsoft.com/office/drawing/2010/main" val="0"/>
              </a:ext>
            </a:extLst>
          </a:blip>
          <a:srcRect/>
          <a:stretch>
            <a:fillRect/>
          </a:stretch>
        </p:blipFill>
        <p:spPr>
          <a:xfrm>
            <a:off x="9032926" y="2740510"/>
            <a:ext cx="2065470" cy="1376981"/>
          </a:xfrm>
          <a:custGeom>
            <a:avLst/>
            <a:gdLst>
              <a:gd name="csX0" fmla="*/ 0 w 2065470"/>
              <a:gd name="csY0" fmla="*/ 0 h 1376981"/>
              <a:gd name="csX1" fmla="*/ 2065470 w 2065470"/>
              <a:gd name="csY1" fmla="*/ 0 h 1376981"/>
              <a:gd name="csX2" fmla="*/ 2065470 w 2065470"/>
              <a:gd name="csY2" fmla="*/ 1376981 h 1376981"/>
              <a:gd name="csX3" fmla="*/ 0 w 2065470"/>
              <a:gd name="csY3" fmla="*/ 1376981 h 1376981"/>
            </a:gdLst>
            <a:ahLst/>
            <a:cxnLst>
              <a:cxn ang="0">
                <a:pos x="csX0" y="csY0"/>
              </a:cxn>
              <a:cxn ang="0">
                <a:pos x="csX1" y="csY1"/>
              </a:cxn>
              <a:cxn ang="0">
                <a:pos x="csX2" y="csY2"/>
              </a:cxn>
              <a:cxn ang="0">
                <a:pos x="csX3" y="csY3"/>
              </a:cxn>
            </a:cxnLst>
            <a:rect l="l" t="t" r="r" b="b"/>
            <a:pathLst>
              <a:path w="2065470" h="1376981">
                <a:moveTo>
                  <a:pt x="0" y="0"/>
                </a:moveTo>
                <a:lnTo>
                  <a:pt x="2065470" y="0"/>
                </a:lnTo>
                <a:lnTo>
                  <a:pt x="2065470" y="1376981"/>
                </a:lnTo>
                <a:lnTo>
                  <a:pt x="0" y="1376981"/>
                </a:lnTo>
                <a:close/>
              </a:path>
            </a:pathLst>
          </a:custGeom>
        </p:spPr>
      </p:pic>
      <p:pic>
        <p:nvPicPr>
          <p:cNvPr id="7" name="Picture 6">
            <a:extLst>
              <a:ext uri="{FF2B5EF4-FFF2-40B4-BE49-F238E27FC236}">
                <a16:creationId xmlns:a16="http://schemas.microsoft.com/office/drawing/2014/main" id="{67239669-05D2-6E35-D553-3D5A35EEA1B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93604" y="2740510"/>
            <a:ext cx="2065470" cy="1376981"/>
          </a:xfrm>
          <a:prstGeom prst="rect">
            <a:avLst/>
          </a:prstGeom>
        </p:spPr>
      </p:pic>
      <p:sp>
        <p:nvSpPr>
          <p:cNvPr id="85" name="Encoder">
            <a:extLst>
              <a:ext uri="{FF2B5EF4-FFF2-40B4-BE49-F238E27FC236}">
                <a16:creationId xmlns:a16="http://schemas.microsoft.com/office/drawing/2014/main" id="{27D0BF14-9B93-7F22-568A-867BA69B5228}"/>
              </a:ext>
            </a:extLst>
          </p:cNvPr>
          <p:cNvSpPr/>
          <p:nvPr/>
        </p:nvSpPr>
        <p:spPr>
          <a:xfrm rot="5400000">
            <a:off x="3277826" y="2793298"/>
            <a:ext cx="2065470" cy="1271405"/>
          </a:xfrm>
          <a:prstGeom prst="trapezoid">
            <a:avLst/>
          </a:prstGeom>
          <a:noFill/>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solidFill>
                  <a:schemeClr val="tx1"/>
                </a:solidFill>
                <a:latin typeface="Times New Roman" panose="02020603050405020304" pitchFamily="18" charset="0"/>
                <a:cs typeface="Times New Roman" panose="02020603050405020304" pitchFamily="18" charset="0"/>
              </a:rPr>
              <a:t>Encoder</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86" name="Decoder">
            <a:extLst>
              <a:ext uri="{FF2B5EF4-FFF2-40B4-BE49-F238E27FC236}">
                <a16:creationId xmlns:a16="http://schemas.microsoft.com/office/drawing/2014/main" id="{4BB4F446-77B6-690A-1798-10336841FFDA}"/>
              </a:ext>
            </a:extLst>
          </p:cNvPr>
          <p:cNvSpPr/>
          <p:nvPr/>
        </p:nvSpPr>
        <p:spPr>
          <a:xfrm rot="16200000">
            <a:off x="6728786" y="2793298"/>
            <a:ext cx="2065470" cy="1271405"/>
          </a:xfrm>
          <a:prstGeom prst="trapezoid">
            <a:avLst/>
          </a:prstGeom>
          <a:noFill/>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pPr algn="ctr"/>
            <a:r>
              <a:rPr lang="en-US" dirty="0">
                <a:solidFill>
                  <a:schemeClr val="tx1"/>
                </a:solidFill>
                <a:latin typeface="Times New Roman" panose="02020603050405020304" pitchFamily="18" charset="0"/>
                <a:cs typeface="Times New Roman" panose="02020603050405020304" pitchFamily="18" charset="0"/>
              </a:rPr>
              <a:t>Decoder</a:t>
            </a:r>
            <a:endParaRPr lang="en-AS" dirty="0">
              <a:solidFill>
                <a:schemeClr val="tx1"/>
              </a:solidFill>
              <a:latin typeface="Times New Roman" panose="02020603050405020304" pitchFamily="18" charset="0"/>
              <a:cs typeface="Times New Roman" panose="02020603050405020304" pitchFamily="18" charset="0"/>
            </a:endParaRPr>
          </a:p>
        </p:txBody>
      </p:sp>
      <p:sp>
        <p:nvSpPr>
          <p:cNvPr id="90" name="Rectangle 1">
            <a:extLst>
              <a:ext uri="{FF2B5EF4-FFF2-40B4-BE49-F238E27FC236}">
                <a16:creationId xmlns:a16="http://schemas.microsoft.com/office/drawing/2014/main" id="{D216E917-64EA-1DEE-CE88-F1E02835E86C}"/>
              </a:ext>
            </a:extLst>
          </p:cNvPr>
          <p:cNvSpPr/>
          <p:nvPr/>
        </p:nvSpPr>
        <p:spPr>
          <a:xfrm>
            <a:off x="5802895" y="2812606"/>
            <a:ext cx="292308" cy="291600"/>
          </a:xfrm>
          <a:prstGeom prst="rect">
            <a:avLst/>
          </a:prstGeom>
          <a:solidFill>
            <a:srgbClr val="DBD8D5"/>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7" name="Rectangle 2">
            <a:extLst>
              <a:ext uri="{FF2B5EF4-FFF2-40B4-BE49-F238E27FC236}">
                <a16:creationId xmlns:a16="http://schemas.microsoft.com/office/drawing/2014/main" id="{68D242E1-5C9A-0AB0-2394-742BF42E74EE}"/>
              </a:ext>
            </a:extLst>
          </p:cNvPr>
          <p:cNvSpPr/>
          <p:nvPr/>
        </p:nvSpPr>
        <p:spPr>
          <a:xfrm>
            <a:off x="6095203" y="2812606"/>
            <a:ext cx="292308" cy="291600"/>
          </a:xfrm>
          <a:prstGeom prst="rect">
            <a:avLst/>
          </a:prstGeom>
          <a:solidFill>
            <a:schemeClr val="bg1"/>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8" name="Rectangle 3">
            <a:extLst>
              <a:ext uri="{FF2B5EF4-FFF2-40B4-BE49-F238E27FC236}">
                <a16:creationId xmlns:a16="http://schemas.microsoft.com/office/drawing/2014/main" id="{01E10C16-8215-B175-4A28-BC0E8DBD12A4}"/>
              </a:ext>
            </a:extLst>
          </p:cNvPr>
          <p:cNvSpPr/>
          <p:nvPr/>
        </p:nvSpPr>
        <p:spPr>
          <a:xfrm>
            <a:off x="5802895" y="3104206"/>
            <a:ext cx="292308" cy="291600"/>
          </a:xfrm>
          <a:prstGeom prst="rect">
            <a:avLst/>
          </a:prstGeom>
          <a:solidFill>
            <a:schemeClr val="bg1"/>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9" name="Rectangle 4">
            <a:extLst>
              <a:ext uri="{FF2B5EF4-FFF2-40B4-BE49-F238E27FC236}">
                <a16:creationId xmlns:a16="http://schemas.microsoft.com/office/drawing/2014/main" id="{BACB6FA3-96FE-1182-E903-0309394B7085}"/>
              </a:ext>
            </a:extLst>
          </p:cNvPr>
          <p:cNvSpPr/>
          <p:nvPr/>
        </p:nvSpPr>
        <p:spPr>
          <a:xfrm>
            <a:off x="6095203" y="3104206"/>
            <a:ext cx="292308" cy="291600"/>
          </a:xfrm>
          <a:prstGeom prst="rect">
            <a:avLst/>
          </a:prstGeom>
          <a:solidFill>
            <a:schemeClr val="tx1"/>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0" name="Rectangle 5">
            <a:extLst>
              <a:ext uri="{FF2B5EF4-FFF2-40B4-BE49-F238E27FC236}">
                <a16:creationId xmlns:a16="http://schemas.microsoft.com/office/drawing/2014/main" id="{400EA687-8F40-8DE4-7461-3EE2CE893FAE}"/>
              </a:ext>
            </a:extLst>
          </p:cNvPr>
          <p:cNvSpPr/>
          <p:nvPr/>
        </p:nvSpPr>
        <p:spPr>
          <a:xfrm>
            <a:off x="5802895" y="3395806"/>
            <a:ext cx="292308" cy="291600"/>
          </a:xfrm>
          <a:prstGeom prst="rect">
            <a:avLst/>
          </a:prstGeom>
          <a:solidFill>
            <a:schemeClr val="tx1"/>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1" name="Rectangle 6">
            <a:extLst>
              <a:ext uri="{FF2B5EF4-FFF2-40B4-BE49-F238E27FC236}">
                <a16:creationId xmlns:a16="http://schemas.microsoft.com/office/drawing/2014/main" id="{6C8539D7-B058-CA40-72CA-6A27697B386D}"/>
              </a:ext>
            </a:extLst>
          </p:cNvPr>
          <p:cNvSpPr/>
          <p:nvPr/>
        </p:nvSpPr>
        <p:spPr>
          <a:xfrm>
            <a:off x="6095203" y="3395806"/>
            <a:ext cx="292308" cy="291600"/>
          </a:xfrm>
          <a:prstGeom prst="rect">
            <a:avLst/>
          </a:prstGeom>
          <a:solidFill>
            <a:srgbClr val="D9D8D9"/>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102" name="Rectangle 7">
            <a:extLst>
              <a:ext uri="{FF2B5EF4-FFF2-40B4-BE49-F238E27FC236}">
                <a16:creationId xmlns:a16="http://schemas.microsoft.com/office/drawing/2014/main" id="{95F4AC67-D7BF-2173-FE19-0C6BE0C5D2E9}"/>
              </a:ext>
            </a:extLst>
          </p:cNvPr>
          <p:cNvSpPr/>
          <p:nvPr/>
        </p:nvSpPr>
        <p:spPr>
          <a:xfrm>
            <a:off x="5802895" y="3687406"/>
            <a:ext cx="292308" cy="291600"/>
          </a:xfrm>
          <a:prstGeom prst="rect">
            <a:avLst/>
          </a:prstGeom>
          <a:solidFill>
            <a:srgbClr val="D9D8D9"/>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03" name="Rectangle 8">
            <a:extLst>
              <a:ext uri="{FF2B5EF4-FFF2-40B4-BE49-F238E27FC236}">
                <a16:creationId xmlns:a16="http://schemas.microsoft.com/office/drawing/2014/main" id="{E64F2E95-A5A5-294D-4DA9-E55BC10B9772}"/>
              </a:ext>
            </a:extLst>
          </p:cNvPr>
          <p:cNvSpPr/>
          <p:nvPr/>
        </p:nvSpPr>
        <p:spPr>
          <a:xfrm>
            <a:off x="6095203" y="3687406"/>
            <a:ext cx="292308" cy="291600"/>
          </a:xfrm>
          <a:prstGeom prst="rect">
            <a:avLst/>
          </a:prstGeom>
          <a:solidFill>
            <a:srgbClr val="9BA9B3"/>
          </a:solidFill>
          <a:ln w="9525">
            <a:solidFill>
              <a:srgbClr val="1560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cxnSp>
        <p:nvCxnSpPr>
          <p:cNvPr id="106" name="Straight Arrow Connector 105">
            <a:extLst>
              <a:ext uri="{FF2B5EF4-FFF2-40B4-BE49-F238E27FC236}">
                <a16:creationId xmlns:a16="http://schemas.microsoft.com/office/drawing/2014/main" id="{10FF6FD7-6932-B434-5464-2A7D516D8251}"/>
              </a:ext>
            </a:extLst>
          </p:cNvPr>
          <p:cNvCxnSpPr>
            <a:stCxn id="7" idx="3"/>
            <a:endCxn id="85" idx="2"/>
          </p:cNvCxnSpPr>
          <p:nvPr/>
        </p:nvCxnSpPr>
        <p:spPr>
          <a:xfrm>
            <a:off x="3159074" y="3429001"/>
            <a:ext cx="515785" cy="0"/>
          </a:xfrm>
          <a:prstGeom prst="straightConnector1">
            <a:avLst/>
          </a:prstGeom>
          <a:ln w="28575">
            <a:solidFill>
              <a:schemeClr val="tx1"/>
            </a:solidFill>
            <a:tailEnd type="stealth"/>
          </a:ln>
        </p:spPr>
        <p:style>
          <a:lnRef idx="2">
            <a:schemeClr val="accent1"/>
          </a:lnRef>
          <a:fillRef idx="0">
            <a:schemeClr val="accent1"/>
          </a:fillRef>
          <a:effectRef idx="1">
            <a:schemeClr val="accent1"/>
          </a:effectRef>
          <a:fontRef idx="minor">
            <a:schemeClr val="tx1"/>
          </a:fontRef>
        </p:style>
      </p:cxnSp>
      <p:cxnSp>
        <p:nvCxnSpPr>
          <p:cNvPr id="108" name="Straight Arrow Connector 107">
            <a:extLst>
              <a:ext uri="{FF2B5EF4-FFF2-40B4-BE49-F238E27FC236}">
                <a16:creationId xmlns:a16="http://schemas.microsoft.com/office/drawing/2014/main" id="{9F6275D1-40F3-087C-3D0B-EED7D9F2FAC0}"/>
              </a:ext>
            </a:extLst>
          </p:cNvPr>
          <p:cNvCxnSpPr>
            <a:stCxn id="85" idx="0"/>
          </p:cNvCxnSpPr>
          <p:nvPr/>
        </p:nvCxnSpPr>
        <p:spPr>
          <a:xfrm flipV="1">
            <a:off x="4946264" y="3429000"/>
            <a:ext cx="768736" cy="1"/>
          </a:xfrm>
          <a:prstGeom prst="straightConnector1">
            <a:avLst/>
          </a:prstGeom>
          <a:ln w="28575">
            <a:solidFill>
              <a:schemeClr val="tx1"/>
            </a:solidFill>
            <a:tailEnd type="stealth"/>
          </a:ln>
        </p:spPr>
        <p:style>
          <a:lnRef idx="2">
            <a:schemeClr val="accent1"/>
          </a:lnRef>
          <a:fillRef idx="0">
            <a:schemeClr val="accent1"/>
          </a:fillRef>
          <a:effectRef idx="1">
            <a:schemeClr val="accent1"/>
          </a:effectRef>
          <a:fontRef idx="minor">
            <a:schemeClr val="tx1"/>
          </a:fontRef>
        </p:style>
      </p:cxnSp>
      <p:cxnSp>
        <p:nvCxnSpPr>
          <p:cNvPr id="110" name="Straight Arrow Connector 109">
            <a:extLst>
              <a:ext uri="{FF2B5EF4-FFF2-40B4-BE49-F238E27FC236}">
                <a16:creationId xmlns:a16="http://schemas.microsoft.com/office/drawing/2014/main" id="{3DD1C57B-F776-7FB6-9603-20A5166285A7}"/>
              </a:ext>
            </a:extLst>
          </p:cNvPr>
          <p:cNvCxnSpPr>
            <a:cxnSpLocks/>
            <a:endCxn id="86" idx="0"/>
          </p:cNvCxnSpPr>
          <p:nvPr/>
        </p:nvCxnSpPr>
        <p:spPr>
          <a:xfrm>
            <a:off x="6453307" y="3429001"/>
            <a:ext cx="672512" cy="0"/>
          </a:xfrm>
          <a:prstGeom prst="straightConnector1">
            <a:avLst/>
          </a:prstGeom>
          <a:ln w="28575">
            <a:solidFill>
              <a:schemeClr val="tx1"/>
            </a:solidFill>
            <a:tailEnd type="stealth"/>
          </a:ln>
        </p:spPr>
        <p:style>
          <a:lnRef idx="2">
            <a:schemeClr val="accent1"/>
          </a:lnRef>
          <a:fillRef idx="0">
            <a:schemeClr val="accent1"/>
          </a:fillRef>
          <a:effectRef idx="1">
            <a:schemeClr val="accent1"/>
          </a:effectRef>
          <a:fontRef idx="minor">
            <a:schemeClr val="tx1"/>
          </a:fontRef>
        </p:style>
      </p:cxnSp>
      <p:cxnSp>
        <p:nvCxnSpPr>
          <p:cNvPr id="113" name="Straight Arrow Connector 112">
            <a:extLst>
              <a:ext uri="{FF2B5EF4-FFF2-40B4-BE49-F238E27FC236}">
                <a16:creationId xmlns:a16="http://schemas.microsoft.com/office/drawing/2014/main" id="{9843A753-0655-B899-E04A-360806006019}"/>
              </a:ext>
            </a:extLst>
          </p:cNvPr>
          <p:cNvCxnSpPr>
            <a:stCxn id="86" idx="2"/>
          </p:cNvCxnSpPr>
          <p:nvPr/>
        </p:nvCxnSpPr>
        <p:spPr>
          <a:xfrm flipV="1">
            <a:off x="8397224" y="3429000"/>
            <a:ext cx="635702" cy="1"/>
          </a:xfrm>
          <a:prstGeom prst="straightConnector1">
            <a:avLst/>
          </a:prstGeom>
          <a:ln w="28575">
            <a:solidFill>
              <a:schemeClr val="tx1"/>
            </a:solidFill>
            <a:tailEnd type="stealth"/>
          </a:ln>
        </p:spPr>
        <p:style>
          <a:lnRef idx="2">
            <a:schemeClr val="accent1"/>
          </a:lnRef>
          <a:fillRef idx="0">
            <a:schemeClr val="accent1"/>
          </a:fillRef>
          <a:effectRef idx="1">
            <a:schemeClr val="accent1"/>
          </a:effectRef>
          <a:fontRef idx="minor">
            <a:schemeClr val="tx1"/>
          </a:fontRef>
        </p:style>
      </p:cxnSp>
      <p:grpSp>
        <p:nvGrpSpPr>
          <p:cNvPr id="92" name="Input frame">
            <a:extLst>
              <a:ext uri="{FF2B5EF4-FFF2-40B4-BE49-F238E27FC236}">
                <a16:creationId xmlns:a16="http://schemas.microsoft.com/office/drawing/2014/main" id="{31AD6FE3-0823-CC53-885B-F85F187C6B8A}"/>
              </a:ext>
            </a:extLst>
          </p:cNvPr>
          <p:cNvGrpSpPr/>
          <p:nvPr/>
        </p:nvGrpSpPr>
        <p:grpSpPr>
          <a:xfrm>
            <a:off x="1351639" y="5156377"/>
            <a:ext cx="1549400" cy="736559"/>
            <a:chOff x="2152426" y="5444465"/>
            <a:chExt cx="1549400" cy="736559"/>
          </a:xfrm>
        </p:grpSpPr>
        <p:sp>
          <p:nvSpPr>
            <p:cNvPr id="8" name="Rectangle 7">
              <a:extLst>
                <a:ext uri="{FF2B5EF4-FFF2-40B4-BE49-F238E27FC236}">
                  <a16:creationId xmlns:a16="http://schemas.microsoft.com/office/drawing/2014/main" id="{33925D84-8496-C323-4A27-F9A4CAFB3F1F}"/>
                </a:ext>
              </a:extLst>
            </p:cNvPr>
            <p:cNvSpPr/>
            <p:nvPr/>
          </p:nvSpPr>
          <p:spPr>
            <a:xfrm>
              <a:off x="2152426" y="5444465"/>
              <a:ext cx="1549400" cy="736559"/>
            </a:xfrm>
            <a:prstGeom prst="rect">
              <a:avLst/>
            </a:prstGeom>
            <a:solidFill>
              <a:schemeClr val="bg1"/>
            </a:solidFill>
            <a:ln>
              <a:solidFill>
                <a:schemeClr val="bg2">
                  <a:lumMod val="75000"/>
                </a:schemeClr>
              </a:solidFill>
            </a:ln>
            <a:effectLst>
              <a:outerShdw blurRad="254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 name="Rectangle 5">
              <a:extLst>
                <a:ext uri="{FF2B5EF4-FFF2-40B4-BE49-F238E27FC236}">
                  <a16:creationId xmlns:a16="http://schemas.microsoft.com/office/drawing/2014/main" id="{D4BFEEA5-91A1-9475-E4FE-2A1E53F36947}"/>
                </a:ext>
              </a:extLst>
            </p:cNvPr>
            <p:cNvSpPr/>
            <p:nvPr/>
          </p:nvSpPr>
          <p:spPr>
            <a:xfrm>
              <a:off x="2241326" y="5502722"/>
              <a:ext cx="1371600" cy="423890"/>
            </a:xfrm>
            <a:prstGeom prst="rect">
              <a:avLst/>
            </a:prstGeom>
            <a:solidFill>
              <a:schemeClr val="tx1"/>
            </a:solidFill>
            <a:ln>
              <a:solidFill>
                <a:schemeClr val="bg2">
                  <a:lumMod val="75000"/>
                </a:schemeClr>
              </a:solidFill>
            </a:ln>
            <a:effectLst>
              <a:innerShdw blurRad="101600">
                <a:schemeClr val="bg1"/>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latin typeface="Times New Roman" panose="02020603050405020304" pitchFamily="18" charset="0"/>
                  <a:cs typeface="Times New Roman" panose="02020603050405020304" pitchFamily="18" charset="0"/>
                </a:rPr>
                <a:t>Input frame</a:t>
              </a:r>
            </a:p>
          </p:txBody>
        </p:sp>
      </p:grpSp>
      <p:grpSp>
        <p:nvGrpSpPr>
          <p:cNvPr id="93" name="Compressed Representation">
            <a:extLst>
              <a:ext uri="{FF2B5EF4-FFF2-40B4-BE49-F238E27FC236}">
                <a16:creationId xmlns:a16="http://schemas.microsoft.com/office/drawing/2014/main" id="{D0EA943E-20CB-463A-C646-AB6F9A32278C}"/>
              </a:ext>
            </a:extLst>
          </p:cNvPr>
          <p:cNvGrpSpPr/>
          <p:nvPr/>
        </p:nvGrpSpPr>
        <p:grpSpPr>
          <a:xfrm>
            <a:off x="5083965" y="5019280"/>
            <a:ext cx="2022475" cy="1010753"/>
            <a:chOff x="4165599" y="5434940"/>
            <a:chExt cx="2022475" cy="1010753"/>
          </a:xfrm>
        </p:grpSpPr>
        <p:sp>
          <p:nvSpPr>
            <p:cNvPr id="83" name="Rectangle 82">
              <a:extLst>
                <a:ext uri="{FF2B5EF4-FFF2-40B4-BE49-F238E27FC236}">
                  <a16:creationId xmlns:a16="http://schemas.microsoft.com/office/drawing/2014/main" id="{73AA8195-0F94-FD4E-A35B-64347A538BDF}"/>
                </a:ext>
              </a:extLst>
            </p:cNvPr>
            <p:cNvSpPr/>
            <p:nvPr/>
          </p:nvSpPr>
          <p:spPr>
            <a:xfrm>
              <a:off x="4165599" y="5434940"/>
              <a:ext cx="2022475" cy="1010753"/>
            </a:xfrm>
            <a:prstGeom prst="rect">
              <a:avLst/>
            </a:prstGeom>
            <a:solidFill>
              <a:schemeClr val="bg1"/>
            </a:solidFill>
            <a:ln>
              <a:solidFill>
                <a:schemeClr val="bg2">
                  <a:lumMod val="75000"/>
                </a:schemeClr>
              </a:solidFill>
            </a:ln>
            <a:effectLst>
              <a:outerShdw blurRad="254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7" name="Rectangle 86">
              <a:extLst>
                <a:ext uri="{FF2B5EF4-FFF2-40B4-BE49-F238E27FC236}">
                  <a16:creationId xmlns:a16="http://schemas.microsoft.com/office/drawing/2014/main" id="{E871A6F7-EB05-0BC6-8320-0D5D4173C499}"/>
                </a:ext>
              </a:extLst>
            </p:cNvPr>
            <p:cNvSpPr/>
            <p:nvPr/>
          </p:nvSpPr>
          <p:spPr>
            <a:xfrm>
              <a:off x="4281643" y="5511475"/>
              <a:ext cx="1790388" cy="669549"/>
            </a:xfrm>
            <a:prstGeom prst="rect">
              <a:avLst/>
            </a:prstGeom>
            <a:solidFill>
              <a:schemeClr val="tx1"/>
            </a:solidFill>
            <a:ln>
              <a:solidFill>
                <a:schemeClr val="bg2">
                  <a:lumMod val="75000"/>
                </a:schemeClr>
              </a:solidFill>
            </a:ln>
            <a:effectLst>
              <a:innerShdw blurRad="101600">
                <a:schemeClr val="bg1"/>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latin typeface="Times New Roman" panose="02020603050405020304" pitchFamily="18" charset="0"/>
                  <a:cs typeface="Times New Roman" panose="02020603050405020304" pitchFamily="18" charset="0"/>
                </a:rPr>
                <a:t>Compressed Representation</a:t>
              </a:r>
            </a:p>
          </p:txBody>
        </p:sp>
      </p:grpSp>
      <p:grpSp>
        <p:nvGrpSpPr>
          <p:cNvPr id="94" name="Reconstructed frame">
            <a:extLst>
              <a:ext uri="{FF2B5EF4-FFF2-40B4-BE49-F238E27FC236}">
                <a16:creationId xmlns:a16="http://schemas.microsoft.com/office/drawing/2014/main" id="{E3E11B43-E6C1-9AC0-06FF-18C43406F222}"/>
              </a:ext>
            </a:extLst>
          </p:cNvPr>
          <p:cNvGrpSpPr/>
          <p:nvPr/>
        </p:nvGrpSpPr>
        <p:grpSpPr>
          <a:xfrm>
            <a:off x="9224174" y="5086001"/>
            <a:ext cx="1682975" cy="877311"/>
            <a:chOff x="6921275" y="5303711"/>
            <a:chExt cx="1682975" cy="877311"/>
          </a:xfrm>
        </p:grpSpPr>
        <p:sp>
          <p:nvSpPr>
            <p:cNvPr id="89" name="Rectangle 88">
              <a:extLst>
                <a:ext uri="{FF2B5EF4-FFF2-40B4-BE49-F238E27FC236}">
                  <a16:creationId xmlns:a16="http://schemas.microsoft.com/office/drawing/2014/main" id="{B71188BA-291B-1D4E-B16F-4604B7004D91}"/>
                </a:ext>
              </a:extLst>
            </p:cNvPr>
            <p:cNvSpPr/>
            <p:nvPr/>
          </p:nvSpPr>
          <p:spPr>
            <a:xfrm>
              <a:off x="6921275" y="5303711"/>
              <a:ext cx="1682975" cy="877311"/>
            </a:xfrm>
            <a:prstGeom prst="rect">
              <a:avLst/>
            </a:prstGeom>
            <a:solidFill>
              <a:schemeClr val="bg1"/>
            </a:solidFill>
            <a:ln>
              <a:solidFill>
                <a:schemeClr val="bg2">
                  <a:lumMod val="75000"/>
                </a:schemeClr>
              </a:solidFill>
            </a:ln>
            <a:effectLst>
              <a:outerShdw blurRad="254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1" name="Rectangle 90">
              <a:extLst>
                <a:ext uri="{FF2B5EF4-FFF2-40B4-BE49-F238E27FC236}">
                  <a16:creationId xmlns:a16="http://schemas.microsoft.com/office/drawing/2014/main" id="{A3167928-59C9-9FD6-696D-0D9097E9F7C5}"/>
                </a:ext>
              </a:extLst>
            </p:cNvPr>
            <p:cNvSpPr/>
            <p:nvPr/>
          </p:nvSpPr>
          <p:spPr>
            <a:xfrm>
              <a:off x="7010176" y="5361968"/>
              <a:ext cx="1511524" cy="564644"/>
            </a:xfrm>
            <a:prstGeom prst="rect">
              <a:avLst/>
            </a:prstGeom>
            <a:solidFill>
              <a:schemeClr val="tx1"/>
            </a:solidFill>
            <a:ln>
              <a:solidFill>
                <a:schemeClr val="bg2">
                  <a:lumMod val="75000"/>
                </a:schemeClr>
              </a:solidFill>
            </a:ln>
            <a:effectLst>
              <a:innerShdw blurRad="101600">
                <a:schemeClr val="bg1"/>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latin typeface="Times New Roman" panose="02020603050405020304" pitchFamily="18" charset="0"/>
                  <a:cs typeface="Times New Roman" panose="02020603050405020304" pitchFamily="18" charset="0"/>
                </a:rPr>
                <a:t>Reconstructed frame</a:t>
              </a:r>
            </a:p>
          </p:txBody>
        </p:sp>
      </p:grpSp>
    </p:spTree>
    <p:extLst>
      <p:ext uri="{BB962C8B-B14F-4D97-AF65-F5344CB8AC3E}">
        <p14:creationId xmlns:p14="http://schemas.microsoft.com/office/powerpoint/2010/main" val="36224375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2"/>
                                        </p:tgtEl>
                                        <p:attrNameLst>
                                          <p:attrName>style.visibility</p:attrName>
                                        </p:attrNameLst>
                                      </p:cBhvr>
                                      <p:to>
                                        <p:strVal val="visible"/>
                                      </p:to>
                                    </p:set>
                                    <p:animEffect transition="in" filter="fade">
                                      <p:cBhvr>
                                        <p:cTn id="10" dur="250"/>
                                        <p:tgtEl>
                                          <p:spTgt spid="92"/>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106"/>
                                        </p:tgtEl>
                                        <p:attrNameLst>
                                          <p:attrName>style.visibility</p:attrName>
                                        </p:attrNameLst>
                                      </p:cBhvr>
                                      <p:to>
                                        <p:strVal val="visible"/>
                                      </p:to>
                                    </p:set>
                                    <p:animEffect transition="in" filter="wipe(left)">
                                      <p:cBhvr>
                                        <p:cTn id="14" dur="250"/>
                                        <p:tgtEl>
                                          <p:spTgt spid="106"/>
                                        </p:tgtEl>
                                      </p:cBhvr>
                                    </p:animEffect>
                                  </p:childTnLst>
                                </p:cTn>
                              </p:par>
                            </p:childTnLst>
                          </p:cTn>
                        </p:par>
                        <p:par>
                          <p:cTn id="15" fill="hold">
                            <p:stCondLst>
                              <p:cond delay="750"/>
                            </p:stCondLst>
                            <p:childTnLst>
                              <p:par>
                                <p:cTn id="16" presetID="10" presetClass="entr" presetSubtype="0" fill="hold" grpId="0" nodeType="afterEffect">
                                  <p:stCondLst>
                                    <p:cond delay="0"/>
                                  </p:stCondLst>
                                  <p:childTnLst>
                                    <p:set>
                                      <p:cBhvr>
                                        <p:cTn id="17" dur="1" fill="hold">
                                          <p:stCondLst>
                                            <p:cond delay="0"/>
                                          </p:stCondLst>
                                        </p:cTn>
                                        <p:tgtEl>
                                          <p:spTgt spid="85"/>
                                        </p:tgtEl>
                                        <p:attrNameLst>
                                          <p:attrName>style.visibility</p:attrName>
                                        </p:attrNameLst>
                                      </p:cBhvr>
                                      <p:to>
                                        <p:strVal val="visible"/>
                                      </p:to>
                                    </p:set>
                                    <p:animEffect transition="in" filter="fade">
                                      <p:cBhvr>
                                        <p:cTn id="18" dur="250"/>
                                        <p:tgtEl>
                                          <p:spTgt spid="85"/>
                                        </p:tgtEl>
                                      </p:cBhvr>
                                    </p:animEffect>
                                  </p:childTnLst>
                                </p:cTn>
                              </p:par>
                            </p:childTnLst>
                          </p:cTn>
                        </p:par>
                        <p:par>
                          <p:cTn id="19" fill="hold">
                            <p:stCondLst>
                              <p:cond delay="1000"/>
                            </p:stCondLst>
                            <p:childTnLst>
                              <p:par>
                                <p:cTn id="20" presetID="22" presetClass="entr" presetSubtype="8" fill="hold" nodeType="afterEffect">
                                  <p:stCondLst>
                                    <p:cond delay="0"/>
                                  </p:stCondLst>
                                  <p:childTnLst>
                                    <p:set>
                                      <p:cBhvr>
                                        <p:cTn id="21" dur="1" fill="hold">
                                          <p:stCondLst>
                                            <p:cond delay="0"/>
                                          </p:stCondLst>
                                        </p:cTn>
                                        <p:tgtEl>
                                          <p:spTgt spid="108"/>
                                        </p:tgtEl>
                                        <p:attrNameLst>
                                          <p:attrName>style.visibility</p:attrName>
                                        </p:attrNameLst>
                                      </p:cBhvr>
                                      <p:to>
                                        <p:strVal val="visible"/>
                                      </p:to>
                                    </p:set>
                                    <p:animEffect transition="in" filter="wipe(left)">
                                      <p:cBhvr>
                                        <p:cTn id="22" dur="250"/>
                                        <p:tgtEl>
                                          <p:spTgt spid="108"/>
                                        </p:tgtEl>
                                      </p:cBhvr>
                                    </p:animEffect>
                                  </p:childTnLst>
                                </p:cTn>
                              </p:par>
                            </p:childTnLst>
                          </p:cTn>
                        </p:par>
                        <p:par>
                          <p:cTn id="23" fill="hold">
                            <p:stCondLst>
                              <p:cond delay="1250"/>
                            </p:stCondLst>
                            <p:childTnLst>
                              <p:par>
                                <p:cTn id="24" presetID="22" presetClass="entr" presetSubtype="1" fill="hold" grpId="0" nodeType="afterEffect">
                                  <p:stCondLst>
                                    <p:cond delay="0"/>
                                  </p:stCondLst>
                                  <p:childTnLst>
                                    <p:set>
                                      <p:cBhvr>
                                        <p:cTn id="25" dur="1" fill="hold">
                                          <p:stCondLst>
                                            <p:cond delay="0"/>
                                          </p:stCondLst>
                                        </p:cTn>
                                        <p:tgtEl>
                                          <p:spTgt spid="90"/>
                                        </p:tgtEl>
                                        <p:attrNameLst>
                                          <p:attrName>style.visibility</p:attrName>
                                        </p:attrNameLst>
                                      </p:cBhvr>
                                      <p:to>
                                        <p:strVal val="visible"/>
                                      </p:to>
                                    </p:set>
                                    <p:animEffect transition="in" filter="wipe(up)">
                                      <p:cBhvr>
                                        <p:cTn id="26" dur="250"/>
                                        <p:tgtEl>
                                          <p:spTgt spid="90"/>
                                        </p:tgtEl>
                                      </p:cBhvr>
                                    </p:animEffect>
                                  </p:childTnLst>
                                </p:cTn>
                              </p:par>
                              <p:par>
                                <p:cTn id="27" presetID="22" presetClass="entr" presetSubtype="1" fill="hold" grpId="0" nodeType="withEffect">
                                  <p:stCondLst>
                                    <p:cond delay="100"/>
                                  </p:stCondLst>
                                  <p:childTnLst>
                                    <p:set>
                                      <p:cBhvr>
                                        <p:cTn id="28" dur="1" fill="hold">
                                          <p:stCondLst>
                                            <p:cond delay="0"/>
                                          </p:stCondLst>
                                        </p:cTn>
                                        <p:tgtEl>
                                          <p:spTgt spid="97"/>
                                        </p:tgtEl>
                                        <p:attrNameLst>
                                          <p:attrName>style.visibility</p:attrName>
                                        </p:attrNameLst>
                                      </p:cBhvr>
                                      <p:to>
                                        <p:strVal val="visible"/>
                                      </p:to>
                                    </p:set>
                                    <p:animEffect transition="in" filter="wipe(up)">
                                      <p:cBhvr>
                                        <p:cTn id="29" dur="250"/>
                                        <p:tgtEl>
                                          <p:spTgt spid="97"/>
                                        </p:tgtEl>
                                      </p:cBhvr>
                                    </p:animEffect>
                                  </p:childTnLst>
                                </p:cTn>
                              </p:par>
                              <p:par>
                                <p:cTn id="30" presetID="22" presetClass="entr" presetSubtype="1" fill="hold" grpId="0" nodeType="withEffect">
                                  <p:stCondLst>
                                    <p:cond delay="200"/>
                                  </p:stCondLst>
                                  <p:childTnLst>
                                    <p:set>
                                      <p:cBhvr>
                                        <p:cTn id="31" dur="1" fill="hold">
                                          <p:stCondLst>
                                            <p:cond delay="0"/>
                                          </p:stCondLst>
                                        </p:cTn>
                                        <p:tgtEl>
                                          <p:spTgt spid="98"/>
                                        </p:tgtEl>
                                        <p:attrNameLst>
                                          <p:attrName>style.visibility</p:attrName>
                                        </p:attrNameLst>
                                      </p:cBhvr>
                                      <p:to>
                                        <p:strVal val="visible"/>
                                      </p:to>
                                    </p:set>
                                    <p:animEffect transition="in" filter="wipe(up)">
                                      <p:cBhvr>
                                        <p:cTn id="32" dur="250"/>
                                        <p:tgtEl>
                                          <p:spTgt spid="98"/>
                                        </p:tgtEl>
                                      </p:cBhvr>
                                    </p:animEffect>
                                  </p:childTnLst>
                                </p:cTn>
                              </p:par>
                              <p:par>
                                <p:cTn id="33" presetID="10" presetClass="entr" presetSubtype="0" fill="hold" nodeType="withEffect">
                                  <p:stCondLst>
                                    <p:cond delay="20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250"/>
                                        <p:tgtEl>
                                          <p:spTgt spid="93"/>
                                        </p:tgtEl>
                                      </p:cBhvr>
                                    </p:animEffect>
                                  </p:childTnLst>
                                </p:cTn>
                              </p:par>
                              <p:par>
                                <p:cTn id="36" presetID="22" presetClass="entr" presetSubtype="1" fill="hold" grpId="0" nodeType="withEffect">
                                  <p:stCondLst>
                                    <p:cond delay="300"/>
                                  </p:stCondLst>
                                  <p:childTnLst>
                                    <p:set>
                                      <p:cBhvr>
                                        <p:cTn id="37" dur="1" fill="hold">
                                          <p:stCondLst>
                                            <p:cond delay="0"/>
                                          </p:stCondLst>
                                        </p:cTn>
                                        <p:tgtEl>
                                          <p:spTgt spid="99"/>
                                        </p:tgtEl>
                                        <p:attrNameLst>
                                          <p:attrName>style.visibility</p:attrName>
                                        </p:attrNameLst>
                                      </p:cBhvr>
                                      <p:to>
                                        <p:strVal val="visible"/>
                                      </p:to>
                                    </p:set>
                                    <p:animEffect transition="in" filter="wipe(up)">
                                      <p:cBhvr>
                                        <p:cTn id="38" dur="250"/>
                                        <p:tgtEl>
                                          <p:spTgt spid="99"/>
                                        </p:tgtEl>
                                      </p:cBhvr>
                                    </p:animEffect>
                                  </p:childTnLst>
                                </p:cTn>
                              </p:par>
                              <p:par>
                                <p:cTn id="39" presetID="22" presetClass="entr" presetSubtype="1" fill="hold" grpId="0" nodeType="withEffect">
                                  <p:stCondLst>
                                    <p:cond delay="400"/>
                                  </p:stCondLst>
                                  <p:childTnLst>
                                    <p:set>
                                      <p:cBhvr>
                                        <p:cTn id="40" dur="1" fill="hold">
                                          <p:stCondLst>
                                            <p:cond delay="0"/>
                                          </p:stCondLst>
                                        </p:cTn>
                                        <p:tgtEl>
                                          <p:spTgt spid="100"/>
                                        </p:tgtEl>
                                        <p:attrNameLst>
                                          <p:attrName>style.visibility</p:attrName>
                                        </p:attrNameLst>
                                      </p:cBhvr>
                                      <p:to>
                                        <p:strVal val="visible"/>
                                      </p:to>
                                    </p:set>
                                    <p:animEffect transition="in" filter="wipe(up)">
                                      <p:cBhvr>
                                        <p:cTn id="41" dur="250"/>
                                        <p:tgtEl>
                                          <p:spTgt spid="100"/>
                                        </p:tgtEl>
                                      </p:cBhvr>
                                    </p:animEffect>
                                  </p:childTnLst>
                                </p:cTn>
                              </p:par>
                              <p:par>
                                <p:cTn id="42" presetID="22" presetClass="entr" presetSubtype="1" fill="hold" grpId="0" nodeType="withEffect">
                                  <p:stCondLst>
                                    <p:cond delay="500"/>
                                  </p:stCondLst>
                                  <p:childTnLst>
                                    <p:set>
                                      <p:cBhvr>
                                        <p:cTn id="43" dur="1" fill="hold">
                                          <p:stCondLst>
                                            <p:cond delay="0"/>
                                          </p:stCondLst>
                                        </p:cTn>
                                        <p:tgtEl>
                                          <p:spTgt spid="101"/>
                                        </p:tgtEl>
                                        <p:attrNameLst>
                                          <p:attrName>style.visibility</p:attrName>
                                        </p:attrNameLst>
                                      </p:cBhvr>
                                      <p:to>
                                        <p:strVal val="visible"/>
                                      </p:to>
                                    </p:set>
                                    <p:animEffect transition="in" filter="wipe(up)">
                                      <p:cBhvr>
                                        <p:cTn id="44" dur="250"/>
                                        <p:tgtEl>
                                          <p:spTgt spid="101"/>
                                        </p:tgtEl>
                                      </p:cBhvr>
                                    </p:animEffect>
                                  </p:childTnLst>
                                </p:cTn>
                              </p:par>
                              <p:par>
                                <p:cTn id="45" presetID="22" presetClass="entr" presetSubtype="1" fill="hold" grpId="0" nodeType="withEffect">
                                  <p:stCondLst>
                                    <p:cond delay="600"/>
                                  </p:stCondLst>
                                  <p:childTnLst>
                                    <p:set>
                                      <p:cBhvr>
                                        <p:cTn id="46" dur="1" fill="hold">
                                          <p:stCondLst>
                                            <p:cond delay="0"/>
                                          </p:stCondLst>
                                        </p:cTn>
                                        <p:tgtEl>
                                          <p:spTgt spid="102"/>
                                        </p:tgtEl>
                                        <p:attrNameLst>
                                          <p:attrName>style.visibility</p:attrName>
                                        </p:attrNameLst>
                                      </p:cBhvr>
                                      <p:to>
                                        <p:strVal val="visible"/>
                                      </p:to>
                                    </p:set>
                                    <p:animEffect transition="in" filter="wipe(up)">
                                      <p:cBhvr>
                                        <p:cTn id="47" dur="250"/>
                                        <p:tgtEl>
                                          <p:spTgt spid="102"/>
                                        </p:tgtEl>
                                      </p:cBhvr>
                                    </p:animEffect>
                                  </p:childTnLst>
                                </p:cTn>
                              </p:par>
                              <p:par>
                                <p:cTn id="48" presetID="22" presetClass="entr" presetSubtype="1" fill="hold" grpId="0" nodeType="withEffect">
                                  <p:stCondLst>
                                    <p:cond delay="700"/>
                                  </p:stCondLst>
                                  <p:childTnLst>
                                    <p:set>
                                      <p:cBhvr>
                                        <p:cTn id="49" dur="1" fill="hold">
                                          <p:stCondLst>
                                            <p:cond delay="0"/>
                                          </p:stCondLst>
                                        </p:cTn>
                                        <p:tgtEl>
                                          <p:spTgt spid="103"/>
                                        </p:tgtEl>
                                        <p:attrNameLst>
                                          <p:attrName>style.visibility</p:attrName>
                                        </p:attrNameLst>
                                      </p:cBhvr>
                                      <p:to>
                                        <p:strVal val="visible"/>
                                      </p:to>
                                    </p:set>
                                    <p:animEffect transition="in" filter="wipe(up)">
                                      <p:cBhvr>
                                        <p:cTn id="50" dur="250"/>
                                        <p:tgtEl>
                                          <p:spTgt spid="103"/>
                                        </p:tgtEl>
                                      </p:cBhvr>
                                    </p:animEffect>
                                  </p:childTnLst>
                                </p:cTn>
                              </p:par>
                            </p:childTnLst>
                          </p:cTn>
                        </p:par>
                        <p:par>
                          <p:cTn id="51" fill="hold">
                            <p:stCondLst>
                              <p:cond delay="2200"/>
                            </p:stCondLst>
                            <p:childTnLst>
                              <p:par>
                                <p:cTn id="52" presetID="22" presetClass="entr" presetSubtype="8" fill="hold" nodeType="afterEffect">
                                  <p:stCondLst>
                                    <p:cond delay="0"/>
                                  </p:stCondLst>
                                  <p:childTnLst>
                                    <p:set>
                                      <p:cBhvr>
                                        <p:cTn id="53" dur="1" fill="hold">
                                          <p:stCondLst>
                                            <p:cond delay="0"/>
                                          </p:stCondLst>
                                        </p:cTn>
                                        <p:tgtEl>
                                          <p:spTgt spid="110"/>
                                        </p:tgtEl>
                                        <p:attrNameLst>
                                          <p:attrName>style.visibility</p:attrName>
                                        </p:attrNameLst>
                                      </p:cBhvr>
                                      <p:to>
                                        <p:strVal val="visible"/>
                                      </p:to>
                                    </p:set>
                                    <p:animEffect transition="in" filter="wipe(left)">
                                      <p:cBhvr>
                                        <p:cTn id="54" dur="250"/>
                                        <p:tgtEl>
                                          <p:spTgt spid="110"/>
                                        </p:tgtEl>
                                      </p:cBhvr>
                                    </p:animEffect>
                                  </p:childTnLst>
                                </p:cTn>
                              </p:par>
                            </p:childTnLst>
                          </p:cTn>
                        </p:par>
                        <p:par>
                          <p:cTn id="55" fill="hold">
                            <p:stCondLst>
                              <p:cond delay="2450"/>
                            </p:stCondLst>
                            <p:childTnLst>
                              <p:par>
                                <p:cTn id="56" presetID="10" presetClass="entr" presetSubtype="0" fill="hold" grpId="0" nodeType="afterEffect">
                                  <p:stCondLst>
                                    <p:cond delay="0"/>
                                  </p:stCondLst>
                                  <p:childTnLst>
                                    <p:set>
                                      <p:cBhvr>
                                        <p:cTn id="57" dur="1" fill="hold">
                                          <p:stCondLst>
                                            <p:cond delay="0"/>
                                          </p:stCondLst>
                                        </p:cTn>
                                        <p:tgtEl>
                                          <p:spTgt spid="86"/>
                                        </p:tgtEl>
                                        <p:attrNameLst>
                                          <p:attrName>style.visibility</p:attrName>
                                        </p:attrNameLst>
                                      </p:cBhvr>
                                      <p:to>
                                        <p:strVal val="visible"/>
                                      </p:to>
                                    </p:set>
                                    <p:animEffect transition="in" filter="fade">
                                      <p:cBhvr>
                                        <p:cTn id="58" dur="250"/>
                                        <p:tgtEl>
                                          <p:spTgt spid="86"/>
                                        </p:tgtEl>
                                      </p:cBhvr>
                                    </p:animEffect>
                                  </p:childTnLst>
                                </p:cTn>
                              </p:par>
                            </p:childTnLst>
                          </p:cTn>
                        </p:par>
                        <p:par>
                          <p:cTn id="59" fill="hold">
                            <p:stCondLst>
                              <p:cond delay="2700"/>
                            </p:stCondLst>
                            <p:childTnLst>
                              <p:par>
                                <p:cTn id="60" presetID="22" presetClass="entr" presetSubtype="8" fill="hold" nodeType="afterEffect">
                                  <p:stCondLst>
                                    <p:cond delay="0"/>
                                  </p:stCondLst>
                                  <p:childTnLst>
                                    <p:set>
                                      <p:cBhvr>
                                        <p:cTn id="61" dur="1" fill="hold">
                                          <p:stCondLst>
                                            <p:cond delay="0"/>
                                          </p:stCondLst>
                                        </p:cTn>
                                        <p:tgtEl>
                                          <p:spTgt spid="113"/>
                                        </p:tgtEl>
                                        <p:attrNameLst>
                                          <p:attrName>style.visibility</p:attrName>
                                        </p:attrNameLst>
                                      </p:cBhvr>
                                      <p:to>
                                        <p:strVal val="visible"/>
                                      </p:to>
                                    </p:set>
                                    <p:animEffect transition="in" filter="wipe(left)">
                                      <p:cBhvr>
                                        <p:cTn id="62" dur="250"/>
                                        <p:tgtEl>
                                          <p:spTgt spid="113"/>
                                        </p:tgtEl>
                                      </p:cBhvr>
                                    </p:animEffect>
                                  </p:childTnLst>
                                </p:cTn>
                              </p:par>
                            </p:childTnLst>
                          </p:cTn>
                        </p:par>
                        <p:par>
                          <p:cTn id="63" fill="hold">
                            <p:stCondLst>
                              <p:cond delay="2950"/>
                            </p:stCondLst>
                            <p:childTnLst>
                              <p:par>
                                <p:cTn id="64" presetID="10" presetClass="entr" presetSubtype="0" fill="hold" nodeType="afterEffect">
                                  <p:stCondLst>
                                    <p:cond delay="0"/>
                                  </p:stCondLst>
                                  <p:childTnLst>
                                    <p:set>
                                      <p:cBhvr>
                                        <p:cTn id="65" dur="1" fill="hold">
                                          <p:stCondLst>
                                            <p:cond delay="0"/>
                                          </p:stCondLst>
                                        </p:cTn>
                                        <p:tgtEl>
                                          <p:spTgt spid="84"/>
                                        </p:tgtEl>
                                        <p:attrNameLst>
                                          <p:attrName>style.visibility</p:attrName>
                                        </p:attrNameLst>
                                      </p:cBhvr>
                                      <p:to>
                                        <p:strVal val="visible"/>
                                      </p:to>
                                    </p:set>
                                    <p:animEffect transition="in" filter="fade">
                                      <p:cBhvr>
                                        <p:cTn id="66" dur="500"/>
                                        <p:tgtEl>
                                          <p:spTgt spid="84"/>
                                        </p:tgtEl>
                                      </p:cBhvr>
                                    </p:animEffect>
                                  </p:childTnLst>
                                </p:cTn>
                              </p:par>
                              <p:par>
                                <p:cTn id="67" presetID="10" presetClass="entr" presetSubtype="0" fill="hold" nodeType="with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25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86" grpId="0" animBg="1"/>
      <p:bldP spid="90" grpId="0" animBg="1"/>
      <p:bldP spid="97" grpId="0" animBg="1"/>
      <p:bldP spid="98" grpId="0" animBg="1"/>
      <p:bldP spid="99" grpId="0" animBg="1"/>
      <p:bldP spid="100" grpId="0" animBg="1"/>
      <p:bldP spid="101" grpId="0" animBg="1"/>
      <p:bldP spid="102" grpId="0" animBg="1"/>
      <p:bldP spid="103"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175594-6183-7098-23AD-4558239A19D7}"/>
            </a:ext>
          </a:extLst>
        </p:cNvPr>
        <p:cNvGrpSpPr/>
        <p:nvPr/>
      </p:nvGrpSpPr>
      <p:grpSpPr>
        <a:xfrm>
          <a:off x="0" y="0"/>
          <a:ext cx="0" cy="0"/>
          <a:chOff x="0" y="0"/>
          <a:chExt cx="0" cy="0"/>
        </a:xfrm>
      </p:grpSpPr>
      <p:pic>
        <p:nvPicPr>
          <p:cNvPr id="3" name="Graphic 2" descr="Network with solid fill">
            <a:extLst>
              <a:ext uri="{FF2B5EF4-FFF2-40B4-BE49-F238E27FC236}">
                <a16:creationId xmlns:a16="http://schemas.microsoft.com/office/drawing/2014/main" id="{4953E77A-6287-8ACD-458C-E6B09F134A97}"/>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21085865">
            <a:off x="9209314" y="442631"/>
            <a:ext cx="6422571" cy="6422571"/>
          </a:xfrm>
          <a:prstGeom prst="rect">
            <a:avLst/>
          </a:prstGeom>
        </p:spPr>
      </p:pic>
      <p:sp>
        <p:nvSpPr>
          <p:cNvPr id="11" name="Freeform 3">
            <a:extLst>
              <a:ext uri="{FF2B5EF4-FFF2-40B4-BE49-F238E27FC236}">
                <a16:creationId xmlns:a16="http://schemas.microsoft.com/office/drawing/2014/main" id="{4A319885-A1AC-9007-783B-FAE0771C0D7C}"/>
              </a:ext>
            </a:extLst>
          </p:cNvPr>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10" name="Slide Number Placeholder 24">
            <a:extLst>
              <a:ext uri="{FF2B5EF4-FFF2-40B4-BE49-F238E27FC236}">
                <a16:creationId xmlns:a16="http://schemas.microsoft.com/office/drawing/2014/main" id="{849EE31C-BC2A-BDEE-0D1F-017A141096F0}"/>
              </a:ext>
            </a:extLst>
          </p:cNvPr>
          <p:cNvSpPr>
            <a:spLocks noGrp="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35</a:t>
            </a:fld>
            <a:endParaRPr lang="en-AS" dirty="0"/>
          </a:p>
        </p:txBody>
      </p:sp>
      <p:grpSp>
        <p:nvGrpSpPr>
          <p:cNvPr id="33" name="Cloumn_1">
            <a:extLst>
              <a:ext uri="{FF2B5EF4-FFF2-40B4-BE49-F238E27FC236}">
                <a16:creationId xmlns:a16="http://schemas.microsoft.com/office/drawing/2014/main" id="{397AFB8B-2616-98A0-3BF6-CC37124103A2}"/>
              </a:ext>
            </a:extLst>
          </p:cNvPr>
          <p:cNvGrpSpPr/>
          <p:nvPr/>
        </p:nvGrpSpPr>
        <p:grpSpPr>
          <a:xfrm>
            <a:off x="2480596" y="2434956"/>
            <a:ext cx="498824" cy="3880759"/>
            <a:chOff x="1635447" y="1847271"/>
            <a:chExt cx="498824" cy="3880759"/>
          </a:xfrm>
          <a:solidFill>
            <a:srgbClr val="0065FE"/>
          </a:solidFill>
        </p:grpSpPr>
        <p:sp>
          <p:nvSpPr>
            <p:cNvPr id="23" name="Ball_6">
              <a:extLst>
                <a:ext uri="{FF2B5EF4-FFF2-40B4-BE49-F238E27FC236}">
                  <a16:creationId xmlns:a16="http://schemas.microsoft.com/office/drawing/2014/main" id="{9C146166-617D-373E-D851-F75290F276D2}"/>
                </a:ext>
              </a:extLst>
            </p:cNvPr>
            <p:cNvSpPr/>
            <p:nvPr/>
          </p:nvSpPr>
          <p:spPr>
            <a:xfrm>
              <a:off x="1635447" y="5229206"/>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2" name="Ball_5">
              <a:extLst>
                <a:ext uri="{FF2B5EF4-FFF2-40B4-BE49-F238E27FC236}">
                  <a16:creationId xmlns:a16="http://schemas.microsoft.com/office/drawing/2014/main" id="{482DF92D-8E1E-B21B-EFAF-A5AB3AFBEC1E}"/>
                </a:ext>
              </a:extLst>
            </p:cNvPr>
            <p:cNvSpPr/>
            <p:nvPr/>
          </p:nvSpPr>
          <p:spPr>
            <a:xfrm>
              <a:off x="1635447" y="4552819"/>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Ball_4">
              <a:extLst>
                <a:ext uri="{FF2B5EF4-FFF2-40B4-BE49-F238E27FC236}">
                  <a16:creationId xmlns:a16="http://schemas.microsoft.com/office/drawing/2014/main" id="{617B817B-C521-B397-B511-224DEE3D0E51}"/>
                </a:ext>
              </a:extLst>
            </p:cNvPr>
            <p:cNvSpPr/>
            <p:nvPr/>
          </p:nvSpPr>
          <p:spPr>
            <a:xfrm>
              <a:off x="1635447" y="3876432"/>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0" name="Ball_3">
              <a:extLst>
                <a:ext uri="{FF2B5EF4-FFF2-40B4-BE49-F238E27FC236}">
                  <a16:creationId xmlns:a16="http://schemas.microsoft.com/office/drawing/2014/main" id="{61345EB0-D7FD-F0BB-6EB5-A81AFA7FDA87}"/>
                </a:ext>
              </a:extLst>
            </p:cNvPr>
            <p:cNvSpPr/>
            <p:nvPr/>
          </p:nvSpPr>
          <p:spPr>
            <a:xfrm>
              <a:off x="1635447" y="3200045"/>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 name="Ball_2">
              <a:extLst>
                <a:ext uri="{FF2B5EF4-FFF2-40B4-BE49-F238E27FC236}">
                  <a16:creationId xmlns:a16="http://schemas.microsoft.com/office/drawing/2014/main" id="{941709EB-040C-EF04-8EFB-578B321F6B81}"/>
                </a:ext>
              </a:extLst>
            </p:cNvPr>
            <p:cNvSpPr/>
            <p:nvPr/>
          </p:nvSpPr>
          <p:spPr>
            <a:xfrm>
              <a:off x="1635447" y="2523658"/>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 name="Ball_1">
              <a:extLst>
                <a:ext uri="{FF2B5EF4-FFF2-40B4-BE49-F238E27FC236}">
                  <a16:creationId xmlns:a16="http://schemas.microsoft.com/office/drawing/2014/main" id="{3A3A5019-4DC1-0021-B16F-6E54F257836A}"/>
                </a:ext>
              </a:extLst>
            </p:cNvPr>
            <p:cNvSpPr/>
            <p:nvPr/>
          </p:nvSpPr>
          <p:spPr>
            <a:xfrm>
              <a:off x="1635447" y="1847271"/>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189" name="Link_1">
            <a:extLst>
              <a:ext uri="{FF2B5EF4-FFF2-40B4-BE49-F238E27FC236}">
                <a16:creationId xmlns:a16="http://schemas.microsoft.com/office/drawing/2014/main" id="{00BF7460-C836-C818-DC74-9442C20599F9}"/>
              </a:ext>
            </a:extLst>
          </p:cNvPr>
          <p:cNvGrpSpPr/>
          <p:nvPr/>
        </p:nvGrpSpPr>
        <p:grpSpPr>
          <a:xfrm>
            <a:off x="2906369" y="2860729"/>
            <a:ext cx="771550" cy="3205574"/>
            <a:chOff x="2906369" y="2860729"/>
            <a:chExt cx="771550" cy="3205574"/>
          </a:xfrm>
        </p:grpSpPr>
        <p:cxnSp>
          <p:nvCxnSpPr>
            <p:cNvPr id="132" name="Straight Arrow Connector 131">
              <a:extLst>
                <a:ext uri="{FF2B5EF4-FFF2-40B4-BE49-F238E27FC236}">
                  <a16:creationId xmlns:a16="http://schemas.microsoft.com/office/drawing/2014/main" id="{8EE04D89-47C6-F25D-122F-67AB990C64FF}"/>
                </a:ext>
              </a:extLst>
            </p:cNvPr>
            <p:cNvCxnSpPr>
              <a:cxnSpLocks/>
              <a:stCxn id="18" idx="5"/>
              <a:endCxn id="32" idx="1"/>
            </p:cNvCxnSpPr>
            <p:nvPr/>
          </p:nvCxnSpPr>
          <p:spPr>
            <a:xfrm>
              <a:off x="2906369" y="2860729"/>
              <a:ext cx="771550" cy="323666"/>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35" name="Straight Arrow Connector 134">
              <a:extLst>
                <a:ext uri="{FF2B5EF4-FFF2-40B4-BE49-F238E27FC236}">
                  <a16:creationId xmlns:a16="http://schemas.microsoft.com/office/drawing/2014/main" id="{6CF76516-858C-0715-AF19-CEF55A260D47}"/>
                </a:ext>
              </a:extLst>
            </p:cNvPr>
            <p:cNvCxnSpPr>
              <a:stCxn id="18" idx="5"/>
              <a:endCxn id="36" idx="2"/>
            </p:cNvCxnSpPr>
            <p:nvPr/>
          </p:nvCxnSpPr>
          <p:spPr>
            <a:xfrm>
              <a:off x="2906369" y="2860729"/>
              <a:ext cx="698499" cy="117641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37" name="Straight Arrow Connector 136">
              <a:extLst>
                <a:ext uri="{FF2B5EF4-FFF2-40B4-BE49-F238E27FC236}">
                  <a16:creationId xmlns:a16="http://schemas.microsoft.com/office/drawing/2014/main" id="{6FFE334B-641C-4F9D-F121-FDAE093C676C}"/>
                </a:ext>
              </a:extLst>
            </p:cNvPr>
            <p:cNvCxnSpPr>
              <a:stCxn id="18" idx="5"/>
              <a:endCxn id="35" idx="2"/>
            </p:cNvCxnSpPr>
            <p:nvPr/>
          </p:nvCxnSpPr>
          <p:spPr>
            <a:xfrm>
              <a:off x="2906369" y="2860729"/>
              <a:ext cx="698499" cy="185280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39" name="Straight Arrow Connector 138">
              <a:extLst>
                <a:ext uri="{FF2B5EF4-FFF2-40B4-BE49-F238E27FC236}">
                  <a16:creationId xmlns:a16="http://schemas.microsoft.com/office/drawing/2014/main" id="{E9D39785-8F36-E2BA-650A-00FBCCEA5804}"/>
                </a:ext>
              </a:extLst>
            </p:cNvPr>
            <p:cNvCxnSpPr>
              <a:cxnSpLocks/>
              <a:stCxn id="18" idx="5"/>
              <a:endCxn id="34" idx="2"/>
            </p:cNvCxnSpPr>
            <p:nvPr/>
          </p:nvCxnSpPr>
          <p:spPr>
            <a:xfrm>
              <a:off x="2906369" y="2860729"/>
              <a:ext cx="698499" cy="2529188"/>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42" name="Straight Arrow Connector 141">
              <a:extLst>
                <a:ext uri="{FF2B5EF4-FFF2-40B4-BE49-F238E27FC236}">
                  <a16:creationId xmlns:a16="http://schemas.microsoft.com/office/drawing/2014/main" id="{276FEB5E-3A47-35CC-F79A-32059679CE03}"/>
                </a:ext>
              </a:extLst>
            </p:cNvPr>
            <p:cNvCxnSpPr>
              <a:stCxn id="19" idx="6"/>
              <a:endCxn id="32" idx="2"/>
            </p:cNvCxnSpPr>
            <p:nvPr/>
          </p:nvCxnSpPr>
          <p:spPr>
            <a:xfrm>
              <a:off x="2979420" y="3360755"/>
              <a:ext cx="625448" cy="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44" name="Straight Arrow Connector 143">
              <a:extLst>
                <a:ext uri="{FF2B5EF4-FFF2-40B4-BE49-F238E27FC236}">
                  <a16:creationId xmlns:a16="http://schemas.microsoft.com/office/drawing/2014/main" id="{3F44D59B-883C-30D0-498D-41CB9E0A71E7}"/>
                </a:ext>
              </a:extLst>
            </p:cNvPr>
            <p:cNvCxnSpPr>
              <a:stCxn id="19" idx="6"/>
              <a:endCxn id="36" idx="2"/>
            </p:cNvCxnSpPr>
            <p:nvPr/>
          </p:nvCxnSpPr>
          <p:spPr>
            <a:xfrm>
              <a:off x="2979420" y="3360755"/>
              <a:ext cx="625448" cy="676388"/>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46" name="Straight Arrow Connector 145">
              <a:extLst>
                <a:ext uri="{FF2B5EF4-FFF2-40B4-BE49-F238E27FC236}">
                  <a16:creationId xmlns:a16="http://schemas.microsoft.com/office/drawing/2014/main" id="{4936FCFC-E92B-7F33-97A9-683CD25227FB}"/>
                </a:ext>
              </a:extLst>
            </p:cNvPr>
            <p:cNvCxnSpPr>
              <a:stCxn id="19" idx="5"/>
              <a:endCxn id="35" idx="2"/>
            </p:cNvCxnSpPr>
            <p:nvPr/>
          </p:nvCxnSpPr>
          <p:spPr>
            <a:xfrm>
              <a:off x="2906369" y="3537116"/>
              <a:ext cx="698499" cy="117641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48" name="Straight Arrow Connector 147">
              <a:extLst>
                <a:ext uri="{FF2B5EF4-FFF2-40B4-BE49-F238E27FC236}">
                  <a16:creationId xmlns:a16="http://schemas.microsoft.com/office/drawing/2014/main" id="{2F841DDA-A3C2-A613-E708-3A62C0BD1B12}"/>
                </a:ext>
              </a:extLst>
            </p:cNvPr>
            <p:cNvCxnSpPr>
              <a:stCxn id="19" idx="5"/>
              <a:endCxn id="34" idx="2"/>
            </p:cNvCxnSpPr>
            <p:nvPr/>
          </p:nvCxnSpPr>
          <p:spPr>
            <a:xfrm>
              <a:off x="2906369" y="3537116"/>
              <a:ext cx="698499" cy="185280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51" name="Straight Arrow Connector 150">
              <a:extLst>
                <a:ext uri="{FF2B5EF4-FFF2-40B4-BE49-F238E27FC236}">
                  <a16:creationId xmlns:a16="http://schemas.microsoft.com/office/drawing/2014/main" id="{C4F6638C-2718-2F65-1391-8F403EAA75AB}"/>
                </a:ext>
              </a:extLst>
            </p:cNvPr>
            <p:cNvCxnSpPr>
              <a:stCxn id="20" idx="7"/>
              <a:endCxn id="32" idx="3"/>
            </p:cNvCxnSpPr>
            <p:nvPr/>
          </p:nvCxnSpPr>
          <p:spPr>
            <a:xfrm flipV="1">
              <a:off x="2906369" y="3537117"/>
              <a:ext cx="771550" cy="32366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53" name="Straight Arrow Connector 152">
              <a:extLst>
                <a:ext uri="{FF2B5EF4-FFF2-40B4-BE49-F238E27FC236}">
                  <a16:creationId xmlns:a16="http://schemas.microsoft.com/office/drawing/2014/main" id="{D4AC3728-E634-336A-6E85-2DC69EC45D59}"/>
                </a:ext>
              </a:extLst>
            </p:cNvPr>
            <p:cNvCxnSpPr>
              <a:stCxn id="20" idx="6"/>
              <a:endCxn id="36" idx="2"/>
            </p:cNvCxnSpPr>
            <p:nvPr/>
          </p:nvCxnSpPr>
          <p:spPr>
            <a:xfrm>
              <a:off x="2979420" y="4037142"/>
              <a:ext cx="625448" cy="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55" name="Straight Arrow Connector 154">
              <a:extLst>
                <a:ext uri="{FF2B5EF4-FFF2-40B4-BE49-F238E27FC236}">
                  <a16:creationId xmlns:a16="http://schemas.microsoft.com/office/drawing/2014/main" id="{F0DBFEF2-05C6-6CF4-26CF-BB912584BB03}"/>
                </a:ext>
              </a:extLst>
            </p:cNvPr>
            <p:cNvCxnSpPr>
              <a:stCxn id="20" idx="5"/>
              <a:endCxn id="35" idx="2"/>
            </p:cNvCxnSpPr>
            <p:nvPr/>
          </p:nvCxnSpPr>
          <p:spPr>
            <a:xfrm>
              <a:off x="2906369" y="4213503"/>
              <a:ext cx="698499" cy="500027"/>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57" name="Straight Arrow Connector 156">
              <a:extLst>
                <a:ext uri="{FF2B5EF4-FFF2-40B4-BE49-F238E27FC236}">
                  <a16:creationId xmlns:a16="http://schemas.microsoft.com/office/drawing/2014/main" id="{F1F275C9-6AE9-B826-35AC-A4448DE324F5}"/>
                </a:ext>
              </a:extLst>
            </p:cNvPr>
            <p:cNvCxnSpPr>
              <a:cxnSpLocks/>
              <a:stCxn id="20" idx="5"/>
              <a:endCxn id="34" idx="2"/>
            </p:cNvCxnSpPr>
            <p:nvPr/>
          </p:nvCxnSpPr>
          <p:spPr>
            <a:xfrm>
              <a:off x="2906369" y="4213503"/>
              <a:ext cx="698499" cy="117641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63" name="Straight Arrow Connector 162">
              <a:extLst>
                <a:ext uri="{FF2B5EF4-FFF2-40B4-BE49-F238E27FC236}">
                  <a16:creationId xmlns:a16="http://schemas.microsoft.com/office/drawing/2014/main" id="{D95E5602-E274-C870-6878-FA1EC31E7F5C}"/>
                </a:ext>
              </a:extLst>
            </p:cNvPr>
            <p:cNvCxnSpPr>
              <a:stCxn id="21" idx="7"/>
              <a:endCxn id="32" idx="3"/>
            </p:cNvCxnSpPr>
            <p:nvPr/>
          </p:nvCxnSpPr>
          <p:spPr>
            <a:xfrm flipV="1">
              <a:off x="2906369" y="3537117"/>
              <a:ext cx="771550" cy="100005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65" name="Straight Arrow Connector 164">
              <a:extLst>
                <a:ext uri="{FF2B5EF4-FFF2-40B4-BE49-F238E27FC236}">
                  <a16:creationId xmlns:a16="http://schemas.microsoft.com/office/drawing/2014/main" id="{12D1FEA5-D537-AB05-E315-A5A66FEFB35D}"/>
                </a:ext>
              </a:extLst>
            </p:cNvPr>
            <p:cNvCxnSpPr>
              <a:stCxn id="21" idx="7"/>
              <a:endCxn id="36" idx="3"/>
            </p:cNvCxnSpPr>
            <p:nvPr/>
          </p:nvCxnSpPr>
          <p:spPr>
            <a:xfrm flipV="1">
              <a:off x="2906369" y="4213504"/>
              <a:ext cx="771550" cy="32366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67" name="Straight Arrow Connector 166">
              <a:extLst>
                <a:ext uri="{FF2B5EF4-FFF2-40B4-BE49-F238E27FC236}">
                  <a16:creationId xmlns:a16="http://schemas.microsoft.com/office/drawing/2014/main" id="{F7D7A6B0-F864-638C-ED4A-87FC21013D6E}"/>
                </a:ext>
              </a:extLst>
            </p:cNvPr>
            <p:cNvCxnSpPr>
              <a:stCxn id="21" idx="6"/>
              <a:endCxn id="35" idx="2"/>
            </p:cNvCxnSpPr>
            <p:nvPr/>
          </p:nvCxnSpPr>
          <p:spPr>
            <a:xfrm>
              <a:off x="2979420" y="4713529"/>
              <a:ext cx="625448" cy="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69" name="Straight Arrow Connector 168">
              <a:extLst>
                <a:ext uri="{FF2B5EF4-FFF2-40B4-BE49-F238E27FC236}">
                  <a16:creationId xmlns:a16="http://schemas.microsoft.com/office/drawing/2014/main" id="{5C97EDCD-E325-C56A-C766-6A939AFE2284}"/>
                </a:ext>
              </a:extLst>
            </p:cNvPr>
            <p:cNvCxnSpPr>
              <a:cxnSpLocks/>
              <a:stCxn id="21" idx="6"/>
              <a:endCxn id="34" idx="2"/>
            </p:cNvCxnSpPr>
            <p:nvPr/>
          </p:nvCxnSpPr>
          <p:spPr>
            <a:xfrm>
              <a:off x="2979420" y="4713529"/>
              <a:ext cx="625448" cy="676388"/>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71" name="Straight Arrow Connector 170">
              <a:extLst>
                <a:ext uri="{FF2B5EF4-FFF2-40B4-BE49-F238E27FC236}">
                  <a16:creationId xmlns:a16="http://schemas.microsoft.com/office/drawing/2014/main" id="{9452DB07-9AC3-BADC-FB8E-3AC88B04E004}"/>
                </a:ext>
              </a:extLst>
            </p:cNvPr>
            <p:cNvCxnSpPr>
              <a:stCxn id="22" idx="7"/>
              <a:endCxn id="32" idx="3"/>
            </p:cNvCxnSpPr>
            <p:nvPr/>
          </p:nvCxnSpPr>
          <p:spPr>
            <a:xfrm flipV="1">
              <a:off x="2906369" y="3537117"/>
              <a:ext cx="771550" cy="1676438"/>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73" name="Straight Arrow Connector 172">
              <a:extLst>
                <a:ext uri="{FF2B5EF4-FFF2-40B4-BE49-F238E27FC236}">
                  <a16:creationId xmlns:a16="http://schemas.microsoft.com/office/drawing/2014/main" id="{84F3D8E6-E429-C027-2F20-505FAFF6C0C9}"/>
                </a:ext>
              </a:extLst>
            </p:cNvPr>
            <p:cNvCxnSpPr>
              <a:stCxn id="22" idx="7"/>
              <a:endCxn id="36" idx="3"/>
            </p:cNvCxnSpPr>
            <p:nvPr/>
          </p:nvCxnSpPr>
          <p:spPr>
            <a:xfrm flipV="1">
              <a:off x="2906369" y="4213504"/>
              <a:ext cx="771550" cy="100005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75" name="Straight Arrow Connector 174">
              <a:extLst>
                <a:ext uri="{FF2B5EF4-FFF2-40B4-BE49-F238E27FC236}">
                  <a16:creationId xmlns:a16="http://schemas.microsoft.com/office/drawing/2014/main" id="{02080D94-900D-474D-F149-0A53BF99CB9F}"/>
                </a:ext>
              </a:extLst>
            </p:cNvPr>
            <p:cNvCxnSpPr>
              <a:stCxn id="22" idx="6"/>
              <a:endCxn id="35" idx="3"/>
            </p:cNvCxnSpPr>
            <p:nvPr/>
          </p:nvCxnSpPr>
          <p:spPr>
            <a:xfrm flipV="1">
              <a:off x="2979420" y="4889891"/>
              <a:ext cx="698499" cy="500025"/>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77" name="Straight Arrow Connector 176">
              <a:extLst>
                <a:ext uri="{FF2B5EF4-FFF2-40B4-BE49-F238E27FC236}">
                  <a16:creationId xmlns:a16="http://schemas.microsoft.com/office/drawing/2014/main" id="{757F22F9-04E6-DA2F-1C89-D944592F1ADC}"/>
                </a:ext>
              </a:extLst>
            </p:cNvPr>
            <p:cNvCxnSpPr>
              <a:stCxn id="22" idx="6"/>
              <a:endCxn id="34" idx="2"/>
            </p:cNvCxnSpPr>
            <p:nvPr/>
          </p:nvCxnSpPr>
          <p:spPr>
            <a:xfrm>
              <a:off x="2979420" y="5389916"/>
              <a:ext cx="625448" cy="1"/>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79" name="Straight Arrow Connector 178">
              <a:extLst>
                <a:ext uri="{FF2B5EF4-FFF2-40B4-BE49-F238E27FC236}">
                  <a16:creationId xmlns:a16="http://schemas.microsoft.com/office/drawing/2014/main" id="{F802E960-E749-C3F1-60D8-5855B901A3B4}"/>
                </a:ext>
              </a:extLst>
            </p:cNvPr>
            <p:cNvCxnSpPr>
              <a:stCxn id="23" idx="6"/>
              <a:endCxn id="34" idx="3"/>
            </p:cNvCxnSpPr>
            <p:nvPr/>
          </p:nvCxnSpPr>
          <p:spPr>
            <a:xfrm flipV="1">
              <a:off x="2979420" y="5566278"/>
              <a:ext cx="698499" cy="500025"/>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81" name="Straight Arrow Connector 180">
              <a:extLst>
                <a:ext uri="{FF2B5EF4-FFF2-40B4-BE49-F238E27FC236}">
                  <a16:creationId xmlns:a16="http://schemas.microsoft.com/office/drawing/2014/main" id="{9A2EDF58-1BF9-7034-317D-D406DB7CA087}"/>
                </a:ext>
              </a:extLst>
            </p:cNvPr>
            <p:cNvCxnSpPr>
              <a:cxnSpLocks/>
              <a:stCxn id="23" idx="6"/>
              <a:endCxn id="35" idx="3"/>
            </p:cNvCxnSpPr>
            <p:nvPr/>
          </p:nvCxnSpPr>
          <p:spPr>
            <a:xfrm flipV="1">
              <a:off x="2979420" y="4889891"/>
              <a:ext cx="698499" cy="1176412"/>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83" name="Straight Arrow Connector 182">
              <a:extLst>
                <a:ext uri="{FF2B5EF4-FFF2-40B4-BE49-F238E27FC236}">
                  <a16:creationId xmlns:a16="http://schemas.microsoft.com/office/drawing/2014/main" id="{34EEC27A-352D-C920-9314-B99D915ECFDC}"/>
                </a:ext>
              </a:extLst>
            </p:cNvPr>
            <p:cNvCxnSpPr>
              <a:stCxn id="23" idx="7"/>
              <a:endCxn id="36" idx="3"/>
            </p:cNvCxnSpPr>
            <p:nvPr/>
          </p:nvCxnSpPr>
          <p:spPr>
            <a:xfrm flipV="1">
              <a:off x="2906369" y="4213504"/>
              <a:ext cx="771550" cy="1676438"/>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85" name="Straight Arrow Connector 184">
              <a:extLst>
                <a:ext uri="{FF2B5EF4-FFF2-40B4-BE49-F238E27FC236}">
                  <a16:creationId xmlns:a16="http://schemas.microsoft.com/office/drawing/2014/main" id="{61F8C6C4-C8E6-B1AD-7929-F7AF08B23F57}"/>
                </a:ext>
              </a:extLst>
            </p:cNvPr>
            <p:cNvCxnSpPr>
              <a:stCxn id="23" idx="7"/>
              <a:endCxn id="32" idx="3"/>
            </p:cNvCxnSpPr>
            <p:nvPr/>
          </p:nvCxnSpPr>
          <p:spPr>
            <a:xfrm flipV="1">
              <a:off x="2906369" y="3537117"/>
              <a:ext cx="771550" cy="2352825"/>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grpSp>
      <p:grpSp>
        <p:nvGrpSpPr>
          <p:cNvPr id="37" name="Column_2">
            <a:extLst>
              <a:ext uri="{FF2B5EF4-FFF2-40B4-BE49-F238E27FC236}">
                <a16:creationId xmlns:a16="http://schemas.microsoft.com/office/drawing/2014/main" id="{D9F31522-9E6F-7140-E23B-60C66253D9E0}"/>
              </a:ext>
            </a:extLst>
          </p:cNvPr>
          <p:cNvGrpSpPr/>
          <p:nvPr/>
        </p:nvGrpSpPr>
        <p:grpSpPr>
          <a:xfrm>
            <a:off x="3604868" y="3111344"/>
            <a:ext cx="498824" cy="2527985"/>
            <a:chOff x="3202400" y="2835505"/>
            <a:chExt cx="498824" cy="2527985"/>
          </a:xfrm>
          <a:solidFill>
            <a:srgbClr val="0065FE"/>
          </a:solidFill>
        </p:grpSpPr>
        <p:sp>
          <p:nvSpPr>
            <p:cNvPr id="34" name="Ball2_4">
              <a:extLst>
                <a:ext uri="{FF2B5EF4-FFF2-40B4-BE49-F238E27FC236}">
                  <a16:creationId xmlns:a16="http://schemas.microsoft.com/office/drawing/2014/main" id="{3C33BFE8-779C-C649-C863-46C76ACF464E}"/>
                </a:ext>
              </a:extLst>
            </p:cNvPr>
            <p:cNvSpPr/>
            <p:nvPr/>
          </p:nvSpPr>
          <p:spPr>
            <a:xfrm>
              <a:off x="3202400" y="4864666"/>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35" name="Ball2_3">
              <a:extLst>
                <a:ext uri="{FF2B5EF4-FFF2-40B4-BE49-F238E27FC236}">
                  <a16:creationId xmlns:a16="http://schemas.microsoft.com/office/drawing/2014/main" id="{F8BC0B29-7615-9353-B2D2-67625821F2EE}"/>
                </a:ext>
              </a:extLst>
            </p:cNvPr>
            <p:cNvSpPr/>
            <p:nvPr/>
          </p:nvSpPr>
          <p:spPr>
            <a:xfrm>
              <a:off x="3202400" y="4188279"/>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36" name="Ball2_2">
              <a:extLst>
                <a:ext uri="{FF2B5EF4-FFF2-40B4-BE49-F238E27FC236}">
                  <a16:creationId xmlns:a16="http://schemas.microsoft.com/office/drawing/2014/main" id="{90895ADB-B62C-C63D-AD1D-A550C354545B}"/>
                </a:ext>
              </a:extLst>
            </p:cNvPr>
            <p:cNvSpPr/>
            <p:nvPr/>
          </p:nvSpPr>
          <p:spPr>
            <a:xfrm>
              <a:off x="3202400" y="3511892"/>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32" name="Ball2_1">
              <a:extLst>
                <a:ext uri="{FF2B5EF4-FFF2-40B4-BE49-F238E27FC236}">
                  <a16:creationId xmlns:a16="http://schemas.microsoft.com/office/drawing/2014/main" id="{34887613-4480-07D3-AC78-1F22BAB264E0}"/>
                </a:ext>
              </a:extLst>
            </p:cNvPr>
            <p:cNvSpPr/>
            <p:nvPr/>
          </p:nvSpPr>
          <p:spPr>
            <a:xfrm>
              <a:off x="3202400" y="2835505"/>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218" name="Link_2">
            <a:extLst>
              <a:ext uri="{FF2B5EF4-FFF2-40B4-BE49-F238E27FC236}">
                <a16:creationId xmlns:a16="http://schemas.microsoft.com/office/drawing/2014/main" id="{5C7C68DE-3313-19A3-9482-5F08A17AE144}"/>
              </a:ext>
            </a:extLst>
          </p:cNvPr>
          <p:cNvGrpSpPr/>
          <p:nvPr/>
        </p:nvGrpSpPr>
        <p:grpSpPr>
          <a:xfrm>
            <a:off x="4030641" y="3360756"/>
            <a:ext cx="698499" cy="2029161"/>
            <a:chOff x="4030641" y="3360756"/>
            <a:chExt cx="698499" cy="2029161"/>
          </a:xfrm>
        </p:grpSpPr>
        <p:cxnSp>
          <p:nvCxnSpPr>
            <p:cNvPr id="191" name="Straight Arrow Connector 190">
              <a:extLst>
                <a:ext uri="{FF2B5EF4-FFF2-40B4-BE49-F238E27FC236}">
                  <a16:creationId xmlns:a16="http://schemas.microsoft.com/office/drawing/2014/main" id="{F63591BC-1EE6-A0E6-2325-6C77B389D558}"/>
                </a:ext>
              </a:extLst>
            </p:cNvPr>
            <p:cNvCxnSpPr>
              <a:stCxn id="32" idx="6"/>
              <a:endCxn id="43" idx="2"/>
            </p:cNvCxnSpPr>
            <p:nvPr/>
          </p:nvCxnSpPr>
          <p:spPr>
            <a:xfrm>
              <a:off x="4103692" y="3360756"/>
              <a:ext cx="625448" cy="338193"/>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93" name="Straight Arrow Connector 192">
              <a:extLst>
                <a:ext uri="{FF2B5EF4-FFF2-40B4-BE49-F238E27FC236}">
                  <a16:creationId xmlns:a16="http://schemas.microsoft.com/office/drawing/2014/main" id="{66DFB68D-376A-0654-6E76-234A98CD3DD4}"/>
                </a:ext>
              </a:extLst>
            </p:cNvPr>
            <p:cNvCxnSpPr>
              <a:stCxn id="32" idx="5"/>
              <a:endCxn id="42" idx="2"/>
            </p:cNvCxnSpPr>
            <p:nvPr/>
          </p:nvCxnSpPr>
          <p:spPr>
            <a:xfrm>
              <a:off x="4030641" y="3537117"/>
              <a:ext cx="698499" cy="838219"/>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95" name="Straight Arrow Connector 194">
              <a:extLst>
                <a:ext uri="{FF2B5EF4-FFF2-40B4-BE49-F238E27FC236}">
                  <a16:creationId xmlns:a16="http://schemas.microsoft.com/office/drawing/2014/main" id="{C6AEFE61-C0D0-5B9F-4A8E-87008BEEE824}"/>
                </a:ext>
              </a:extLst>
            </p:cNvPr>
            <p:cNvCxnSpPr>
              <a:stCxn id="32" idx="5"/>
              <a:endCxn id="41" idx="2"/>
            </p:cNvCxnSpPr>
            <p:nvPr/>
          </p:nvCxnSpPr>
          <p:spPr>
            <a:xfrm>
              <a:off x="4030641" y="3537117"/>
              <a:ext cx="698499" cy="1514606"/>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97" name="Straight Arrow Connector 196">
              <a:extLst>
                <a:ext uri="{FF2B5EF4-FFF2-40B4-BE49-F238E27FC236}">
                  <a16:creationId xmlns:a16="http://schemas.microsoft.com/office/drawing/2014/main" id="{010A8516-1DC5-9340-6E4C-B8E90055A0D6}"/>
                </a:ext>
              </a:extLst>
            </p:cNvPr>
            <p:cNvCxnSpPr>
              <a:stCxn id="36" idx="6"/>
              <a:endCxn id="43" idx="2"/>
            </p:cNvCxnSpPr>
            <p:nvPr/>
          </p:nvCxnSpPr>
          <p:spPr>
            <a:xfrm flipV="1">
              <a:off x="4103692" y="3698949"/>
              <a:ext cx="625448" cy="33819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199" name="Straight Arrow Connector 198">
              <a:extLst>
                <a:ext uri="{FF2B5EF4-FFF2-40B4-BE49-F238E27FC236}">
                  <a16:creationId xmlns:a16="http://schemas.microsoft.com/office/drawing/2014/main" id="{1C5CFAAA-7253-8748-EA22-27A292E6F0D6}"/>
                </a:ext>
              </a:extLst>
            </p:cNvPr>
            <p:cNvCxnSpPr>
              <a:stCxn id="36" idx="6"/>
              <a:endCxn id="42" idx="2"/>
            </p:cNvCxnSpPr>
            <p:nvPr/>
          </p:nvCxnSpPr>
          <p:spPr>
            <a:xfrm>
              <a:off x="4103692" y="4037143"/>
              <a:ext cx="625448" cy="338193"/>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01" name="Straight Arrow Connector 200">
              <a:extLst>
                <a:ext uri="{FF2B5EF4-FFF2-40B4-BE49-F238E27FC236}">
                  <a16:creationId xmlns:a16="http://schemas.microsoft.com/office/drawing/2014/main" id="{97EE5494-6309-8BF0-CBD3-E7261B9BE84E}"/>
                </a:ext>
              </a:extLst>
            </p:cNvPr>
            <p:cNvCxnSpPr>
              <a:stCxn id="36" idx="5"/>
              <a:endCxn id="41" idx="2"/>
            </p:cNvCxnSpPr>
            <p:nvPr/>
          </p:nvCxnSpPr>
          <p:spPr>
            <a:xfrm>
              <a:off x="4030641" y="4213504"/>
              <a:ext cx="698499" cy="838219"/>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07" name="Straight Arrow Connector 206">
              <a:extLst>
                <a:ext uri="{FF2B5EF4-FFF2-40B4-BE49-F238E27FC236}">
                  <a16:creationId xmlns:a16="http://schemas.microsoft.com/office/drawing/2014/main" id="{1CAFFA46-CCEC-459B-1942-79C9E3968B5D}"/>
                </a:ext>
              </a:extLst>
            </p:cNvPr>
            <p:cNvCxnSpPr>
              <a:stCxn id="35" idx="7"/>
              <a:endCxn id="43" idx="2"/>
            </p:cNvCxnSpPr>
            <p:nvPr/>
          </p:nvCxnSpPr>
          <p:spPr>
            <a:xfrm flipV="1">
              <a:off x="4030641" y="3698949"/>
              <a:ext cx="698499" cy="838220"/>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09" name="Straight Arrow Connector 208">
              <a:extLst>
                <a:ext uri="{FF2B5EF4-FFF2-40B4-BE49-F238E27FC236}">
                  <a16:creationId xmlns:a16="http://schemas.microsoft.com/office/drawing/2014/main" id="{3387A5A3-BB66-C058-5E08-9902F4230FBB}"/>
                </a:ext>
              </a:extLst>
            </p:cNvPr>
            <p:cNvCxnSpPr>
              <a:stCxn id="35" idx="6"/>
              <a:endCxn id="42" idx="2"/>
            </p:cNvCxnSpPr>
            <p:nvPr/>
          </p:nvCxnSpPr>
          <p:spPr>
            <a:xfrm flipV="1">
              <a:off x="4103692" y="4375336"/>
              <a:ext cx="625448" cy="33819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11" name="Straight Arrow Connector 210">
              <a:extLst>
                <a:ext uri="{FF2B5EF4-FFF2-40B4-BE49-F238E27FC236}">
                  <a16:creationId xmlns:a16="http://schemas.microsoft.com/office/drawing/2014/main" id="{962EF5AC-DD39-3193-3637-2D2ACDE162EC}"/>
                </a:ext>
              </a:extLst>
            </p:cNvPr>
            <p:cNvCxnSpPr>
              <a:stCxn id="35" idx="6"/>
              <a:endCxn id="41" idx="2"/>
            </p:cNvCxnSpPr>
            <p:nvPr/>
          </p:nvCxnSpPr>
          <p:spPr>
            <a:xfrm>
              <a:off x="4103692" y="4713530"/>
              <a:ext cx="625448" cy="338193"/>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13" name="Straight Arrow Connector 212">
              <a:extLst>
                <a:ext uri="{FF2B5EF4-FFF2-40B4-BE49-F238E27FC236}">
                  <a16:creationId xmlns:a16="http://schemas.microsoft.com/office/drawing/2014/main" id="{54B754BF-1702-D3F2-8B80-437FBA5F8161}"/>
                </a:ext>
              </a:extLst>
            </p:cNvPr>
            <p:cNvCxnSpPr>
              <a:stCxn id="34" idx="7"/>
              <a:endCxn id="43" idx="2"/>
            </p:cNvCxnSpPr>
            <p:nvPr/>
          </p:nvCxnSpPr>
          <p:spPr>
            <a:xfrm flipV="1">
              <a:off x="4030641" y="3698949"/>
              <a:ext cx="698499" cy="1514607"/>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15" name="Straight Arrow Connector 214">
              <a:extLst>
                <a:ext uri="{FF2B5EF4-FFF2-40B4-BE49-F238E27FC236}">
                  <a16:creationId xmlns:a16="http://schemas.microsoft.com/office/drawing/2014/main" id="{9063D5EA-63F7-B80B-EB7D-CA5D3E2E1787}"/>
                </a:ext>
              </a:extLst>
            </p:cNvPr>
            <p:cNvCxnSpPr>
              <a:stCxn id="34" idx="7"/>
              <a:endCxn id="42" idx="2"/>
            </p:cNvCxnSpPr>
            <p:nvPr/>
          </p:nvCxnSpPr>
          <p:spPr>
            <a:xfrm flipV="1">
              <a:off x="4030641" y="4375336"/>
              <a:ext cx="698499" cy="838220"/>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cxnSp>
          <p:nvCxnSpPr>
            <p:cNvPr id="217" name="Straight Arrow Connector 216">
              <a:extLst>
                <a:ext uri="{FF2B5EF4-FFF2-40B4-BE49-F238E27FC236}">
                  <a16:creationId xmlns:a16="http://schemas.microsoft.com/office/drawing/2014/main" id="{F2FF81B2-0427-899E-E704-C29477C7C69F}"/>
                </a:ext>
              </a:extLst>
            </p:cNvPr>
            <p:cNvCxnSpPr>
              <a:stCxn id="34" idx="6"/>
              <a:endCxn id="41" idx="2"/>
            </p:cNvCxnSpPr>
            <p:nvPr/>
          </p:nvCxnSpPr>
          <p:spPr>
            <a:xfrm flipV="1">
              <a:off x="4103692" y="5051723"/>
              <a:ext cx="625448" cy="338194"/>
            </a:xfrm>
            <a:prstGeom prst="straightConnector1">
              <a:avLst/>
            </a:prstGeom>
            <a:ln>
              <a:solidFill>
                <a:srgbClr val="0065FE"/>
              </a:solidFill>
              <a:tailEnd type="triangle"/>
            </a:ln>
          </p:spPr>
          <p:style>
            <a:lnRef idx="2">
              <a:schemeClr val="accent1"/>
            </a:lnRef>
            <a:fillRef idx="0">
              <a:schemeClr val="accent1"/>
            </a:fillRef>
            <a:effectRef idx="1">
              <a:schemeClr val="accent1"/>
            </a:effectRef>
            <a:fontRef idx="minor">
              <a:schemeClr val="tx1"/>
            </a:fontRef>
          </p:style>
        </p:cxnSp>
      </p:grpSp>
      <p:grpSp>
        <p:nvGrpSpPr>
          <p:cNvPr id="44" name="Column_3">
            <a:extLst>
              <a:ext uri="{FF2B5EF4-FFF2-40B4-BE49-F238E27FC236}">
                <a16:creationId xmlns:a16="http://schemas.microsoft.com/office/drawing/2014/main" id="{E17E9889-EFFD-9748-8B08-D9007F0770D4}"/>
              </a:ext>
            </a:extLst>
          </p:cNvPr>
          <p:cNvGrpSpPr/>
          <p:nvPr/>
        </p:nvGrpSpPr>
        <p:grpSpPr>
          <a:xfrm>
            <a:off x="4729140" y="3449537"/>
            <a:ext cx="498824" cy="1851598"/>
            <a:chOff x="5846588" y="2503201"/>
            <a:chExt cx="498824" cy="1851598"/>
          </a:xfrm>
          <a:solidFill>
            <a:srgbClr val="0065FE"/>
          </a:solidFill>
        </p:grpSpPr>
        <p:sp>
          <p:nvSpPr>
            <p:cNvPr id="41" name="Ball3_3">
              <a:extLst>
                <a:ext uri="{FF2B5EF4-FFF2-40B4-BE49-F238E27FC236}">
                  <a16:creationId xmlns:a16="http://schemas.microsoft.com/office/drawing/2014/main" id="{826E72DD-1D94-1823-CA74-C1FB3B33D51B}"/>
                </a:ext>
              </a:extLst>
            </p:cNvPr>
            <p:cNvSpPr/>
            <p:nvPr/>
          </p:nvSpPr>
          <p:spPr>
            <a:xfrm>
              <a:off x="5846588" y="3855975"/>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42" name="Ball3_2">
              <a:extLst>
                <a:ext uri="{FF2B5EF4-FFF2-40B4-BE49-F238E27FC236}">
                  <a16:creationId xmlns:a16="http://schemas.microsoft.com/office/drawing/2014/main" id="{9BDA1174-8940-E53C-D5B6-69EBC70B8D08}"/>
                </a:ext>
              </a:extLst>
            </p:cNvPr>
            <p:cNvSpPr/>
            <p:nvPr/>
          </p:nvSpPr>
          <p:spPr>
            <a:xfrm>
              <a:off x="5846588" y="3179588"/>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43" name="Ball3_1">
              <a:extLst>
                <a:ext uri="{FF2B5EF4-FFF2-40B4-BE49-F238E27FC236}">
                  <a16:creationId xmlns:a16="http://schemas.microsoft.com/office/drawing/2014/main" id="{2215F2D2-A27C-98E7-14DA-C6813A5BC2CC}"/>
                </a:ext>
              </a:extLst>
            </p:cNvPr>
            <p:cNvSpPr/>
            <p:nvPr/>
          </p:nvSpPr>
          <p:spPr>
            <a:xfrm>
              <a:off x="5846588" y="2503201"/>
              <a:ext cx="498824" cy="498824"/>
            </a:xfrm>
            <a:prstGeom prst="ellipse">
              <a:avLst/>
            </a:prstGeom>
            <a:grpFill/>
            <a:ln>
              <a:solidFill>
                <a:srgbClr val="0065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288" name="Link_3">
            <a:extLst>
              <a:ext uri="{FF2B5EF4-FFF2-40B4-BE49-F238E27FC236}">
                <a16:creationId xmlns:a16="http://schemas.microsoft.com/office/drawing/2014/main" id="{DFC128B0-3DEE-9C83-D095-8724DAAC224F}"/>
              </a:ext>
            </a:extLst>
          </p:cNvPr>
          <p:cNvGrpSpPr/>
          <p:nvPr/>
        </p:nvGrpSpPr>
        <p:grpSpPr>
          <a:xfrm>
            <a:off x="5154913" y="3698949"/>
            <a:ext cx="698499" cy="1352774"/>
            <a:chOff x="5154913" y="3698949"/>
            <a:chExt cx="698499" cy="1352774"/>
          </a:xfrm>
        </p:grpSpPr>
        <p:cxnSp>
          <p:nvCxnSpPr>
            <p:cNvPr id="220" name="Straight Arrow Connector 219">
              <a:extLst>
                <a:ext uri="{FF2B5EF4-FFF2-40B4-BE49-F238E27FC236}">
                  <a16:creationId xmlns:a16="http://schemas.microsoft.com/office/drawing/2014/main" id="{64F69D3C-7082-24F9-F80C-088254629DE7}"/>
                </a:ext>
              </a:extLst>
            </p:cNvPr>
            <p:cNvCxnSpPr>
              <a:stCxn id="43" idx="6"/>
              <a:endCxn id="46" idx="2"/>
            </p:cNvCxnSpPr>
            <p:nvPr/>
          </p:nvCxnSpPr>
          <p:spPr>
            <a:xfrm>
              <a:off x="5227964" y="3698949"/>
              <a:ext cx="625448" cy="338194"/>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cxnSp>
          <p:nvCxnSpPr>
            <p:cNvPr id="222" name="Straight Arrow Connector 221">
              <a:extLst>
                <a:ext uri="{FF2B5EF4-FFF2-40B4-BE49-F238E27FC236}">
                  <a16:creationId xmlns:a16="http://schemas.microsoft.com/office/drawing/2014/main" id="{0AD2225D-68D3-45CF-A682-FC0657A1F82B}"/>
                </a:ext>
              </a:extLst>
            </p:cNvPr>
            <p:cNvCxnSpPr>
              <a:stCxn id="43" idx="5"/>
              <a:endCxn id="45" idx="2"/>
            </p:cNvCxnSpPr>
            <p:nvPr/>
          </p:nvCxnSpPr>
          <p:spPr>
            <a:xfrm>
              <a:off x="5154913" y="3875310"/>
              <a:ext cx="698499" cy="838220"/>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cxnSp>
          <p:nvCxnSpPr>
            <p:cNvPr id="224" name="Straight Arrow Connector 223">
              <a:extLst>
                <a:ext uri="{FF2B5EF4-FFF2-40B4-BE49-F238E27FC236}">
                  <a16:creationId xmlns:a16="http://schemas.microsoft.com/office/drawing/2014/main" id="{7AAC3721-A55D-E614-718F-391E0DB8C5C7}"/>
                </a:ext>
              </a:extLst>
            </p:cNvPr>
            <p:cNvCxnSpPr>
              <a:stCxn id="42" idx="6"/>
              <a:endCxn id="46" idx="2"/>
            </p:cNvCxnSpPr>
            <p:nvPr/>
          </p:nvCxnSpPr>
          <p:spPr>
            <a:xfrm flipV="1">
              <a:off x="5227964" y="4037143"/>
              <a:ext cx="625448" cy="338193"/>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cxnSp>
          <p:nvCxnSpPr>
            <p:cNvPr id="226" name="Straight Arrow Connector 225">
              <a:extLst>
                <a:ext uri="{FF2B5EF4-FFF2-40B4-BE49-F238E27FC236}">
                  <a16:creationId xmlns:a16="http://schemas.microsoft.com/office/drawing/2014/main" id="{0864A7FE-29E6-19F5-D163-0C777D24C68D}"/>
                </a:ext>
              </a:extLst>
            </p:cNvPr>
            <p:cNvCxnSpPr>
              <a:stCxn id="42" idx="6"/>
              <a:endCxn id="45" idx="2"/>
            </p:cNvCxnSpPr>
            <p:nvPr/>
          </p:nvCxnSpPr>
          <p:spPr>
            <a:xfrm>
              <a:off x="5227964" y="4375336"/>
              <a:ext cx="625448" cy="338194"/>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cxnSp>
          <p:nvCxnSpPr>
            <p:cNvPr id="228" name="Straight Arrow Connector 227">
              <a:extLst>
                <a:ext uri="{FF2B5EF4-FFF2-40B4-BE49-F238E27FC236}">
                  <a16:creationId xmlns:a16="http://schemas.microsoft.com/office/drawing/2014/main" id="{C4E6BE6A-8071-26FF-477C-B8306DD0135E}"/>
                </a:ext>
              </a:extLst>
            </p:cNvPr>
            <p:cNvCxnSpPr>
              <a:stCxn id="41" idx="7"/>
              <a:endCxn id="46" idx="2"/>
            </p:cNvCxnSpPr>
            <p:nvPr/>
          </p:nvCxnSpPr>
          <p:spPr>
            <a:xfrm flipV="1">
              <a:off x="5154913" y="4037143"/>
              <a:ext cx="698499" cy="838219"/>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cxnSp>
          <p:nvCxnSpPr>
            <p:cNvPr id="230" name="Straight Arrow Connector 229">
              <a:extLst>
                <a:ext uri="{FF2B5EF4-FFF2-40B4-BE49-F238E27FC236}">
                  <a16:creationId xmlns:a16="http://schemas.microsoft.com/office/drawing/2014/main" id="{BC697E11-35B2-9F4B-4F3F-E8508B844183}"/>
                </a:ext>
              </a:extLst>
            </p:cNvPr>
            <p:cNvCxnSpPr>
              <a:stCxn id="41" idx="6"/>
              <a:endCxn id="45" idx="2"/>
            </p:cNvCxnSpPr>
            <p:nvPr/>
          </p:nvCxnSpPr>
          <p:spPr>
            <a:xfrm flipV="1">
              <a:off x="5227964" y="4713530"/>
              <a:ext cx="625448" cy="338193"/>
            </a:xfrm>
            <a:prstGeom prst="straightConnector1">
              <a:avLst/>
            </a:prstGeom>
            <a:ln>
              <a:solidFill>
                <a:srgbClr val="3DDBDA"/>
              </a:solidFill>
              <a:tailEnd type="triangle"/>
            </a:ln>
          </p:spPr>
          <p:style>
            <a:lnRef idx="2">
              <a:schemeClr val="accent1"/>
            </a:lnRef>
            <a:fillRef idx="0">
              <a:schemeClr val="accent1"/>
            </a:fillRef>
            <a:effectRef idx="1">
              <a:schemeClr val="accent1"/>
            </a:effectRef>
            <a:fontRef idx="minor">
              <a:schemeClr val="tx1"/>
            </a:fontRef>
          </p:style>
        </p:cxnSp>
      </p:grpSp>
      <p:grpSp>
        <p:nvGrpSpPr>
          <p:cNvPr id="47" name="Column_Cneter">
            <a:extLst>
              <a:ext uri="{FF2B5EF4-FFF2-40B4-BE49-F238E27FC236}">
                <a16:creationId xmlns:a16="http://schemas.microsoft.com/office/drawing/2014/main" id="{70ED07ED-46EA-F795-5E57-FCEC5D1144B2}"/>
              </a:ext>
            </a:extLst>
          </p:cNvPr>
          <p:cNvGrpSpPr/>
          <p:nvPr/>
        </p:nvGrpSpPr>
        <p:grpSpPr>
          <a:xfrm>
            <a:off x="5853412" y="3787731"/>
            <a:ext cx="498824" cy="1175211"/>
            <a:chOff x="4234031" y="2841394"/>
            <a:chExt cx="498824" cy="1175211"/>
          </a:xfrm>
          <a:solidFill>
            <a:srgbClr val="3DDBDA"/>
          </a:solidFill>
        </p:grpSpPr>
        <p:sp>
          <p:nvSpPr>
            <p:cNvPr id="45" name="Ball4_2">
              <a:extLst>
                <a:ext uri="{FF2B5EF4-FFF2-40B4-BE49-F238E27FC236}">
                  <a16:creationId xmlns:a16="http://schemas.microsoft.com/office/drawing/2014/main" id="{0A46AD85-D34D-EB5A-A6BF-CA17AF0F9C0E}"/>
                </a:ext>
              </a:extLst>
            </p:cNvPr>
            <p:cNvSpPr/>
            <p:nvPr/>
          </p:nvSpPr>
          <p:spPr>
            <a:xfrm>
              <a:off x="4234031" y="3517781"/>
              <a:ext cx="498824" cy="498824"/>
            </a:xfrm>
            <a:prstGeom prst="ellipse">
              <a:avLst/>
            </a:prstGeom>
            <a:grpFill/>
            <a:ln>
              <a:solidFill>
                <a:srgbClr val="3DDBD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46" name="Ball4_1">
              <a:extLst>
                <a:ext uri="{FF2B5EF4-FFF2-40B4-BE49-F238E27FC236}">
                  <a16:creationId xmlns:a16="http://schemas.microsoft.com/office/drawing/2014/main" id="{464EF82F-E356-FD7C-5473-F62CA0752F3B}"/>
                </a:ext>
              </a:extLst>
            </p:cNvPr>
            <p:cNvSpPr/>
            <p:nvPr/>
          </p:nvSpPr>
          <p:spPr>
            <a:xfrm>
              <a:off x="4234031" y="2841394"/>
              <a:ext cx="498824" cy="498824"/>
            </a:xfrm>
            <a:prstGeom prst="ellipse">
              <a:avLst/>
            </a:prstGeom>
            <a:grpFill/>
            <a:ln>
              <a:solidFill>
                <a:srgbClr val="3DDBD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359" name="Link_4">
            <a:extLst>
              <a:ext uri="{FF2B5EF4-FFF2-40B4-BE49-F238E27FC236}">
                <a16:creationId xmlns:a16="http://schemas.microsoft.com/office/drawing/2014/main" id="{D3E36079-3C6C-80FE-3511-FFBB0F5DA319}"/>
              </a:ext>
            </a:extLst>
          </p:cNvPr>
          <p:cNvGrpSpPr/>
          <p:nvPr/>
        </p:nvGrpSpPr>
        <p:grpSpPr>
          <a:xfrm>
            <a:off x="6352236" y="3698949"/>
            <a:ext cx="625448" cy="1352774"/>
            <a:chOff x="6352236" y="2746449"/>
            <a:chExt cx="625448" cy="1352774"/>
          </a:xfrm>
        </p:grpSpPr>
        <p:cxnSp>
          <p:nvCxnSpPr>
            <p:cNvPr id="315" name="Straight Arrow Connector 314">
              <a:extLst>
                <a:ext uri="{FF2B5EF4-FFF2-40B4-BE49-F238E27FC236}">
                  <a16:creationId xmlns:a16="http://schemas.microsoft.com/office/drawing/2014/main" id="{AA4EF3DD-B619-C35A-C64F-4AB576001FA1}"/>
                </a:ext>
              </a:extLst>
            </p:cNvPr>
            <p:cNvCxnSpPr>
              <a:stCxn id="46" idx="6"/>
              <a:endCxn id="51" idx="2"/>
            </p:cNvCxnSpPr>
            <p:nvPr/>
          </p:nvCxnSpPr>
          <p:spPr>
            <a:xfrm flipV="1">
              <a:off x="6352236" y="2746449"/>
              <a:ext cx="625448" cy="338194"/>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17" name="Straight Arrow Connector 316">
              <a:extLst>
                <a:ext uri="{FF2B5EF4-FFF2-40B4-BE49-F238E27FC236}">
                  <a16:creationId xmlns:a16="http://schemas.microsoft.com/office/drawing/2014/main" id="{F74767B8-3AAD-0978-F081-B5C4A3E84E69}"/>
                </a:ext>
              </a:extLst>
            </p:cNvPr>
            <p:cNvCxnSpPr>
              <a:stCxn id="46" idx="6"/>
              <a:endCxn id="50" idx="2"/>
            </p:cNvCxnSpPr>
            <p:nvPr/>
          </p:nvCxnSpPr>
          <p:spPr>
            <a:xfrm>
              <a:off x="6352236" y="3084643"/>
              <a:ext cx="625448" cy="33819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19" name="Straight Arrow Connector 318">
              <a:extLst>
                <a:ext uri="{FF2B5EF4-FFF2-40B4-BE49-F238E27FC236}">
                  <a16:creationId xmlns:a16="http://schemas.microsoft.com/office/drawing/2014/main" id="{B726CC00-34DF-1958-67A8-3B311162A7E2}"/>
                </a:ext>
              </a:extLst>
            </p:cNvPr>
            <p:cNvCxnSpPr>
              <a:stCxn id="46" idx="6"/>
              <a:endCxn id="49" idx="2"/>
            </p:cNvCxnSpPr>
            <p:nvPr/>
          </p:nvCxnSpPr>
          <p:spPr>
            <a:xfrm>
              <a:off x="6352236" y="3084643"/>
              <a:ext cx="625448" cy="1014580"/>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21" name="Straight Arrow Connector 320">
              <a:extLst>
                <a:ext uri="{FF2B5EF4-FFF2-40B4-BE49-F238E27FC236}">
                  <a16:creationId xmlns:a16="http://schemas.microsoft.com/office/drawing/2014/main" id="{696B395F-A3F2-2251-0BE3-9EBE13E0A096}"/>
                </a:ext>
              </a:extLst>
            </p:cNvPr>
            <p:cNvCxnSpPr>
              <a:stCxn id="45" idx="6"/>
              <a:endCxn id="51" idx="2"/>
            </p:cNvCxnSpPr>
            <p:nvPr/>
          </p:nvCxnSpPr>
          <p:spPr>
            <a:xfrm flipV="1">
              <a:off x="6352236" y="2746449"/>
              <a:ext cx="625448" cy="101458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23" name="Straight Arrow Connector 322">
              <a:extLst>
                <a:ext uri="{FF2B5EF4-FFF2-40B4-BE49-F238E27FC236}">
                  <a16:creationId xmlns:a16="http://schemas.microsoft.com/office/drawing/2014/main" id="{61003ED5-4D69-3BE4-F468-3870A7BCF6B9}"/>
                </a:ext>
              </a:extLst>
            </p:cNvPr>
            <p:cNvCxnSpPr>
              <a:stCxn id="45" idx="6"/>
              <a:endCxn id="50" idx="2"/>
            </p:cNvCxnSpPr>
            <p:nvPr/>
          </p:nvCxnSpPr>
          <p:spPr>
            <a:xfrm flipV="1">
              <a:off x="6352236" y="3422836"/>
              <a:ext cx="625448" cy="338194"/>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25" name="Straight Arrow Connector 324">
              <a:extLst>
                <a:ext uri="{FF2B5EF4-FFF2-40B4-BE49-F238E27FC236}">
                  <a16:creationId xmlns:a16="http://schemas.microsoft.com/office/drawing/2014/main" id="{95AC4250-CFCD-58DB-AB9A-8E7016A47A43}"/>
                </a:ext>
              </a:extLst>
            </p:cNvPr>
            <p:cNvCxnSpPr>
              <a:stCxn id="45" idx="6"/>
              <a:endCxn id="49" idx="2"/>
            </p:cNvCxnSpPr>
            <p:nvPr/>
          </p:nvCxnSpPr>
          <p:spPr>
            <a:xfrm>
              <a:off x="6352236" y="3761030"/>
              <a:ext cx="625448" cy="33819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grpSp>
      <p:grpSp>
        <p:nvGrpSpPr>
          <p:cNvPr id="48" name="Column_3-">
            <a:extLst>
              <a:ext uri="{FF2B5EF4-FFF2-40B4-BE49-F238E27FC236}">
                <a16:creationId xmlns:a16="http://schemas.microsoft.com/office/drawing/2014/main" id="{EFE3304F-239D-72DE-3343-390A7E3A98E8}"/>
              </a:ext>
            </a:extLst>
          </p:cNvPr>
          <p:cNvGrpSpPr/>
          <p:nvPr/>
        </p:nvGrpSpPr>
        <p:grpSpPr>
          <a:xfrm>
            <a:off x="6977684" y="3449537"/>
            <a:ext cx="498824" cy="1851598"/>
            <a:chOff x="5846588" y="2503201"/>
            <a:chExt cx="498824" cy="1851598"/>
          </a:xfrm>
          <a:solidFill>
            <a:srgbClr val="79A9FE"/>
          </a:solidFill>
        </p:grpSpPr>
        <p:sp>
          <p:nvSpPr>
            <p:cNvPr id="49" name="Ball3_3">
              <a:extLst>
                <a:ext uri="{FF2B5EF4-FFF2-40B4-BE49-F238E27FC236}">
                  <a16:creationId xmlns:a16="http://schemas.microsoft.com/office/drawing/2014/main" id="{894602FF-A58A-225D-37EC-0B5CCBF0F412}"/>
                </a:ext>
              </a:extLst>
            </p:cNvPr>
            <p:cNvSpPr/>
            <p:nvPr/>
          </p:nvSpPr>
          <p:spPr>
            <a:xfrm>
              <a:off x="5846588" y="3855975"/>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50" name="Ball3_2">
              <a:extLst>
                <a:ext uri="{FF2B5EF4-FFF2-40B4-BE49-F238E27FC236}">
                  <a16:creationId xmlns:a16="http://schemas.microsoft.com/office/drawing/2014/main" id="{33CAD8EA-99A8-F968-7066-978AD91127DD}"/>
                </a:ext>
              </a:extLst>
            </p:cNvPr>
            <p:cNvSpPr/>
            <p:nvPr/>
          </p:nvSpPr>
          <p:spPr>
            <a:xfrm>
              <a:off x="5846588" y="3179588"/>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51" name="Ball3_1">
              <a:extLst>
                <a:ext uri="{FF2B5EF4-FFF2-40B4-BE49-F238E27FC236}">
                  <a16:creationId xmlns:a16="http://schemas.microsoft.com/office/drawing/2014/main" id="{B52ACF14-91D7-0FC4-93E6-F5226CE05930}"/>
                </a:ext>
              </a:extLst>
            </p:cNvPr>
            <p:cNvSpPr/>
            <p:nvPr/>
          </p:nvSpPr>
          <p:spPr>
            <a:xfrm>
              <a:off x="5846588" y="2503201"/>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360" name="Link_5">
            <a:extLst>
              <a:ext uri="{FF2B5EF4-FFF2-40B4-BE49-F238E27FC236}">
                <a16:creationId xmlns:a16="http://schemas.microsoft.com/office/drawing/2014/main" id="{EC6925DC-0BE1-162E-2803-FCD4D065E555}"/>
              </a:ext>
            </a:extLst>
          </p:cNvPr>
          <p:cNvGrpSpPr/>
          <p:nvPr/>
        </p:nvGrpSpPr>
        <p:grpSpPr>
          <a:xfrm>
            <a:off x="7403457" y="3360756"/>
            <a:ext cx="771550" cy="2029161"/>
            <a:chOff x="7403457" y="2408256"/>
            <a:chExt cx="771550" cy="2029161"/>
          </a:xfrm>
        </p:grpSpPr>
        <p:cxnSp>
          <p:nvCxnSpPr>
            <p:cNvPr id="327" name="Straight Arrow Connector 326">
              <a:extLst>
                <a:ext uri="{FF2B5EF4-FFF2-40B4-BE49-F238E27FC236}">
                  <a16:creationId xmlns:a16="http://schemas.microsoft.com/office/drawing/2014/main" id="{52589B27-9EB3-A0B5-0DC1-0236FCDE290C}"/>
                </a:ext>
              </a:extLst>
            </p:cNvPr>
            <p:cNvCxnSpPr>
              <a:cxnSpLocks/>
              <a:stCxn id="51" idx="6"/>
              <a:endCxn id="56" idx="2"/>
            </p:cNvCxnSpPr>
            <p:nvPr/>
          </p:nvCxnSpPr>
          <p:spPr>
            <a:xfrm flipV="1">
              <a:off x="7476508" y="2408256"/>
              <a:ext cx="625448" cy="33819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29" name="Straight Arrow Connector 328">
              <a:extLst>
                <a:ext uri="{FF2B5EF4-FFF2-40B4-BE49-F238E27FC236}">
                  <a16:creationId xmlns:a16="http://schemas.microsoft.com/office/drawing/2014/main" id="{5C1798DA-68E5-0932-384B-CD1F81DB1066}"/>
                </a:ext>
              </a:extLst>
            </p:cNvPr>
            <p:cNvCxnSpPr>
              <a:cxnSpLocks/>
              <a:stCxn id="49" idx="6"/>
              <a:endCxn id="53" idx="2"/>
            </p:cNvCxnSpPr>
            <p:nvPr/>
          </p:nvCxnSpPr>
          <p:spPr>
            <a:xfrm>
              <a:off x="7476508" y="4099223"/>
              <a:ext cx="625448" cy="338194"/>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32" name="Straight Arrow Connector 331">
              <a:extLst>
                <a:ext uri="{FF2B5EF4-FFF2-40B4-BE49-F238E27FC236}">
                  <a16:creationId xmlns:a16="http://schemas.microsoft.com/office/drawing/2014/main" id="{A7308F3F-1BA7-F723-D5B5-F84A55917B3D}"/>
                </a:ext>
              </a:extLst>
            </p:cNvPr>
            <p:cNvCxnSpPr>
              <a:cxnSpLocks/>
              <a:stCxn id="51" idx="5"/>
              <a:endCxn id="55" idx="2"/>
            </p:cNvCxnSpPr>
            <p:nvPr/>
          </p:nvCxnSpPr>
          <p:spPr>
            <a:xfrm>
              <a:off x="7403457" y="2922810"/>
              <a:ext cx="698499" cy="16183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34" name="Straight Arrow Connector 333">
              <a:extLst>
                <a:ext uri="{FF2B5EF4-FFF2-40B4-BE49-F238E27FC236}">
                  <a16:creationId xmlns:a16="http://schemas.microsoft.com/office/drawing/2014/main" id="{AABF302C-C69A-6FDA-6B9A-3BBBE68E94F3}"/>
                </a:ext>
              </a:extLst>
            </p:cNvPr>
            <p:cNvCxnSpPr>
              <a:cxnSpLocks/>
              <a:stCxn id="51" idx="5"/>
              <a:endCxn id="54" idx="1"/>
            </p:cNvCxnSpPr>
            <p:nvPr/>
          </p:nvCxnSpPr>
          <p:spPr>
            <a:xfrm>
              <a:off x="7403457" y="2922810"/>
              <a:ext cx="771550" cy="661859"/>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40" name="Straight Arrow Connector 339">
              <a:extLst>
                <a:ext uri="{FF2B5EF4-FFF2-40B4-BE49-F238E27FC236}">
                  <a16:creationId xmlns:a16="http://schemas.microsoft.com/office/drawing/2014/main" id="{852B1445-123E-F37B-13DC-5813AE525A43}"/>
                </a:ext>
              </a:extLst>
            </p:cNvPr>
            <p:cNvCxnSpPr>
              <a:cxnSpLocks/>
              <a:stCxn id="51" idx="5"/>
              <a:endCxn id="53" idx="1"/>
            </p:cNvCxnSpPr>
            <p:nvPr/>
          </p:nvCxnSpPr>
          <p:spPr>
            <a:xfrm>
              <a:off x="7403457" y="2922810"/>
              <a:ext cx="771550" cy="1338246"/>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45" name="Straight Arrow Connector 344">
              <a:extLst>
                <a:ext uri="{FF2B5EF4-FFF2-40B4-BE49-F238E27FC236}">
                  <a16:creationId xmlns:a16="http://schemas.microsoft.com/office/drawing/2014/main" id="{A4A9A661-A380-BAAD-DCBE-19DD48F571CE}"/>
                </a:ext>
              </a:extLst>
            </p:cNvPr>
            <p:cNvCxnSpPr>
              <a:stCxn id="50" idx="7"/>
              <a:endCxn id="56" idx="2"/>
            </p:cNvCxnSpPr>
            <p:nvPr/>
          </p:nvCxnSpPr>
          <p:spPr>
            <a:xfrm flipV="1">
              <a:off x="7403457" y="2408256"/>
              <a:ext cx="698499" cy="838219"/>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47" name="Straight Arrow Connector 346">
              <a:extLst>
                <a:ext uri="{FF2B5EF4-FFF2-40B4-BE49-F238E27FC236}">
                  <a16:creationId xmlns:a16="http://schemas.microsoft.com/office/drawing/2014/main" id="{4E493B9C-2E0F-BA0E-DC8B-4987A1248FC6}"/>
                </a:ext>
              </a:extLst>
            </p:cNvPr>
            <p:cNvCxnSpPr>
              <a:stCxn id="50" idx="7"/>
              <a:endCxn id="55" idx="2"/>
            </p:cNvCxnSpPr>
            <p:nvPr/>
          </p:nvCxnSpPr>
          <p:spPr>
            <a:xfrm flipV="1">
              <a:off x="7403457" y="3084643"/>
              <a:ext cx="698499" cy="161832"/>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49" name="Straight Arrow Connector 348">
              <a:extLst>
                <a:ext uri="{FF2B5EF4-FFF2-40B4-BE49-F238E27FC236}">
                  <a16:creationId xmlns:a16="http://schemas.microsoft.com/office/drawing/2014/main" id="{2AA99612-38DA-7740-E602-8ACD40AD8790}"/>
                </a:ext>
              </a:extLst>
            </p:cNvPr>
            <p:cNvCxnSpPr>
              <a:cxnSpLocks/>
              <a:stCxn id="50" idx="5"/>
              <a:endCxn id="54" idx="2"/>
            </p:cNvCxnSpPr>
            <p:nvPr/>
          </p:nvCxnSpPr>
          <p:spPr>
            <a:xfrm>
              <a:off x="7403457" y="3599197"/>
              <a:ext cx="698499" cy="16183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51" name="Straight Arrow Connector 350">
              <a:extLst>
                <a:ext uri="{FF2B5EF4-FFF2-40B4-BE49-F238E27FC236}">
                  <a16:creationId xmlns:a16="http://schemas.microsoft.com/office/drawing/2014/main" id="{C63442D9-1420-4D0C-E19A-A6B620E79926}"/>
                </a:ext>
              </a:extLst>
            </p:cNvPr>
            <p:cNvCxnSpPr>
              <a:stCxn id="50" idx="5"/>
              <a:endCxn id="53" idx="1"/>
            </p:cNvCxnSpPr>
            <p:nvPr/>
          </p:nvCxnSpPr>
          <p:spPr>
            <a:xfrm>
              <a:off x="7403457" y="3599197"/>
              <a:ext cx="771550" cy="661859"/>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54" name="Straight Arrow Connector 353">
              <a:extLst>
                <a:ext uri="{FF2B5EF4-FFF2-40B4-BE49-F238E27FC236}">
                  <a16:creationId xmlns:a16="http://schemas.microsoft.com/office/drawing/2014/main" id="{1141FF2B-D2AF-4F81-A2BE-7D34AA6462D3}"/>
                </a:ext>
              </a:extLst>
            </p:cNvPr>
            <p:cNvCxnSpPr>
              <a:stCxn id="49" idx="7"/>
              <a:endCxn id="54" idx="2"/>
            </p:cNvCxnSpPr>
            <p:nvPr/>
          </p:nvCxnSpPr>
          <p:spPr>
            <a:xfrm flipV="1">
              <a:off x="7403457" y="3761030"/>
              <a:ext cx="698499" cy="161832"/>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56" name="Straight Arrow Connector 355">
              <a:extLst>
                <a:ext uri="{FF2B5EF4-FFF2-40B4-BE49-F238E27FC236}">
                  <a16:creationId xmlns:a16="http://schemas.microsoft.com/office/drawing/2014/main" id="{E4CDE556-6F7E-80DA-D84E-55680DF8D8DB}"/>
                </a:ext>
              </a:extLst>
            </p:cNvPr>
            <p:cNvCxnSpPr>
              <a:stCxn id="49" idx="7"/>
              <a:endCxn id="55" idx="2"/>
            </p:cNvCxnSpPr>
            <p:nvPr/>
          </p:nvCxnSpPr>
          <p:spPr>
            <a:xfrm flipV="1">
              <a:off x="7403457" y="3084643"/>
              <a:ext cx="698499" cy="838219"/>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58" name="Straight Arrow Connector 357">
              <a:extLst>
                <a:ext uri="{FF2B5EF4-FFF2-40B4-BE49-F238E27FC236}">
                  <a16:creationId xmlns:a16="http://schemas.microsoft.com/office/drawing/2014/main" id="{E26AA593-2203-DA66-5DD1-D9D64452FF91}"/>
                </a:ext>
              </a:extLst>
            </p:cNvPr>
            <p:cNvCxnSpPr>
              <a:stCxn id="49" idx="7"/>
              <a:endCxn id="56" idx="3"/>
            </p:cNvCxnSpPr>
            <p:nvPr/>
          </p:nvCxnSpPr>
          <p:spPr>
            <a:xfrm flipV="1">
              <a:off x="7403457" y="2584617"/>
              <a:ext cx="771550" cy="1338245"/>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grpSp>
      <p:grpSp>
        <p:nvGrpSpPr>
          <p:cNvPr id="52" name="Column_2-">
            <a:extLst>
              <a:ext uri="{FF2B5EF4-FFF2-40B4-BE49-F238E27FC236}">
                <a16:creationId xmlns:a16="http://schemas.microsoft.com/office/drawing/2014/main" id="{8255AEE0-2490-DAE1-1764-851EB0BE55F5}"/>
              </a:ext>
            </a:extLst>
          </p:cNvPr>
          <p:cNvGrpSpPr/>
          <p:nvPr/>
        </p:nvGrpSpPr>
        <p:grpSpPr>
          <a:xfrm>
            <a:off x="8101956" y="3111344"/>
            <a:ext cx="498824" cy="2527985"/>
            <a:chOff x="3202400" y="2835505"/>
            <a:chExt cx="498824" cy="2527985"/>
          </a:xfrm>
          <a:solidFill>
            <a:srgbClr val="79A9FE"/>
          </a:solidFill>
        </p:grpSpPr>
        <p:sp>
          <p:nvSpPr>
            <p:cNvPr id="53" name="Ball2_4">
              <a:extLst>
                <a:ext uri="{FF2B5EF4-FFF2-40B4-BE49-F238E27FC236}">
                  <a16:creationId xmlns:a16="http://schemas.microsoft.com/office/drawing/2014/main" id="{BA9A28D3-888A-FE80-14DF-639DF7E9697C}"/>
                </a:ext>
              </a:extLst>
            </p:cNvPr>
            <p:cNvSpPr/>
            <p:nvPr/>
          </p:nvSpPr>
          <p:spPr>
            <a:xfrm>
              <a:off x="3202400" y="4864666"/>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54" name="Ball2_3">
              <a:extLst>
                <a:ext uri="{FF2B5EF4-FFF2-40B4-BE49-F238E27FC236}">
                  <a16:creationId xmlns:a16="http://schemas.microsoft.com/office/drawing/2014/main" id="{D0D702CF-F9BC-C173-6F05-0B9C49865FD1}"/>
                </a:ext>
              </a:extLst>
            </p:cNvPr>
            <p:cNvSpPr/>
            <p:nvPr/>
          </p:nvSpPr>
          <p:spPr>
            <a:xfrm>
              <a:off x="3202400" y="4188279"/>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55" name="Ball2_2">
              <a:extLst>
                <a:ext uri="{FF2B5EF4-FFF2-40B4-BE49-F238E27FC236}">
                  <a16:creationId xmlns:a16="http://schemas.microsoft.com/office/drawing/2014/main" id="{6A60B31F-37CE-384D-E893-63226E692DC9}"/>
                </a:ext>
              </a:extLst>
            </p:cNvPr>
            <p:cNvSpPr/>
            <p:nvPr/>
          </p:nvSpPr>
          <p:spPr>
            <a:xfrm>
              <a:off x="3202400" y="3511892"/>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sp>
          <p:nvSpPr>
            <p:cNvPr id="56" name="Ball2_1">
              <a:extLst>
                <a:ext uri="{FF2B5EF4-FFF2-40B4-BE49-F238E27FC236}">
                  <a16:creationId xmlns:a16="http://schemas.microsoft.com/office/drawing/2014/main" id="{B4F77C6B-684C-CB67-2F98-43A19F351275}"/>
                </a:ext>
              </a:extLst>
            </p:cNvPr>
            <p:cNvSpPr/>
            <p:nvPr/>
          </p:nvSpPr>
          <p:spPr>
            <a:xfrm>
              <a:off x="3202400" y="2835505"/>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grpSp>
        <p:nvGrpSpPr>
          <p:cNvPr id="413" name="Link_6">
            <a:extLst>
              <a:ext uri="{FF2B5EF4-FFF2-40B4-BE49-F238E27FC236}">
                <a16:creationId xmlns:a16="http://schemas.microsoft.com/office/drawing/2014/main" id="{31147D7A-C04C-AEB1-834C-09763E24E989}"/>
              </a:ext>
            </a:extLst>
          </p:cNvPr>
          <p:cNvGrpSpPr/>
          <p:nvPr/>
        </p:nvGrpSpPr>
        <p:grpSpPr>
          <a:xfrm>
            <a:off x="8527729" y="2684368"/>
            <a:ext cx="771548" cy="3381935"/>
            <a:chOff x="8527729" y="1731868"/>
            <a:chExt cx="771548" cy="3381935"/>
          </a:xfrm>
        </p:grpSpPr>
        <p:cxnSp>
          <p:nvCxnSpPr>
            <p:cNvPr id="362" name="Straight Arrow Connector 361">
              <a:extLst>
                <a:ext uri="{FF2B5EF4-FFF2-40B4-BE49-F238E27FC236}">
                  <a16:creationId xmlns:a16="http://schemas.microsoft.com/office/drawing/2014/main" id="{27E3EA6B-D2D1-7239-E896-D62B930F7CB8}"/>
                </a:ext>
              </a:extLst>
            </p:cNvPr>
            <p:cNvCxnSpPr>
              <a:stCxn id="56" idx="7"/>
              <a:endCxn id="63" idx="2"/>
            </p:cNvCxnSpPr>
            <p:nvPr/>
          </p:nvCxnSpPr>
          <p:spPr>
            <a:xfrm flipV="1">
              <a:off x="8527729" y="1731868"/>
              <a:ext cx="698497" cy="500027"/>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64" name="Straight Arrow Connector 363">
              <a:extLst>
                <a:ext uri="{FF2B5EF4-FFF2-40B4-BE49-F238E27FC236}">
                  <a16:creationId xmlns:a16="http://schemas.microsoft.com/office/drawing/2014/main" id="{DC9EA921-2B89-15B0-80B7-4571C2D5EFFA}"/>
                </a:ext>
              </a:extLst>
            </p:cNvPr>
            <p:cNvCxnSpPr>
              <a:stCxn id="56" idx="6"/>
              <a:endCxn id="62" idx="2"/>
            </p:cNvCxnSpPr>
            <p:nvPr/>
          </p:nvCxnSpPr>
          <p:spPr>
            <a:xfrm flipV="1">
              <a:off x="8600780" y="2408255"/>
              <a:ext cx="625446" cy="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67" name="Straight Arrow Connector 366">
              <a:extLst>
                <a:ext uri="{FF2B5EF4-FFF2-40B4-BE49-F238E27FC236}">
                  <a16:creationId xmlns:a16="http://schemas.microsoft.com/office/drawing/2014/main" id="{60A55EE1-CE8F-51AE-CA82-14C9774857C9}"/>
                </a:ext>
              </a:extLst>
            </p:cNvPr>
            <p:cNvCxnSpPr>
              <a:stCxn id="56" idx="6"/>
              <a:endCxn id="61" idx="2"/>
            </p:cNvCxnSpPr>
            <p:nvPr/>
          </p:nvCxnSpPr>
          <p:spPr>
            <a:xfrm>
              <a:off x="8600780" y="2408256"/>
              <a:ext cx="625446" cy="676386"/>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69" name="Straight Arrow Connector 368">
              <a:extLst>
                <a:ext uri="{FF2B5EF4-FFF2-40B4-BE49-F238E27FC236}">
                  <a16:creationId xmlns:a16="http://schemas.microsoft.com/office/drawing/2014/main" id="{BF183337-1EF2-05C3-553B-826BAE0946E4}"/>
                </a:ext>
              </a:extLst>
            </p:cNvPr>
            <p:cNvCxnSpPr>
              <a:cxnSpLocks/>
              <a:stCxn id="56" idx="6"/>
              <a:endCxn id="60" idx="2"/>
            </p:cNvCxnSpPr>
            <p:nvPr/>
          </p:nvCxnSpPr>
          <p:spPr>
            <a:xfrm>
              <a:off x="8600780" y="2408256"/>
              <a:ext cx="625446" cy="135277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71" name="Straight Arrow Connector 370">
              <a:extLst>
                <a:ext uri="{FF2B5EF4-FFF2-40B4-BE49-F238E27FC236}">
                  <a16:creationId xmlns:a16="http://schemas.microsoft.com/office/drawing/2014/main" id="{A4BB77DB-A42C-E954-19E6-7B31A69692C0}"/>
                </a:ext>
              </a:extLst>
            </p:cNvPr>
            <p:cNvCxnSpPr>
              <a:stCxn id="56" idx="5"/>
              <a:endCxn id="58" idx="1"/>
            </p:cNvCxnSpPr>
            <p:nvPr/>
          </p:nvCxnSpPr>
          <p:spPr>
            <a:xfrm>
              <a:off x="8527729" y="2584617"/>
              <a:ext cx="771548" cy="2352825"/>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74" name="Straight Arrow Connector 373">
              <a:extLst>
                <a:ext uri="{FF2B5EF4-FFF2-40B4-BE49-F238E27FC236}">
                  <a16:creationId xmlns:a16="http://schemas.microsoft.com/office/drawing/2014/main" id="{32CAEB2C-87B6-483D-1100-45EF0226FC57}"/>
                </a:ext>
              </a:extLst>
            </p:cNvPr>
            <p:cNvCxnSpPr>
              <a:stCxn id="56" idx="5"/>
              <a:endCxn id="59" idx="1"/>
            </p:cNvCxnSpPr>
            <p:nvPr/>
          </p:nvCxnSpPr>
          <p:spPr>
            <a:xfrm>
              <a:off x="8527729" y="2584617"/>
              <a:ext cx="771548" cy="1676438"/>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76" name="Straight Arrow Connector 375">
              <a:extLst>
                <a:ext uri="{FF2B5EF4-FFF2-40B4-BE49-F238E27FC236}">
                  <a16:creationId xmlns:a16="http://schemas.microsoft.com/office/drawing/2014/main" id="{ED225F26-C7F8-C1DB-8E5A-B1C39BAD4A1E}"/>
                </a:ext>
              </a:extLst>
            </p:cNvPr>
            <p:cNvCxnSpPr>
              <a:stCxn id="55" idx="7"/>
              <a:endCxn id="63" idx="3"/>
            </p:cNvCxnSpPr>
            <p:nvPr/>
          </p:nvCxnSpPr>
          <p:spPr>
            <a:xfrm flipV="1">
              <a:off x="8527729" y="1908229"/>
              <a:ext cx="771548" cy="100005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78" name="Straight Arrow Connector 377">
              <a:extLst>
                <a:ext uri="{FF2B5EF4-FFF2-40B4-BE49-F238E27FC236}">
                  <a16:creationId xmlns:a16="http://schemas.microsoft.com/office/drawing/2014/main" id="{930AA8B2-4D09-56B5-4ACC-8E9892F26E93}"/>
                </a:ext>
              </a:extLst>
            </p:cNvPr>
            <p:cNvCxnSpPr>
              <a:stCxn id="55" idx="7"/>
              <a:endCxn id="62" idx="2"/>
            </p:cNvCxnSpPr>
            <p:nvPr/>
          </p:nvCxnSpPr>
          <p:spPr>
            <a:xfrm flipV="1">
              <a:off x="8527729" y="2408255"/>
              <a:ext cx="698497" cy="500027"/>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80" name="Straight Arrow Connector 379">
              <a:extLst>
                <a:ext uri="{FF2B5EF4-FFF2-40B4-BE49-F238E27FC236}">
                  <a16:creationId xmlns:a16="http://schemas.microsoft.com/office/drawing/2014/main" id="{F81D1666-35B5-1C7E-32D7-0D0B757049A9}"/>
                </a:ext>
              </a:extLst>
            </p:cNvPr>
            <p:cNvCxnSpPr>
              <a:stCxn id="55" idx="6"/>
              <a:endCxn id="61" idx="2"/>
            </p:cNvCxnSpPr>
            <p:nvPr/>
          </p:nvCxnSpPr>
          <p:spPr>
            <a:xfrm flipV="1">
              <a:off x="8600780" y="3084642"/>
              <a:ext cx="625446" cy="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82" name="Straight Arrow Connector 381">
              <a:extLst>
                <a:ext uri="{FF2B5EF4-FFF2-40B4-BE49-F238E27FC236}">
                  <a16:creationId xmlns:a16="http://schemas.microsoft.com/office/drawing/2014/main" id="{6DE9BE4C-BE25-DFE8-138D-597F363E54AB}"/>
                </a:ext>
              </a:extLst>
            </p:cNvPr>
            <p:cNvCxnSpPr>
              <a:stCxn id="55" idx="6"/>
              <a:endCxn id="60" idx="2"/>
            </p:cNvCxnSpPr>
            <p:nvPr/>
          </p:nvCxnSpPr>
          <p:spPr>
            <a:xfrm>
              <a:off x="8600780" y="3084643"/>
              <a:ext cx="625446" cy="676386"/>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84" name="Straight Arrow Connector 383">
              <a:extLst>
                <a:ext uri="{FF2B5EF4-FFF2-40B4-BE49-F238E27FC236}">
                  <a16:creationId xmlns:a16="http://schemas.microsoft.com/office/drawing/2014/main" id="{9C91D968-18B2-71E4-BF9D-BE7120D3074D}"/>
                </a:ext>
              </a:extLst>
            </p:cNvPr>
            <p:cNvCxnSpPr>
              <a:stCxn id="55" idx="5"/>
              <a:endCxn id="59" idx="1"/>
            </p:cNvCxnSpPr>
            <p:nvPr/>
          </p:nvCxnSpPr>
          <p:spPr>
            <a:xfrm>
              <a:off x="8527729" y="3261004"/>
              <a:ext cx="771548" cy="100005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86" name="Straight Arrow Connector 385">
              <a:extLst>
                <a:ext uri="{FF2B5EF4-FFF2-40B4-BE49-F238E27FC236}">
                  <a16:creationId xmlns:a16="http://schemas.microsoft.com/office/drawing/2014/main" id="{96D4EDC3-7F1B-682C-51CE-ADD63BCD67A9}"/>
                </a:ext>
              </a:extLst>
            </p:cNvPr>
            <p:cNvCxnSpPr>
              <a:stCxn id="55" idx="5"/>
              <a:endCxn id="58" idx="1"/>
            </p:cNvCxnSpPr>
            <p:nvPr/>
          </p:nvCxnSpPr>
          <p:spPr>
            <a:xfrm>
              <a:off x="8527729" y="3261004"/>
              <a:ext cx="771548" cy="1676438"/>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88" name="Straight Arrow Connector 387">
              <a:extLst>
                <a:ext uri="{FF2B5EF4-FFF2-40B4-BE49-F238E27FC236}">
                  <a16:creationId xmlns:a16="http://schemas.microsoft.com/office/drawing/2014/main" id="{7BECCBCA-86E8-6FF2-23CD-97640F5DB01A}"/>
                </a:ext>
              </a:extLst>
            </p:cNvPr>
            <p:cNvCxnSpPr>
              <a:stCxn id="54" idx="7"/>
              <a:endCxn id="63" idx="3"/>
            </p:cNvCxnSpPr>
            <p:nvPr/>
          </p:nvCxnSpPr>
          <p:spPr>
            <a:xfrm flipV="1">
              <a:off x="8527729" y="1908229"/>
              <a:ext cx="771548" cy="1676440"/>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90" name="Straight Arrow Connector 389">
              <a:extLst>
                <a:ext uri="{FF2B5EF4-FFF2-40B4-BE49-F238E27FC236}">
                  <a16:creationId xmlns:a16="http://schemas.microsoft.com/office/drawing/2014/main" id="{B090EF36-D4FD-F4E3-CAF9-80C7DA7A5586}"/>
                </a:ext>
              </a:extLst>
            </p:cNvPr>
            <p:cNvCxnSpPr>
              <a:stCxn id="54" idx="7"/>
              <a:endCxn id="62" idx="3"/>
            </p:cNvCxnSpPr>
            <p:nvPr/>
          </p:nvCxnSpPr>
          <p:spPr>
            <a:xfrm flipV="1">
              <a:off x="8527729" y="2584616"/>
              <a:ext cx="771548" cy="1000053"/>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92" name="Straight Arrow Connector 391">
              <a:extLst>
                <a:ext uri="{FF2B5EF4-FFF2-40B4-BE49-F238E27FC236}">
                  <a16:creationId xmlns:a16="http://schemas.microsoft.com/office/drawing/2014/main" id="{0A8AA6C2-169E-101A-BB83-8AA904E2CE16}"/>
                </a:ext>
              </a:extLst>
            </p:cNvPr>
            <p:cNvCxnSpPr>
              <a:cxnSpLocks/>
              <a:stCxn id="54" idx="6"/>
              <a:endCxn id="61" idx="3"/>
            </p:cNvCxnSpPr>
            <p:nvPr/>
          </p:nvCxnSpPr>
          <p:spPr>
            <a:xfrm flipV="1">
              <a:off x="8600780" y="3261003"/>
              <a:ext cx="698497" cy="500027"/>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94" name="Straight Arrow Connector 393">
              <a:extLst>
                <a:ext uri="{FF2B5EF4-FFF2-40B4-BE49-F238E27FC236}">
                  <a16:creationId xmlns:a16="http://schemas.microsoft.com/office/drawing/2014/main" id="{86CD981D-AE33-716E-63AE-ACFD4EC1CA82}"/>
                </a:ext>
              </a:extLst>
            </p:cNvPr>
            <p:cNvCxnSpPr>
              <a:cxnSpLocks/>
              <a:stCxn id="54" idx="6"/>
              <a:endCxn id="60" idx="2"/>
            </p:cNvCxnSpPr>
            <p:nvPr/>
          </p:nvCxnSpPr>
          <p:spPr>
            <a:xfrm flipV="1">
              <a:off x="8600780" y="3761029"/>
              <a:ext cx="625446" cy="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398" name="Straight Arrow Connector 397">
              <a:extLst>
                <a:ext uri="{FF2B5EF4-FFF2-40B4-BE49-F238E27FC236}">
                  <a16:creationId xmlns:a16="http://schemas.microsoft.com/office/drawing/2014/main" id="{B91383E3-69DC-64F0-4951-D767562706F3}"/>
                </a:ext>
              </a:extLst>
            </p:cNvPr>
            <p:cNvCxnSpPr>
              <a:stCxn id="54" idx="5"/>
              <a:endCxn id="59" idx="2"/>
            </p:cNvCxnSpPr>
            <p:nvPr/>
          </p:nvCxnSpPr>
          <p:spPr>
            <a:xfrm>
              <a:off x="8527729" y="3937391"/>
              <a:ext cx="698497" cy="500025"/>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00" name="Straight Arrow Connector 399">
              <a:extLst>
                <a:ext uri="{FF2B5EF4-FFF2-40B4-BE49-F238E27FC236}">
                  <a16:creationId xmlns:a16="http://schemas.microsoft.com/office/drawing/2014/main" id="{3378A4BF-D877-444F-81E5-B23C3F955F44}"/>
                </a:ext>
              </a:extLst>
            </p:cNvPr>
            <p:cNvCxnSpPr>
              <a:stCxn id="54" idx="5"/>
              <a:endCxn id="58" idx="2"/>
            </p:cNvCxnSpPr>
            <p:nvPr/>
          </p:nvCxnSpPr>
          <p:spPr>
            <a:xfrm>
              <a:off x="8527729" y="3937391"/>
              <a:ext cx="698497" cy="1176412"/>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02" name="Straight Arrow Connector 401">
              <a:extLst>
                <a:ext uri="{FF2B5EF4-FFF2-40B4-BE49-F238E27FC236}">
                  <a16:creationId xmlns:a16="http://schemas.microsoft.com/office/drawing/2014/main" id="{2927ADFD-BAF5-C6F3-8AB3-DE5CDECE8B50}"/>
                </a:ext>
              </a:extLst>
            </p:cNvPr>
            <p:cNvCxnSpPr>
              <a:stCxn id="53" idx="5"/>
              <a:endCxn id="58" idx="2"/>
            </p:cNvCxnSpPr>
            <p:nvPr/>
          </p:nvCxnSpPr>
          <p:spPr>
            <a:xfrm>
              <a:off x="8527729" y="4613778"/>
              <a:ext cx="698497" cy="500025"/>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04" name="Straight Arrow Connector 403">
              <a:extLst>
                <a:ext uri="{FF2B5EF4-FFF2-40B4-BE49-F238E27FC236}">
                  <a16:creationId xmlns:a16="http://schemas.microsoft.com/office/drawing/2014/main" id="{1A8B63B7-5280-E735-97D5-8A25B1C74821}"/>
                </a:ext>
              </a:extLst>
            </p:cNvPr>
            <p:cNvCxnSpPr>
              <a:stCxn id="53" idx="6"/>
              <a:endCxn id="59" idx="2"/>
            </p:cNvCxnSpPr>
            <p:nvPr/>
          </p:nvCxnSpPr>
          <p:spPr>
            <a:xfrm flipV="1">
              <a:off x="8600780" y="4437416"/>
              <a:ext cx="625446" cy="1"/>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06" name="Straight Arrow Connector 405">
              <a:extLst>
                <a:ext uri="{FF2B5EF4-FFF2-40B4-BE49-F238E27FC236}">
                  <a16:creationId xmlns:a16="http://schemas.microsoft.com/office/drawing/2014/main" id="{EB69C083-067F-AFA4-2250-A3347A34A24A}"/>
                </a:ext>
              </a:extLst>
            </p:cNvPr>
            <p:cNvCxnSpPr>
              <a:stCxn id="53" idx="6"/>
              <a:endCxn id="60" idx="3"/>
            </p:cNvCxnSpPr>
            <p:nvPr/>
          </p:nvCxnSpPr>
          <p:spPr>
            <a:xfrm flipV="1">
              <a:off x="8600780" y="3937390"/>
              <a:ext cx="698497" cy="500027"/>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08" name="Straight Arrow Connector 407">
              <a:extLst>
                <a:ext uri="{FF2B5EF4-FFF2-40B4-BE49-F238E27FC236}">
                  <a16:creationId xmlns:a16="http://schemas.microsoft.com/office/drawing/2014/main" id="{58C19053-5BE3-CBF4-46E8-3C693BC7165D}"/>
                </a:ext>
              </a:extLst>
            </p:cNvPr>
            <p:cNvCxnSpPr>
              <a:stCxn id="53" idx="6"/>
              <a:endCxn id="61" idx="3"/>
            </p:cNvCxnSpPr>
            <p:nvPr/>
          </p:nvCxnSpPr>
          <p:spPr>
            <a:xfrm flipV="1">
              <a:off x="8600780" y="3261003"/>
              <a:ext cx="698497" cy="1176414"/>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10" name="Straight Arrow Connector 409">
              <a:extLst>
                <a:ext uri="{FF2B5EF4-FFF2-40B4-BE49-F238E27FC236}">
                  <a16:creationId xmlns:a16="http://schemas.microsoft.com/office/drawing/2014/main" id="{4FE91B80-AD61-EE8F-E2E4-662CF3E7AE5D}"/>
                </a:ext>
              </a:extLst>
            </p:cNvPr>
            <p:cNvCxnSpPr>
              <a:stCxn id="53" idx="7"/>
              <a:endCxn id="62" idx="3"/>
            </p:cNvCxnSpPr>
            <p:nvPr/>
          </p:nvCxnSpPr>
          <p:spPr>
            <a:xfrm flipV="1">
              <a:off x="8527729" y="2584616"/>
              <a:ext cx="771548" cy="1676440"/>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cxnSp>
          <p:nvCxnSpPr>
            <p:cNvPr id="412" name="Straight Arrow Connector 411">
              <a:extLst>
                <a:ext uri="{FF2B5EF4-FFF2-40B4-BE49-F238E27FC236}">
                  <a16:creationId xmlns:a16="http://schemas.microsoft.com/office/drawing/2014/main" id="{6E31244A-7AA6-911D-E7EF-33C55A29F911}"/>
                </a:ext>
              </a:extLst>
            </p:cNvPr>
            <p:cNvCxnSpPr>
              <a:stCxn id="53" idx="7"/>
              <a:endCxn id="63" idx="3"/>
            </p:cNvCxnSpPr>
            <p:nvPr/>
          </p:nvCxnSpPr>
          <p:spPr>
            <a:xfrm flipV="1">
              <a:off x="8527729" y="1908229"/>
              <a:ext cx="771548" cy="2352827"/>
            </a:xfrm>
            <a:prstGeom prst="straightConnector1">
              <a:avLst/>
            </a:prstGeom>
            <a:ln>
              <a:solidFill>
                <a:srgbClr val="79A9FE"/>
              </a:solidFill>
              <a:tailEnd type="triangle"/>
            </a:ln>
          </p:spPr>
          <p:style>
            <a:lnRef idx="2">
              <a:schemeClr val="accent1"/>
            </a:lnRef>
            <a:fillRef idx="0">
              <a:schemeClr val="accent1"/>
            </a:fillRef>
            <a:effectRef idx="1">
              <a:schemeClr val="accent1"/>
            </a:effectRef>
            <a:fontRef idx="minor">
              <a:schemeClr val="tx1"/>
            </a:fontRef>
          </p:style>
        </p:cxnSp>
      </p:grpSp>
      <p:grpSp>
        <p:nvGrpSpPr>
          <p:cNvPr id="57" name="Cloumn_1-">
            <a:extLst>
              <a:ext uri="{FF2B5EF4-FFF2-40B4-BE49-F238E27FC236}">
                <a16:creationId xmlns:a16="http://schemas.microsoft.com/office/drawing/2014/main" id="{76DDA778-96BF-8155-6A65-E8EF8064C111}"/>
              </a:ext>
            </a:extLst>
          </p:cNvPr>
          <p:cNvGrpSpPr/>
          <p:nvPr/>
        </p:nvGrpSpPr>
        <p:grpSpPr>
          <a:xfrm>
            <a:off x="9226226" y="2434956"/>
            <a:ext cx="498824" cy="3880759"/>
            <a:chOff x="1635447" y="1847271"/>
            <a:chExt cx="498824" cy="3880759"/>
          </a:xfrm>
          <a:solidFill>
            <a:srgbClr val="79A9FE"/>
          </a:solidFill>
        </p:grpSpPr>
        <p:sp>
          <p:nvSpPr>
            <p:cNvPr id="58" name="Ball_6">
              <a:extLst>
                <a:ext uri="{FF2B5EF4-FFF2-40B4-BE49-F238E27FC236}">
                  <a16:creationId xmlns:a16="http://schemas.microsoft.com/office/drawing/2014/main" id="{82A5A951-B4B2-8F4D-57F9-7228E38C97A2}"/>
                </a:ext>
              </a:extLst>
            </p:cNvPr>
            <p:cNvSpPr/>
            <p:nvPr/>
          </p:nvSpPr>
          <p:spPr>
            <a:xfrm>
              <a:off x="1635447" y="5229206"/>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59" name="Ball_5">
              <a:extLst>
                <a:ext uri="{FF2B5EF4-FFF2-40B4-BE49-F238E27FC236}">
                  <a16:creationId xmlns:a16="http://schemas.microsoft.com/office/drawing/2014/main" id="{ABE41EC3-601D-5CAA-3D5D-EC89F27D56F7}"/>
                </a:ext>
              </a:extLst>
            </p:cNvPr>
            <p:cNvSpPr/>
            <p:nvPr/>
          </p:nvSpPr>
          <p:spPr>
            <a:xfrm>
              <a:off x="1635447" y="4552819"/>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0" name="Ball_4">
              <a:extLst>
                <a:ext uri="{FF2B5EF4-FFF2-40B4-BE49-F238E27FC236}">
                  <a16:creationId xmlns:a16="http://schemas.microsoft.com/office/drawing/2014/main" id="{8FF259AA-50E9-228C-B030-BF78707EA079}"/>
                </a:ext>
              </a:extLst>
            </p:cNvPr>
            <p:cNvSpPr/>
            <p:nvPr/>
          </p:nvSpPr>
          <p:spPr>
            <a:xfrm>
              <a:off x="1635447" y="3876432"/>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1" name="Ball_3">
              <a:extLst>
                <a:ext uri="{FF2B5EF4-FFF2-40B4-BE49-F238E27FC236}">
                  <a16:creationId xmlns:a16="http://schemas.microsoft.com/office/drawing/2014/main" id="{3DDC5786-80EC-697C-8E51-1D6B0BF05F99}"/>
                </a:ext>
              </a:extLst>
            </p:cNvPr>
            <p:cNvSpPr/>
            <p:nvPr/>
          </p:nvSpPr>
          <p:spPr>
            <a:xfrm>
              <a:off x="1635447" y="3200045"/>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2" name="Ball_2">
              <a:extLst>
                <a:ext uri="{FF2B5EF4-FFF2-40B4-BE49-F238E27FC236}">
                  <a16:creationId xmlns:a16="http://schemas.microsoft.com/office/drawing/2014/main" id="{9497ED0F-EECA-A15F-1521-05E5CC59B517}"/>
                </a:ext>
              </a:extLst>
            </p:cNvPr>
            <p:cNvSpPr/>
            <p:nvPr/>
          </p:nvSpPr>
          <p:spPr>
            <a:xfrm>
              <a:off x="1635447" y="2523658"/>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63" name="Ball_1">
              <a:extLst>
                <a:ext uri="{FF2B5EF4-FFF2-40B4-BE49-F238E27FC236}">
                  <a16:creationId xmlns:a16="http://schemas.microsoft.com/office/drawing/2014/main" id="{BC907CF5-A948-EB6E-F4A5-FD3F11DD161A}"/>
                </a:ext>
              </a:extLst>
            </p:cNvPr>
            <p:cNvSpPr/>
            <p:nvPr/>
          </p:nvSpPr>
          <p:spPr>
            <a:xfrm>
              <a:off x="1635447" y="1847271"/>
              <a:ext cx="498824" cy="498824"/>
            </a:xfrm>
            <a:prstGeom prst="ellipse">
              <a:avLst/>
            </a:prstGeom>
            <a:grpFill/>
            <a:ln>
              <a:solidFill>
                <a:srgbClr val="79A9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sp>
        <p:nvSpPr>
          <p:cNvPr id="14" name="Sub_Title">
            <a:extLst>
              <a:ext uri="{FF2B5EF4-FFF2-40B4-BE49-F238E27FC236}">
                <a16:creationId xmlns:a16="http://schemas.microsoft.com/office/drawing/2014/main" id="{A4C28DDB-B81E-4706-F634-E2D3FCEA2112}"/>
              </a:ext>
            </a:extLst>
          </p:cNvPr>
          <p:cNvSpPr txBox="1">
            <a:spLocks noGrp="1"/>
          </p:cNvSpPr>
          <p:nvPr>
            <p:ph type="title" idx="4294967295"/>
          </p:nvPr>
        </p:nvSpPr>
        <p:spPr>
          <a:xfrm>
            <a:off x="1239915" y="818123"/>
            <a:ext cx="4179668" cy="548099"/>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kumimoji="0" lang="en-US" sz="2800" b="0" i="0" u="none" strike="noStrike" kern="100" cap="none" spc="0" normalizeH="0" baseline="0" noProof="0" dirty="0">
                <a:ln>
                  <a:noFill/>
                </a:ln>
                <a:solidFill>
                  <a:schemeClr val="tx1"/>
                </a:solidFill>
                <a:effectLst/>
                <a:uLnTx/>
                <a:uFillTx/>
                <a:latin typeface="Times New Roman" panose="02020603050405020304" pitchFamily="18" charset="0"/>
                <a:ea typeface="Aptos" panose="020B0004020202020204" pitchFamily="34" charset="0"/>
                <a:cs typeface="Times New Roman" panose="02020603050405020304" pitchFamily="18" charset="0"/>
              </a:rPr>
              <a:t>Architecture Overview</a:t>
            </a:r>
            <a:endParaRPr kumimoji="0" lang="en-AS" sz="1200" b="0" i="0" u="none" strike="noStrike" kern="100" cap="none" spc="0" normalizeH="0" baseline="0" noProof="0" dirty="0">
              <a:ln>
                <a:noFill/>
              </a:ln>
              <a:solidFill>
                <a:schemeClr val="tx1"/>
              </a:solidFill>
              <a:effectLst/>
              <a:uLnTx/>
              <a:uFillTx/>
              <a:latin typeface="Times New Roman" panose="02020603050405020304" pitchFamily="18" charset="0"/>
              <a:ea typeface="Aptos" panose="020B0004020202020204" pitchFamily="34" charset="0"/>
              <a:cs typeface="Times New Roman" panose="02020603050405020304" pitchFamily="18" charset="0"/>
            </a:endParaRPr>
          </a:p>
        </p:txBody>
      </p:sp>
      <p:sp>
        <p:nvSpPr>
          <p:cNvPr id="414" name="TextBox 413">
            <a:extLst>
              <a:ext uri="{FF2B5EF4-FFF2-40B4-BE49-F238E27FC236}">
                <a16:creationId xmlns:a16="http://schemas.microsoft.com/office/drawing/2014/main" id="{19FEA530-3F5C-789A-4AB2-151EC9D948C9}"/>
              </a:ext>
            </a:extLst>
          </p:cNvPr>
          <p:cNvSpPr txBox="1"/>
          <p:nvPr/>
        </p:nvSpPr>
        <p:spPr>
          <a:xfrm>
            <a:off x="2305811" y="6423025"/>
            <a:ext cx="856489" cy="276999"/>
          </a:xfrm>
          <a:prstGeom prst="rect">
            <a:avLst/>
          </a:prstGeom>
          <a:noFill/>
        </p:spPr>
        <p:txBody>
          <a:bodyPr wrap="square" rtlCol="0">
            <a:spAutoFit/>
          </a:bodyPr>
          <a:lstStyle/>
          <a:p>
            <a:pPr algn="ctr"/>
            <a:r>
              <a:rPr lang="en-US" sz="1200" dirty="0">
                <a:latin typeface="Times New Roman" panose="02020603050405020304" pitchFamily="18" charset="0"/>
                <a:cs typeface="Times New Roman" panose="02020603050405020304" pitchFamily="18" charset="0"/>
              </a:rPr>
              <a:t>Input Data</a:t>
            </a:r>
            <a:endParaRPr lang="en-AS" sz="1200" dirty="0">
              <a:latin typeface="Times New Roman" panose="02020603050405020304" pitchFamily="18" charset="0"/>
              <a:cs typeface="Times New Roman" panose="02020603050405020304" pitchFamily="18" charset="0"/>
            </a:endParaRPr>
          </a:p>
        </p:txBody>
      </p:sp>
      <p:sp>
        <p:nvSpPr>
          <p:cNvPr id="415" name="TextBox 414">
            <a:extLst>
              <a:ext uri="{FF2B5EF4-FFF2-40B4-BE49-F238E27FC236}">
                <a16:creationId xmlns:a16="http://schemas.microsoft.com/office/drawing/2014/main" id="{D5953F37-E444-DE29-E384-A617F158D0FE}"/>
              </a:ext>
            </a:extLst>
          </p:cNvPr>
          <p:cNvSpPr txBox="1"/>
          <p:nvPr/>
        </p:nvSpPr>
        <p:spPr>
          <a:xfrm>
            <a:off x="8915401" y="6331743"/>
            <a:ext cx="1154430" cy="461665"/>
          </a:xfrm>
          <a:prstGeom prst="rect">
            <a:avLst/>
          </a:prstGeom>
          <a:noFill/>
        </p:spPr>
        <p:txBody>
          <a:bodyPr wrap="square" rtlCol="0">
            <a:spAutoFit/>
          </a:bodyPr>
          <a:lstStyle/>
          <a:p>
            <a:pPr algn="ctr"/>
            <a:r>
              <a:rPr lang="en-US" sz="1200" dirty="0">
                <a:latin typeface="Times New Roman" panose="02020603050405020304" pitchFamily="18" charset="0"/>
                <a:cs typeface="Times New Roman" panose="02020603050405020304" pitchFamily="18" charset="0"/>
              </a:rPr>
              <a:t>Reconstructed </a:t>
            </a:r>
          </a:p>
          <a:p>
            <a:pPr algn="ctr"/>
            <a:r>
              <a:rPr lang="en-US" sz="1200" dirty="0">
                <a:latin typeface="Times New Roman" panose="02020603050405020304" pitchFamily="18" charset="0"/>
                <a:cs typeface="Times New Roman" panose="02020603050405020304" pitchFamily="18" charset="0"/>
              </a:rPr>
              <a:t>Data</a:t>
            </a:r>
            <a:endParaRPr lang="en-AS" sz="1200" dirty="0">
              <a:latin typeface="Times New Roman" panose="02020603050405020304" pitchFamily="18" charset="0"/>
              <a:cs typeface="Times New Roman" panose="02020603050405020304" pitchFamily="18" charset="0"/>
            </a:endParaRPr>
          </a:p>
        </p:txBody>
      </p:sp>
      <p:sp>
        <p:nvSpPr>
          <p:cNvPr id="416" name="TextBox 415">
            <a:extLst>
              <a:ext uri="{FF2B5EF4-FFF2-40B4-BE49-F238E27FC236}">
                <a16:creationId xmlns:a16="http://schemas.microsoft.com/office/drawing/2014/main" id="{E6673DD3-C1E3-75B9-5618-C158ADD27D4A}"/>
              </a:ext>
            </a:extLst>
          </p:cNvPr>
          <p:cNvSpPr txBox="1"/>
          <p:nvPr/>
        </p:nvSpPr>
        <p:spPr>
          <a:xfrm>
            <a:off x="5543670" y="5203825"/>
            <a:ext cx="1104661" cy="461665"/>
          </a:xfrm>
          <a:prstGeom prst="rect">
            <a:avLst/>
          </a:prstGeom>
          <a:noFill/>
        </p:spPr>
        <p:txBody>
          <a:bodyPr wrap="square" rtlCol="0">
            <a:spAutoFit/>
          </a:bodyPr>
          <a:lstStyle/>
          <a:p>
            <a:pPr algn="ctr"/>
            <a:r>
              <a:rPr lang="en-US" sz="1200" dirty="0">
                <a:latin typeface="Times New Roman" panose="02020603050405020304" pitchFamily="18" charset="0"/>
                <a:cs typeface="Times New Roman" panose="02020603050405020304" pitchFamily="18" charset="0"/>
              </a:rPr>
              <a:t>Bottleneck</a:t>
            </a:r>
          </a:p>
          <a:p>
            <a:pPr algn="ctr"/>
            <a:r>
              <a:rPr lang="en-US" sz="1200" dirty="0">
                <a:latin typeface="Times New Roman" panose="02020603050405020304" pitchFamily="18" charset="0"/>
                <a:cs typeface="Times New Roman" panose="02020603050405020304" pitchFamily="18" charset="0"/>
              </a:rPr>
              <a:t>(encoded data)</a:t>
            </a:r>
            <a:endParaRPr lang="en-AS" sz="1200" dirty="0">
              <a:latin typeface="Times New Roman" panose="02020603050405020304" pitchFamily="18" charset="0"/>
              <a:cs typeface="Times New Roman" panose="02020603050405020304" pitchFamily="18" charset="0"/>
            </a:endParaRPr>
          </a:p>
        </p:txBody>
      </p:sp>
      <p:sp>
        <p:nvSpPr>
          <p:cNvPr id="417" name="Encoder">
            <a:extLst>
              <a:ext uri="{FF2B5EF4-FFF2-40B4-BE49-F238E27FC236}">
                <a16:creationId xmlns:a16="http://schemas.microsoft.com/office/drawing/2014/main" id="{FC819124-FFCD-8FFB-CAD0-F72BFD7DDCC5}"/>
              </a:ext>
            </a:extLst>
          </p:cNvPr>
          <p:cNvSpPr/>
          <p:nvPr/>
        </p:nvSpPr>
        <p:spPr>
          <a:xfrm>
            <a:off x="2841580" y="1476469"/>
            <a:ext cx="1938020" cy="515322"/>
          </a:xfrm>
          <a:prstGeom prst="roundRect">
            <a:avLst>
              <a:gd name="adj" fmla="val 50000"/>
            </a:avLst>
          </a:prstGeom>
          <a:solidFill>
            <a:schemeClr val="bg2"/>
          </a:solidFill>
          <a:ln>
            <a:solidFill>
              <a:schemeClr val="bg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latin typeface="Times New Roman" panose="02020603050405020304" pitchFamily="18" charset="0"/>
                <a:cs typeface="Times New Roman" panose="02020603050405020304" pitchFamily="18" charset="0"/>
              </a:rPr>
              <a:t>Encoder</a:t>
            </a:r>
            <a:endParaRPr lang="en-AS" sz="1600" dirty="0">
              <a:solidFill>
                <a:schemeClr val="tx1"/>
              </a:solidFill>
              <a:latin typeface="Times New Roman" panose="02020603050405020304" pitchFamily="18" charset="0"/>
              <a:cs typeface="Times New Roman" panose="02020603050405020304" pitchFamily="18" charset="0"/>
            </a:endParaRPr>
          </a:p>
        </p:txBody>
      </p:sp>
      <p:grpSp>
        <p:nvGrpSpPr>
          <p:cNvPr id="445" name="Encoder_Line">
            <a:extLst>
              <a:ext uri="{FF2B5EF4-FFF2-40B4-BE49-F238E27FC236}">
                <a16:creationId xmlns:a16="http://schemas.microsoft.com/office/drawing/2014/main" id="{31A67C87-6EF2-B357-0D7E-236F1457A73C}"/>
              </a:ext>
            </a:extLst>
          </p:cNvPr>
          <p:cNvGrpSpPr/>
          <p:nvPr/>
        </p:nvGrpSpPr>
        <p:grpSpPr>
          <a:xfrm>
            <a:off x="2385867" y="1991791"/>
            <a:ext cx="2849446" cy="456135"/>
            <a:chOff x="2385867" y="1991791"/>
            <a:chExt cx="2849446" cy="456135"/>
          </a:xfrm>
        </p:grpSpPr>
        <p:cxnSp>
          <p:nvCxnSpPr>
            <p:cNvPr id="433" name="Straight Connector 432">
              <a:extLst>
                <a:ext uri="{FF2B5EF4-FFF2-40B4-BE49-F238E27FC236}">
                  <a16:creationId xmlns:a16="http://schemas.microsoft.com/office/drawing/2014/main" id="{EAE88A44-7108-9632-BD84-F3DC32489B43}"/>
                </a:ext>
              </a:extLst>
            </p:cNvPr>
            <p:cNvCxnSpPr/>
            <p:nvPr/>
          </p:nvCxnSpPr>
          <p:spPr>
            <a:xfrm flipH="1">
              <a:off x="2385867" y="2203450"/>
              <a:ext cx="2849446" cy="0"/>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37" name="Straight Connector 436">
              <a:extLst>
                <a:ext uri="{FF2B5EF4-FFF2-40B4-BE49-F238E27FC236}">
                  <a16:creationId xmlns:a16="http://schemas.microsoft.com/office/drawing/2014/main" id="{D5B0530C-71B8-9856-F034-6E1908981AEA}"/>
                </a:ext>
              </a:extLst>
            </p:cNvPr>
            <p:cNvCxnSpPr/>
            <p:nvPr/>
          </p:nvCxnSpPr>
          <p:spPr>
            <a:xfrm>
              <a:off x="5225789" y="2195514"/>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42" name="Straight Connector 441">
              <a:extLst>
                <a:ext uri="{FF2B5EF4-FFF2-40B4-BE49-F238E27FC236}">
                  <a16:creationId xmlns:a16="http://schemas.microsoft.com/office/drawing/2014/main" id="{F59E79CB-9097-6E5C-7558-6BF27025762D}"/>
                </a:ext>
              </a:extLst>
            </p:cNvPr>
            <p:cNvCxnSpPr/>
            <p:nvPr/>
          </p:nvCxnSpPr>
          <p:spPr>
            <a:xfrm>
              <a:off x="2392102" y="2193926"/>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44" name="Straight Connector 443">
              <a:extLst>
                <a:ext uri="{FF2B5EF4-FFF2-40B4-BE49-F238E27FC236}">
                  <a16:creationId xmlns:a16="http://schemas.microsoft.com/office/drawing/2014/main" id="{45D5D9B7-2F68-0F03-54BC-AA74E51DC240}"/>
                </a:ext>
              </a:extLst>
            </p:cNvPr>
            <p:cNvCxnSpPr>
              <a:stCxn id="417" idx="2"/>
            </p:cNvCxnSpPr>
            <p:nvPr/>
          </p:nvCxnSpPr>
          <p:spPr>
            <a:xfrm>
              <a:off x="3810590" y="1991791"/>
              <a:ext cx="0" cy="202135"/>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grpSp>
      <p:sp>
        <p:nvSpPr>
          <p:cNvPr id="418" name="Latent Space">
            <a:extLst>
              <a:ext uri="{FF2B5EF4-FFF2-40B4-BE49-F238E27FC236}">
                <a16:creationId xmlns:a16="http://schemas.microsoft.com/office/drawing/2014/main" id="{909396F3-8610-E380-5F5D-034A8F9B09F0}"/>
              </a:ext>
            </a:extLst>
          </p:cNvPr>
          <p:cNvSpPr/>
          <p:nvPr/>
        </p:nvSpPr>
        <p:spPr>
          <a:xfrm>
            <a:off x="5126990" y="1476469"/>
            <a:ext cx="1938020" cy="515322"/>
          </a:xfrm>
          <a:prstGeom prst="roundRect">
            <a:avLst>
              <a:gd name="adj" fmla="val 50000"/>
            </a:avLst>
          </a:prstGeom>
          <a:solidFill>
            <a:schemeClr val="bg2"/>
          </a:solidFill>
          <a:ln>
            <a:solidFill>
              <a:schemeClr val="bg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latin typeface="Times New Roman" panose="02020603050405020304" pitchFamily="18" charset="0"/>
                <a:cs typeface="Times New Roman" panose="02020603050405020304" pitchFamily="18" charset="0"/>
              </a:rPr>
              <a:t>Latent Space</a:t>
            </a:r>
            <a:endParaRPr lang="en-AS" sz="1600" dirty="0">
              <a:solidFill>
                <a:schemeClr val="tx1"/>
              </a:solidFill>
              <a:latin typeface="Times New Roman" panose="02020603050405020304" pitchFamily="18" charset="0"/>
              <a:cs typeface="Times New Roman" panose="02020603050405020304" pitchFamily="18" charset="0"/>
            </a:endParaRPr>
          </a:p>
        </p:txBody>
      </p:sp>
      <p:grpSp>
        <p:nvGrpSpPr>
          <p:cNvPr id="451" name="Latent Space_Line">
            <a:extLst>
              <a:ext uri="{FF2B5EF4-FFF2-40B4-BE49-F238E27FC236}">
                <a16:creationId xmlns:a16="http://schemas.microsoft.com/office/drawing/2014/main" id="{9B328DC0-17AF-09CA-C993-FE9411464353}"/>
              </a:ext>
            </a:extLst>
          </p:cNvPr>
          <p:cNvGrpSpPr/>
          <p:nvPr/>
        </p:nvGrpSpPr>
        <p:grpSpPr>
          <a:xfrm>
            <a:off x="5376863" y="1991791"/>
            <a:ext cx="1440656" cy="456135"/>
            <a:chOff x="2385867" y="1991791"/>
            <a:chExt cx="2849446" cy="456135"/>
          </a:xfrm>
        </p:grpSpPr>
        <p:cxnSp>
          <p:nvCxnSpPr>
            <p:cNvPr id="452" name="Straight Connector 451">
              <a:extLst>
                <a:ext uri="{FF2B5EF4-FFF2-40B4-BE49-F238E27FC236}">
                  <a16:creationId xmlns:a16="http://schemas.microsoft.com/office/drawing/2014/main" id="{79F3276D-08ED-3F6F-7EE9-C2A67045E912}"/>
                </a:ext>
              </a:extLst>
            </p:cNvPr>
            <p:cNvCxnSpPr/>
            <p:nvPr/>
          </p:nvCxnSpPr>
          <p:spPr>
            <a:xfrm flipH="1">
              <a:off x="2385867" y="2203450"/>
              <a:ext cx="2849446" cy="0"/>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53" name="Straight Connector 452">
              <a:extLst>
                <a:ext uri="{FF2B5EF4-FFF2-40B4-BE49-F238E27FC236}">
                  <a16:creationId xmlns:a16="http://schemas.microsoft.com/office/drawing/2014/main" id="{7F0E5165-ECE3-AD3D-19CB-C385758EBAD7}"/>
                </a:ext>
              </a:extLst>
            </p:cNvPr>
            <p:cNvCxnSpPr/>
            <p:nvPr/>
          </p:nvCxnSpPr>
          <p:spPr>
            <a:xfrm>
              <a:off x="5225789" y="2195514"/>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54" name="Straight Connector 453">
              <a:extLst>
                <a:ext uri="{FF2B5EF4-FFF2-40B4-BE49-F238E27FC236}">
                  <a16:creationId xmlns:a16="http://schemas.microsoft.com/office/drawing/2014/main" id="{C31C2D3D-0CC9-3661-7B34-DE54410C126B}"/>
                </a:ext>
              </a:extLst>
            </p:cNvPr>
            <p:cNvCxnSpPr/>
            <p:nvPr/>
          </p:nvCxnSpPr>
          <p:spPr>
            <a:xfrm>
              <a:off x="2392102" y="2193926"/>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55" name="Straight Connector 454">
              <a:extLst>
                <a:ext uri="{FF2B5EF4-FFF2-40B4-BE49-F238E27FC236}">
                  <a16:creationId xmlns:a16="http://schemas.microsoft.com/office/drawing/2014/main" id="{99AD91EC-6553-5C7D-1398-0126FB78780E}"/>
                </a:ext>
              </a:extLst>
            </p:cNvPr>
            <p:cNvCxnSpPr>
              <a:cxnSpLocks/>
              <a:stCxn id="418" idx="2"/>
            </p:cNvCxnSpPr>
            <p:nvPr/>
          </p:nvCxnSpPr>
          <p:spPr>
            <a:xfrm>
              <a:off x="3810590" y="1991791"/>
              <a:ext cx="0" cy="202135"/>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grpSp>
      <p:grpSp>
        <p:nvGrpSpPr>
          <p:cNvPr id="457" name="Decoder_Line">
            <a:extLst>
              <a:ext uri="{FF2B5EF4-FFF2-40B4-BE49-F238E27FC236}">
                <a16:creationId xmlns:a16="http://schemas.microsoft.com/office/drawing/2014/main" id="{AB99C280-528B-D220-556E-0D367127C5CB}"/>
              </a:ext>
            </a:extLst>
          </p:cNvPr>
          <p:cNvGrpSpPr/>
          <p:nvPr/>
        </p:nvGrpSpPr>
        <p:grpSpPr>
          <a:xfrm>
            <a:off x="6960250" y="1991791"/>
            <a:ext cx="2849446" cy="456135"/>
            <a:chOff x="2385867" y="1991791"/>
            <a:chExt cx="2849446" cy="456135"/>
          </a:xfrm>
        </p:grpSpPr>
        <p:cxnSp>
          <p:nvCxnSpPr>
            <p:cNvPr id="458" name="Straight Connector 457">
              <a:extLst>
                <a:ext uri="{FF2B5EF4-FFF2-40B4-BE49-F238E27FC236}">
                  <a16:creationId xmlns:a16="http://schemas.microsoft.com/office/drawing/2014/main" id="{53DBC465-9F41-C3FE-DF1E-627D5F12E0E4}"/>
                </a:ext>
              </a:extLst>
            </p:cNvPr>
            <p:cNvCxnSpPr/>
            <p:nvPr/>
          </p:nvCxnSpPr>
          <p:spPr>
            <a:xfrm flipH="1">
              <a:off x="2385867" y="2203450"/>
              <a:ext cx="2849446" cy="0"/>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59" name="Straight Connector 458">
              <a:extLst>
                <a:ext uri="{FF2B5EF4-FFF2-40B4-BE49-F238E27FC236}">
                  <a16:creationId xmlns:a16="http://schemas.microsoft.com/office/drawing/2014/main" id="{9E187C15-5FA6-594D-2574-A76BD3549181}"/>
                </a:ext>
              </a:extLst>
            </p:cNvPr>
            <p:cNvCxnSpPr/>
            <p:nvPr/>
          </p:nvCxnSpPr>
          <p:spPr>
            <a:xfrm>
              <a:off x="5225789" y="2195514"/>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E0DC14D5-9FA2-EC6B-2361-CB3047E07DA9}"/>
                </a:ext>
              </a:extLst>
            </p:cNvPr>
            <p:cNvCxnSpPr/>
            <p:nvPr/>
          </p:nvCxnSpPr>
          <p:spPr>
            <a:xfrm>
              <a:off x="2392102" y="2193926"/>
              <a:ext cx="0" cy="252412"/>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BDB4E96C-02C8-98AA-A00D-B0B74A1E52F3}"/>
                </a:ext>
              </a:extLst>
            </p:cNvPr>
            <p:cNvCxnSpPr>
              <a:cxnSpLocks/>
              <a:stCxn id="419" idx="2"/>
            </p:cNvCxnSpPr>
            <p:nvPr/>
          </p:nvCxnSpPr>
          <p:spPr>
            <a:xfrm>
              <a:off x="3809474" y="1991791"/>
              <a:ext cx="1116" cy="202135"/>
            </a:xfrm>
            <a:prstGeom prst="line">
              <a:avLst/>
            </a:prstGeom>
            <a:ln>
              <a:solidFill>
                <a:srgbClr val="747474"/>
              </a:solidFill>
            </a:ln>
          </p:spPr>
          <p:style>
            <a:lnRef idx="2">
              <a:schemeClr val="accent1"/>
            </a:lnRef>
            <a:fillRef idx="0">
              <a:schemeClr val="accent1"/>
            </a:fillRef>
            <a:effectRef idx="1">
              <a:schemeClr val="accent1"/>
            </a:effectRef>
            <a:fontRef idx="minor">
              <a:schemeClr val="tx1"/>
            </a:fontRef>
          </p:style>
        </p:cxnSp>
      </p:grpSp>
      <p:sp>
        <p:nvSpPr>
          <p:cNvPr id="419" name="Decoder">
            <a:extLst>
              <a:ext uri="{FF2B5EF4-FFF2-40B4-BE49-F238E27FC236}">
                <a16:creationId xmlns:a16="http://schemas.microsoft.com/office/drawing/2014/main" id="{4CAF0928-90C5-705B-111E-76FB30B17A8C}"/>
              </a:ext>
            </a:extLst>
          </p:cNvPr>
          <p:cNvSpPr/>
          <p:nvPr/>
        </p:nvSpPr>
        <p:spPr>
          <a:xfrm>
            <a:off x="7414847" y="1476469"/>
            <a:ext cx="1938020" cy="515322"/>
          </a:xfrm>
          <a:prstGeom prst="roundRect">
            <a:avLst>
              <a:gd name="adj" fmla="val 50000"/>
            </a:avLst>
          </a:prstGeom>
          <a:solidFill>
            <a:schemeClr val="bg2"/>
          </a:solidFill>
          <a:ln>
            <a:solidFill>
              <a:schemeClr val="bg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latin typeface="Times New Roman" panose="02020603050405020304" pitchFamily="18" charset="0"/>
                <a:cs typeface="Times New Roman" panose="02020603050405020304" pitchFamily="18" charset="0"/>
              </a:rPr>
              <a:t>Decoder</a:t>
            </a:r>
            <a:endParaRPr lang="en-AS" sz="1600" dirty="0">
              <a:solidFill>
                <a:schemeClr val="tx1"/>
              </a:solidFill>
              <a:latin typeface="Times New Roman" panose="02020603050405020304" pitchFamily="18" charset="0"/>
              <a:cs typeface="Times New Roman" panose="02020603050405020304" pitchFamily="18" charset="0"/>
            </a:endParaRPr>
          </a:p>
        </p:txBody>
      </p:sp>
      <p:sp>
        <p:nvSpPr>
          <p:cNvPr id="12" name="Title 16">
            <a:extLst>
              <a:ext uri="{FF2B5EF4-FFF2-40B4-BE49-F238E27FC236}">
                <a16:creationId xmlns:a16="http://schemas.microsoft.com/office/drawing/2014/main" id="{5C5AAB94-8EBB-EFE6-0C40-803B1AFEC1D1}"/>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a:latin typeface="Times New Roman" panose="02020603050405020304" pitchFamily="18" charset="0"/>
                <a:ea typeface="+mn-ea"/>
                <a:cs typeface="Times New Roman" panose="02020603050405020304" pitchFamily="18" charset="0"/>
              </a:rPr>
              <a:t>AI Models</a:t>
            </a:r>
            <a:endParaRPr lang="en-US" sz="3600" dirty="0">
              <a:latin typeface="Times New Roman" panose="02020603050405020304" pitchFamily="18" charset="0"/>
              <a:ea typeface="+mn-ea"/>
              <a:cs typeface="Times New Roman" panose="02020603050405020304" pitchFamily="18" charset="0"/>
            </a:endParaRPr>
          </a:p>
        </p:txBody>
      </p:sp>
      <p:pic>
        <p:nvPicPr>
          <p:cNvPr id="13" name="Graphic 12" descr="Illustrator with solid fill">
            <a:extLst>
              <a:ext uri="{FF2B5EF4-FFF2-40B4-BE49-F238E27FC236}">
                <a16:creationId xmlns:a16="http://schemas.microsoft.com/office/drawing/2014/main" id="{01783E34-96DA-EA76-7AB9-CA282810F03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15" name="!!Film_Tabe_1">
            <a:extLst>
              <a:ext uri="{FF2B5EF4-FFF2-40B4-BE49-F238E27FC236}">
                <a16:creationId xmlns:a16="http://schemas.microsoft.com/office/drawing/2014/main" id="{C9B115CB-256E-AD65-B4C5-565E2E573076}"/>
              </a:ext>
            </a:extLst>
          </p:cNvPr>
          <p:cNvGrpSpPr/>
          <p:nvPr/>
        </p:nvGrpSpPr>
        <p:grpSpPr>
          <a:xfrm rot="16200000">
            <a:off x="-10911965" y="-1996003"/>
            <a:ext cx="21467809" cy="1961092"/>
            <a:chOff x="-5996785" y="2448454"/>
            <a:chExt cx="21467809" cy="1961092"/>
          </a:xfrm>
          <a:effectLst>
            <a:outerShdw blurRad="12700" dist="50800" dir="2700000" algn="tl" rotWithShape="0">
              <a:schemeClr val="tx1">
                <a:alpha val="40000"/>
              </a:schemeClr>
            </a:outerShdw>
          </a:effectLst>
        </p:grpSpPr>
        <p:grpSp>
          <p:nvGrpSpPr>
            <p:cNvPr id="16" name="Group 15">
              <a:extLst>
                <a:ext uri="{FF2B5EF4-FFF2-40B4-BE49-F238E27FC236}">
                  <a16:creationId xmlns:a16="http://schemas.microsoft.com/office/drawing/2014/main" id="{6856458B-3BC1-11F0-B2B8-5D3D895B6B8A}"/>
                </a:ext>
              </a:extLst>
            </p:cNvPr>
            <p:cNvGrpSpPr/>
            <p:nvPr/>
          </p:nvGrpSpPr>
          <p:grpSpPr>
            <a:xfrm>
              <a:off x="7372077" y="2448455"/>
              <a:ext cx="2738174" cy="1961091"/>
              <a:chOff x="4726913" y="2438401"/>
              <a:chExt cx="2738174" cy="1961091"/>
            </a:xfrm>
          </p:grpSpPr>
          <p:sp>
            <p:nvSpPr>
              <p:cNvPr id="474" name="Graphic 2" descr="Film strip outline">
                <a:extLst>
                  <a:ext uri="{FF2B5EF4-FFF2-40B4-BE49-F238E27FC236}">
                    <a16:creationId xmlns:a16="http://schemas.microsoft.com/office/drawing/2014/main" id="{90BDE6C2-D3AD-BBF3-1B3D-92FE8CFC709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5" name="Straight Connector 474">
                <a:extLst>
                  <a:ext uri="{FF2B5EF4-FFF2-40B4-BE49-F238E27FC236}">
                    <a16:creationId xmlns:a16="http://schemas.microsoft.com/office/drawing/2014/main" id="{227E94B2-C70C-F6A3-3BA5-93E11BBBE66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6" name="TextBox 475">
                <a:extLst>
                  <a:ext uri="{FF2B5EF4-FFF2-40B4-BE49-F238E27FC236}">
                    <a16:creationId xmlns:a16="http://schemas.microsoft.com/office/drawing/2014/main" id="{A027748D-B434-AC04-8CA3-D7F02032B35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8219ABB2-ED92-000D-5993-2BC141082E3C}"/>
                </a:ext>
              </a:extLst>
            </p:cNvPr>
            <p:cNvGrpSpPr/>
            <p:nvPr/>
          </p:nvGrpSpPr>
          <p:grpSpPr>
            <a:xfrm>
              <a:off x="4702657" y="2448455"/>
              <a:ext cx="2738174" cy="1961091"/>
              <a:chOff x="4726913" y="2438401"/>
              <a:chExt cx="2738174" cy="1961091"/>
            </a:xfrm>
          </p:grpSpPr>
          <p:sp>
            <p:nvSpPr>
              <p:cNvPr id="471" name="Graphic 2" descr="Film strip outline">
                <a:extLst>
                  <a:ext uri="{FF2B5EF4-FFF2-40B4-BE49-F238E27FC236}">
                    <a16:creationId xmlns:a16="http://schemas.microsoft.com/office/drawing/2014/main" id="{3BEB32FF-0E37-E013-28E9-5BF81DFD4AB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2" name="Straight Connector 471">
                <a:extLst>
                  <a:ext uri="{FF2B5EF4-FFF2-40B4-BE49-F238E27FC236}">
                    <a16:creationId xmlns:a16="http://schemas.microsoft.com/office/drawing/2014/main" id="{B8063F0D-EE88-4C9E-53D8-BDA055F7B25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3" name="TextBox 472">
                <a:extLst>
                  <a:ext uri="{FF2B5EF4-FFF2-40B4-BE49-F238E27FC236}">
                    <a16:creationId xmlns:a16="http://schemas.microsoft.com/office/drawing/2014/main" id="{47BEC6AC-85B6-3BEB-DF46-4FED8B55456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FE42EDC1-ADC9-9901-1C3A-A5730F902518}"/>
                </a:ext>
              </a:extLst>
            </p:cNvPr>
            <p:cNvGrpSpPr/>
            <p:nvPr/>
          </p:nvGrpSpPr>
          <p:grpSpPr>
            <a:xfrm>
              <a:off x="12732850" y="2448455"/>
              <a:ext cx="2738174" cy="1961091"/>
              <a:chOff x="4726913" y="2438401"/>
              <a:chExt cx="2738174" cy="1961091"/>
            </a:xfrm>
          </p:grpSpPr>
          <p:sp>
            <p:nvSpPr>
              <p:cNvPr id="468" name="Graphic 2" descr="Film strip outline">
                <a:extLst>
                  <a:ext uri="{FF2B5EF4-FFF2-40B4-BE49-F238E27FC236}">
                    <a16:creationId xmlns:a16="http://schemas.microsoft.com/office/drawing/2014/main" id="{8FFCBA5A-280C-D0A6-A11D-EC5A5D223F2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9" name="Straight Connector 468">
                <a:extLst>
                  <a:ext uri="{FF2B5EF4-FFF2-40B4-BE49-F238E27FC236}">
                    <a16:creationId xmlns:a16="http://schemas.microsoft.com/office/drawing/2014/main" id="{43C400D6-6028-A7B3-08DF-41ED1988F9E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0" name="TextBox 469">
                <a:extLst>
                  <a:ext uri="{FF2B5EF4-FFF2-40B4-BE49-F238E27FC236}">
                    <a16:creationId xmlns:a16="http://schemas.microsoft.com/office/drawing/2014/main" id="{2A27527C-A6E3-C1D4-73DD-CB1CFADCF38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23B5C33E-044C-C68E-767D-BE3B882512F9}"/>
                </a:ext>
              </a:extLst>
            </p:cNvPr>
            <p:cNvGrpSpPr/>
            <p:nvPr/>
          </p:nvGrpSpPr>
          <p:grpSpPr>
            <a:xfrm>
              <a:off x="10063430" y="2448455"/>
              <a:ext cx="2738174" cy="1961091"/>
              <a:chOff x="4726913" y="2438401"/>
              <a:chExt cx="2738174" cy="1961091"/>
            </a:xfrm>
          </p:grpSpPr>
          <p:sp>
            <p:nvSpPr>
              <p:cNvPr id="465" name="Graphic 2" descr="Film strip outline">
                <a:extLst>
                  <a:ext uri="{FF2B5EF4-FFF2-40B4-BE49-F238E27FC236}">
                    <a16:creationId xmlns:a16="http://schemas.microsoft.com/office/drawing/2014/main" id="{3A56A624-8899-267F-4433-E4E5F58E5B0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6" name="Straight Connector 465">
                <a:extLst>
                  <a:ext uri="{FF2B5EF4-FFF2-40B4-BE49-F238E27FC236}">
                    <a16:creationId xmlns:a16="http://schemas.microsoft.com/office/drawing/2014/main" id="{702C7EF3-C59B-CBF8-DD21-C3526D43FC7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7" name="TextBox 466">
                <a:extLst>
                  <a:ext uri="{FF2B5EF4-FFF2-40B4-BE49-F238E27FC236}">
                    <a16:creationId xmlns:a16="http://schemas.microsoft.com/office/drawing/2014/main" id="{C183B48E-2496-2F65-D518-4CD7152C786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C62FCE29-1D8F-586C-2DD3-6E7BB2F4D20F}"/>
                </a:ext>
              </a:extLst>
            </p:cNvPr>
            <p:cNvGrpSpPr/>
            <p:nvPr/>
          </p:nvGrpSpPr>
          <p:grpSpPr>
            <a:xfrm>
              <a:off x="-3327365" y="2448454"/>
              <a:ext cx="2738174" cy="1961091"/>
              <a:chOff x="4726913" y="2438401"/>
              <a:chExt cx="2738174" cy="1961091"/>
            </a:xfrm>
          </p:grpSpPr>
          <p:sp>
            <p:nvSpPr>
              <p:cNvPr id="462" name="Graphic 2" descr="Film strip outline">
                <a:extLst>
                  <a:ext uri="{FF2B5EF4-FFF2-40B4-BE49-F238E27FC236}">
                    <a16:creationId xmlns:a16="http://schemas.microsoft.com/office/drawing/2014/main" id="{F7DD2B31-0C8F-521A-59D1-76ADEBF62C3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3" name="Straight Connector 462">
                <a:extLst>
                  <a:ext uri="{FF2B5EF4-FFF2-40B4-BE49-F238E27FC236}">
                    <a16:creationId xmlns:a16="http://schemas.microsoft.com/office/drawing/2014/main" id="{E857739C-94CA-1EAC-7F64-491703589E0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64" name="TextBox 463">
                <a:extLst>
                  <a:ext uri="{FF2B5EF4-FFF2-40B4-BE49-F238E27FC236}">
                    <a16:creationId xmlns:a16="http://schemas.microsoft.com/office/drawing/2014/main" id="{DA702A5C-3EE1-1A74-1ABD-7FF3863CB84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4FC2A469-A6A2-9262-1D85-D01E0AA1A259}"/>
                </a:ext>
              </a:extLst>
            </p:cNvPr>
            <p:cNvGrpSpPr/>
            <p:nvPr/>
          </p:nvGrpSpPr>
          <p:grpSpPr>
            <a:xfrm>
              <a:off x="-5996785" y="2448454"/>
              <a:ext cx="2738174" cy="1961091"/>
              <a:chOff x="4726913" y="2438401"/>
              <a:chExt cx="2738174" cy="1961091"/>
            </a:xfrm>
          </p:grpSpPr>
          <p:sp>
            <p:nvSpPr>
              <p:cNvPr id="449" name="Graphic 2" descr="Film strip outline">
                <a:extLst>
                  <a:ext uri="{FF2B5EF4-FFF2-40B4-BE49-F238E27FC236}">
                    <a16:creationId xmlns:a16="http://schemas.microsoft.com/office/drawing/2014/main" id="{0CB069D3-77DE-9E89-798C-6DD1899C95C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50" name="Straight Connector 449">
                <a:extLst>
                  <a:ext uri="{FF2B5EF4-FFF2-40B4-BE49-F238E27FC236}">
                    <a16:creationId xmlns:a16="http://schemas.microsoft.com/office/drawing/2014/main" id="{C3D9D478-E06C-30F0-E9F2-B96D2B3B804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6" name="TextBox 455">
                <a:extLst>
                  <a:ext uri="{FF2B5EF4-FFF2-40B4-BE49-F238E27FC236}">
                    <a16:creationId xmlns:a16="http://schemas.microsoft.com/office/drawing/2014/main" id="{FC3AB946-FBED-FE5E-998C-0522A9AF976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85E57EFC-6252-A4D9-1BF7-CE4DB27B2037}"/>
                </a:ext>
              </a:extLst>
            </p:cNvPr>
            <p:cNvGrpSpPr/>
            <p:nvPr/>
          </p:nvGrpSpPr>
          <p:grpSpPr>
            <a:xfrm>
              <a:off x="2033408" y="2448454"/>
              <a:ext cx="2738174" cy="1961091"/>
              <a:chOff x="4726913" y="2438401"/>
              <a:chExt cx="2738174" cy="1961091"/>
            </a:xfrm>
          </p:grpSpPr>
          <p:sp>
            <p:nvSpPr>
              <p:cNvPr id="39" name="Graphic 2" descr="Film strip outline">
                <a:extLst>
                  <a:ext uri="{FF2B5EF4-FFF2-40B4-BE49-F238E27FC236}">
                    <a16:creationId xmlns:a16="http://schemas.microsoft.com/office/drawing/2014/main" id="{F378EF96-B476-34C0-B70B-8925CC1E137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1E61B948-D385-8903-E334-52FAD7B0FD7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8" name="TextBox 447">
                <a:extLst>
                  <a:ext uri="{FF2B5EF4-FFF2-40B4-BE49-F238E27FC236}">
                    <a16:creationId xmlns:a16="http://schemas.microsoft.com/office/drawing/2014/main" id="{4F8C8EA4-BB0D-B5FF-54FD-E43C10357F2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67DEF8BF-E095-46DE-3D7D-1D291BEED953}"/>
                </a:ext>
              </a:extLst>
            </p:cNvPr>
            <p:cNvGrpSpPr/>
            <p:nvPr/>
          </p:nvGrpSpPr>
          <p:grpSpPr>
            <a:xfrm>
              <a:off x="-636012" y="2448454"/>
              <a:ext cx="2738174" cy="1961091"/>
              <a:chOff x="4726913" y="2438401"/>
              <a:chExt cx="2738174" cy="1961091"/>
            </a:xfrm>
          </p:grpSpPr>
          <p:sp>
            <p:nvSpPr>
              <p:cNvPr id="30" name="Graphic 2" descr="Film strip outline">
                <a:extLst>
                  <a:ext uri="{FF2B5EF4-FFF2-40B4-BE49-F238E27FC236}">
                    <a16:creationId xmlns:a16="http://schemas.microsoft.com/office/drawing/2014/main" id="{20A4DCC7-8B2E-AF49-9D7F-371E69FFEEA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284936C4-68EA-DE86-E901-B2D29CA2ECE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4A4A4471-A290-EBD3-BFD8-6766C06C288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77" name="!!Film_Tabe_1">
            <a:extLst>
              <a:ext uri="{FF2B5EF4-FFF2-40B4-BE49-F238E27FC236}">
                <a16:creationId xmlns:a16="http://schemas.microsoft.com/office/drawing/2014/main" id="{12CDE4C3-3006-4D1E-C2B2-0A69ADA230E9}"/>
              </a:ext>
            </a:extLst>
          </p:cNvPr>
          <p:cNvGrpSpPr/>
          <p:nvPr/>
        </p:nvGrpSpPr>
        <p:grpSpPr>
          <a:xfrm rot="16200000">
            <a:off x="1503904" y="6178368"/>
            <a:ext cx="21467809" cy="1961092"/>
            <a:chOff x="-5996785" y="2448454"/>
            <a:chExt cx="21467809" cy="1961092"/>
          </a:xfrm>
          <a:effectLst>
            <a:outerShdw blurRad="12700" dist="50800" dir="2700000" algn="tl" rotWithShape="0">
              <a:schemeClr val="tx1">
                <a:alpha val="40000"/>
              </a:schemeClr>
            </a:outerShdw>
          </a:effectLst>
        </p:grpSpPr>
        <p:grpSp>
          <p:nvGrpSpPr>
            <p:cNvPr id="478" name="Group 477">
              <a:extLst>
                <a:ext uri="{FF2B5EF4-FFF2-40B4-BE49-F238E27FC236}">
                  <a16:creationId xmlns:a16="http://schemas.microsoft.com/office/drawing/2014/main" id="{71265989-3AB0-03C5-11C0-5207E7F38723}"/>
                </a:ext>
              </a:extLst>
            </p:cNvPr>
            <p:cNvGrpSpPr/>
            <p:nvPr/>
          </p:nvGrpSpPr>
          <p:grpSpPr>
            <a:xfrm>
              <a:off x="7372077" y="2448455"/>
              <a:ext cx="2738174" cy="1961091"/>
              <a:chOff x="4726913" y="2438401"/>
              <a:chExt cx="2738174" cy="1961091"/>
            </a:xfrm>
          </p:grpSpPr>
          <p:sp>
            <p:nvSpPr>
              <p:cNvPr id="507" name="Graphic 2" descr="Film strip outline">
                <a:extLst>
                  <a:ext uri="{FF2B5EF4-FFF2-40B4-BE49-F238E27FC236}">
                    <a16:creationId xmlns:a16="http://schemas.microsoft.com/office/drawing/2014/main" id="{F83CB35C-4C6D-FA8C-5341-9D70E811AF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8" name="Straight Connector 507">
                <a:extLst>
                  <a:ext uri="{FF2B5EF4-FFF2-40B4-BE49-F238E27FC236}">
                    <a16:creationId xmlns:a16="http://schemas.microsoft.com/office/drawing/2014/main" id="{4BDBBBB1-6BEE-64F0-6D24-2647AE09208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9" name="TextBox 508">
                <a:extLst>
                  <a:ext uri="{FF2B5EF4-FFF2-40B4-BE49-F238E27FC236}">
                    <a16:creationId xmlns:a16="http://schemas.microsoft.com/office/drawing/2014/main" id="{1F9A13B3-38F9-8F7C-F98A-41B6737C566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9" name="Group 478">
              <a:extLst>
                <a:ext uri="{FF2B5EF4-FFF2-40B4-BE49-F238E27FC236}">
                  <a16:creationId xmlns:a16="http://schemas.microsoft.com/office/drawing/2014/main" id="{FB689360-EC3F-00F0-5D44-6A3823728F2E}"/>
                </a:ext>
              </a:extLst>
            </p:cNvPr>
            <p:cNvGrpSpPr/>
            <p:nvPr/>
          </p:nvGrpSpPr>
          <p:grpSpPr>
            <a:xfrm>
              <a:off x="4702657" y="2448455"/>
              <a:ext cx="2738174" cy="1961091"/>
              <a:chOff x="4726913" y="2438401"/>
              <a:chExt cx="2738174" cy="1961091"/>
            </a:xfrm>
          </p:grpSpPr>
          <p:sp>
            <p:nvSpPr>
              <p:cNvPr id="504" name="Graphic 2" descr="Film strip outline">
                <a:extLst>
                  <a:ext uri="{FF2B5EF4-FFF2-40B4-BE49-F238E27FC236}">
                    <a16:creationId xmlns:a16="http://schemas.microsoft.com/office/drawing/2014/main" id="{E72435F3-8EEC-1C37-62C4-E4BA03BD334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5" name="Straight Connector 504">
                <a:extLst>
                  <a:ext uri="{FF2B5EF4-FFF2-40B4-BE49-F238E27FC236}">
                    <a16:creationId xmlns:a16="http://schemas.microsoft.com/office/drawing/2014/main" id="{77F7F2B4-411A-8E64-9975-92A7727EC84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6" name="TextBox 505">
                <a:extLst>
                  <a:ext uri="{FF2B5EF4-FFF2-40B4-BE49-F238E27FC236}">
                    <a16:creationId xmlns:a16="http://schemas.microsoft.com/office/drawing/2014/main" id="{0D9FE044-999D-F18C-F837-4B22D7918DF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0" name="Group 479">
              <a:extLst>
                <a:ext uri="{FF2B5EF4-FFF2-40B4-BE49-F238E27FC236}">
                  <a16:creationId xmlns:a16="http://schemas.microsoft.com/office/drawing/2014/main" id="{8E14F59E-37C2-8C08-E2D8-E12FAB6EB433}"/>
                </a:ext>
              </a:extLst>
            </p:cNvPr>
            <p:cNvGrpSpPr/>
            <p:nvPr/>
          </p:nvGrpSpPr>
          <p:grpSpPr>
            <a:xfrm>
              <a:off x="12732850" y="2448455"/>
              <a:ext cx="2738174" cy="1961091"/>
              <a:chOff x="4726913" y="2438401"/>
              <a:chExt cx="2738174" cy="1961091"/>
            </a:xfrm>
          </p:grpSpPr>
          <p:sp>
            <p:nvSpPr>
              <p:cNvPr id="501" name="Graphic 2" descr="Film strip outline">
                <a:extLst>
                  <a:ext uri="{FF2B5EF4-FFF2-40B4-BE49-F238E27FC236}">
                    <a16:creationId xmlns:a16="http://schemas.microsoft.com/office/drawing/2014/main" id="{596912E1-1C06-0A41-18AC-3DE36E7DAF7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2" name="Straight Connector 501">
                <a:extLst>
                  <a:ext uri="{FF2B5EF4-FFF2-40B4-BE49-F238E27FC236}">
                    <a16:creationId xmlns:a16="http://schemas.microsoft.com/office/drawing/2014/main" id="{2D644375-A9FD-E1A8-0A54-3546962A94F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3" name="TextBox 502">
                <a:extLst>
                  <a:ext uri="{FF2B5EF4-FFF2-40B4-BE49-F238E27FC236}">
                    <a16:creationId xmlns:a16="http://schemas.microsoft.com/office/drawing/2014/main" id="{36A72353-6FC7-4A3C-9FA0-A9D33E3B128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1" name="Group 480">
              <a:extLst>
                <a:ext uri="{FF2B5EF4-FFF2-40B4-BE49-F238E27FC236}">
                  <a16:creationId xmlns:a16="http://schemas.microsoft.com/office/drawing/2014/main" id="{CC84102B-0E8C-5845-842A-C3D4699295C3}"/>
                </a:ext>
              </a:extLst>
            </p:cNvPr>
            <p:cNvGrpSpPr/>
            <p:nvPr/>
          </p:nvGrpSpPr>
          <p:grpSpPr>
            <a:xfrm>
              <a:off x="10063430" y="2448455"/>
              <a:ext cx="2738174" cy="1961091"/>
              <a:chOff x="4726913" y="2438401"/>
              <a:chExt cx="2738174" cy="1961091"/>
            </a:xfrm>
          </p:grpSpPr>
          <p:sp>
            <p:nvSpPr>
              <p:cNvPr id="498" name="Graphic 2" descr="Film strip outline">
                <a:extLst>
                  <a:ext uri="{FF2B5EF4-FFF2-40B4-BE49-F238E27FC236}">
                    <a16:creationId xmlns:a16="http://schemas.microsoft.com/office/drawing/2014/main" id="{1322EDB5-9967-D2DD-2C26-75C1058EBE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9" name="Straight Connector 498">
                <a:extLst>
                  <a:ext uri="{FF2B5EF4-FFF2-40B4-BE49-F238E27FC236}">
                    <a16:creationId xmlns:a16="http://schemas.microsoft.com/office/drawing/2014/main" id="{4A6D2A53-183A-3D6D-CD06-06EFF510802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0" name="TextBox 499">
                <a:extLst>
                  <a:ext uri="{FF2B5EF4-FFF2-40B4-BE49-F238E27FC236}">
                    <a16:creationId xmlns:a16="http://schemas.microsoft.com/office/drawing/2014/main" id="{B9DF6129-6259-40A5-BF18-CE531D4C479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2" name="Group 481">
              <a:extLst>
                <a:ext uri="{FF2B5EF4-FFF2-40B4-BE49-F238E27FC236}">
                  <a16:creationId xmlns:a16="http://schemas.microsoft.com/office/drawing/2014/main" id="{DC56FA4A-13EA-BEE0-957B-E0F086FBDAA6}"/>
                </a:ext>
              </a:extLst>
            </p:cNvPr>
            <p:cNvGrpSpPr/>
            <p:nvPr/>
          </p:nvGrpSpPr>
          <p:grpSpPr>
            <a:xfrm>
              <a:off x="-3327365" y="2448454"/>
              <a:ext cx="2738174" cy="1961091"/>
              <a:chOff x="4726913" y="2438401"/>
              <a:chExt cx="2738174" cy="1961091"/>
            </a:xfrm>
          </p:grpSpPr>
          <p:sp>
            <p:nvSpPr>
              <p:cNvPr id="495" name="Graphic 2" descr="Film strip outline">
                <a:extLst>
                  <a:ext uri="{FF2B5EF4-FFF2-40B4-BE49-F238E27FC236}">
                    <a16:creationId xmlns:a16="http://schemas.microsoft.com/office/drawing/2014/main" id="{835C2762-F2EC-7807-16FB-60E00A7B80B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6" name="Straight Connector 495">
                <a:extLst>
                  <a:ext uri="{FF2B5EF4-FFF2-40B4-BE49-F238E27FC236}">
                    <a16:creationId xmlns:a16="http://schemas.microsoft.com/office/drawing/2014/main" id="{B6FDEE4C-095D-8825-87E4-BE631E2FAE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7" name="TextBox 496">
                <a:extLst>
                  <a:ext uri="{FF2B5EF4-FFF2-40B4-BE49-F238E27FC236}">
                    <a16:creationId xmlns:a16="http://schemas.microsoft.com/office/drawing/2014/main" id="{08FCCD00-70ED-5D36-AA59-7C880F479D7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3" name="Group 482">
              <a:extLst>
                <a:ext uri="{FF2B5EF4-FFF2-40B4-BE49-F238E27FC236}">
                  <a16:creationId xmlns:a16="http://schemas.microsoft.com/office/drawing/2014/main" id="{C42313BD-7491-D8C2-3E8E-8A9C9C8E23E6}"/>
                </a:ext>
              </a:extLst>
            </p:cNvPr>
            <p:cNvGrpSpPr/>
            <p:nvPr/>
          </p:nvGrpSpPr>
          <p:grpSpPr>
            <a:xfrm>
              <a:off x="-5996785" y="2448454"/>
              <a:ext cx="2738174" cy="1961091"/>
              <a:chOff x="4726913" y="2438401"/>
              <a:chExt cx="2738174" cy="1961091"/>
            </a:xfrm>
          </p:grpSpPr>
          <p:sp>
            <p:nvSpPr>
              <p:cNvPr id="492" name="Graphic 2" descr="Film strip outline">
                <a:extLst>
                  <a:ext uri="{FF2B5EF4-FFF2-40B4-BE49-F238E27FC236}">
                    <a16:creationId xmlns:a16="http://schemas.microsoft.com/office/drawing/2014/main" id="{6B41185B-77D7-005D-0A58-62A22C9DE5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3" name="Straight Connector 492">
                <a:extLst>
                  <a:ext uri="{FF2B5EF4-FFF2-40B4-BE49-F238E27FC236}">
                    <a16:creationId xmlns:a16="http://schemas.microsoft.com/office/drawing/2014/main" id="{6D4A7726-FF12-2AC4-3CB0-8A656CD6542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4" name="TextBox 493">
                <a:extLst>
                  <a:ext uri="{FF2B5EF4-FFF2-40B4-BE49-F238E27FC236}">
                    <a16:creationId xmlns:a16="http://schemas.microsoft.com/office/drawing/2014/main" id="{F922DC4F-3917-965D-B1EE-C10DB42101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4" name="Group 483">
              <a:extLst>
                <a:ext uri="{FF2B5EF4-FFF2-40B4-BE49-F238E27FC236}">
                  <a16:creationId xmlns:a16="http://schemas.microsoft.com/office/drawing/2014/main" id="{23DA7997-FC1B-9264-0A45-97CF1824E39D}"/>
                </a:ext>
              </a:extLst>
            </p:cNvPr>
            <p:cNvGrpSpPr/>
            <p:nvPr/>
          </p:nvGrpSpPr>
          <p:grpSpPr>
            <a:xfrm>
              <a:off x="2033408" y="2448454"/>
              <a:ext cx="2738174" cy="1961091"/>
              <a:chOff x="4726913" y="2438401"/>
              <a:chExt cx="2738174" cy="1961091"/>
            </a:xfrm>
          </p:grpSpPr>
          <p:sp>
            <p:nvSpPr>
              <p:cNvPr id="489" name="Graphic 2" descr="Film strip outline">
                <a:extLst>
                  <a:ext uri="{FF2B5EF4-FFF2-40B4-BE49-F238E27FC236}">
                    <a16:creationId xmlns:a16="http://schemas.microsoft.com/office/drawing/2014/main" id="{F79F19F4-F4CC-E5D7-5500-837F9241507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0" name="Straight Connector 489">
                <a:extLst>
                  <a:ext uri="{FF2B5EF4-FFF2-40B4-BE49-F238E27FC236}">
                    <a16:creationId xmlns:a16="http://schemas.microsoft.com/office/drawing/2014/main" id="{C7147231-C6CF-47B8-8B5E-EABAB6D1A0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91" name="TextBox 490">
                <a:extLst>
                  <a:ext uri="{FF2B5EF4-FFF2-40B4-BE49-F238E27FC236}">
                    <a16:creationId xmlns:a16="http://schemas.microsoft.com/office/drawing/2014/main" id="{63D09C1A-BC8D-6F5B-EB43-CE056190645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5" name="Group 484">
              <a:extLst>
                <a:ext uri="{FF2B5EF4-FFF2-40B4-BE49-F238E27FC236}">
                  <a16:creationId xmlns:a16="http://schemas.microsoft.com/office/drawing/2014/main" id="{BDF2E0CE-EDB4-18B0-A1DB-FB25710B5CB7}"/>
                </a:ext>
              </a:extLst>
            </p:cNvPr>
            <p:cNvGrpSpPr/>
            <p:nvPr/>
          </p:nvGrpSpPr>
          <p:grpSpPr>
            <a:xfrm>
              <a:off x="-636012" y="2448454"/>
              <a:ext cx="2738174" cy="1961091"/>
              <a:chOff x="4726913" y="2438401"/>
              <a:chExt cx="2738174" cy="1961091"/>
            </a:xfrm>
          </p:grpSpPr>
          <p:sp>
            <p:nvSpPr>
              <p:cNvPr id="486" name="Graphic 2" descr="Film strip outline">
                <a:extLst>
                  <a:ext uri="{FF2B5EF4-FFF2-40B4-BE49-F238E27FC236}">
                    <a16:creationId xmlns:a16="http://schemas.microsoft.com/office/drawing/2014/main" id="{170B6BCA-98C9-17C2-E56D-066A5A5F04B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87" name="Straight Connector 486">
                <a:extLst>
                  <a:ext uri="{FF2B5EF4-FFF2-40B4-BE49-F238E27FC236}">
                    <a16:creationId xmlns:a16="http://schemas.microsoft.com/office/drawing/2014/main" id="{9F9298D5-8EE1-E04D-736E-AD8BA0B7482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8" name="TextBox 487">
                <a:extLst>
                  <a:ext uri="{FF2B5EF4-FFF2-40B4-BE49-F238E27FC236}">
                    <a16:creationId xmlns:a16="http://schemas.microsoft.com/office/drawing/2014/main" id="{A92D1A73-FA8C-E31D-9921-315687555AB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90530629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17"/>
                                        </p:tgtEl>
                                        <p:attrNameLst>
                                          <p:attrName>style.visibility</p:attrName>
                                        </p:attrNameLst>
                                      </p:cBhvr>
                                      <p:to>
                                        <p:strVal val="visible"/>
                                      </p:to>
                                    </p:set>
                                    <p:animEffect transition="in" filter="wipe(up)">
                                      <p:cBhvr>
                                        <p:cTn id="7" dur="250"/>
                                        <p:tgtEl>
                                          <p:spTgt spid="417"/>
                                        </p:tgtEl>
                                      </p:cBhvr>
                                    </p:animEffect>
                                  </p:childTnLst>
                                </p:cTn>
                              </p:par>
                            </p:childTnLst>
                          </p:cTn>
                        </p:par>
                        <p:par>
                          <p:cTn id="8" fill="hold">
                            <p:stCondLst>
                              <p:cond delay="250"/>
                            </p:stCondLst>
                            <p:childTnLst>
                              <p:par>
                                <p:cTn id="9" presetID="22" presetClass="entr" presetSubtype="1" fill="hold" nodeType="afterEffect">
                                  <p:stCondLst>
                                    <p:cond delay="0"/>
                                  </p:stCondLst>
                                  <p:childTnLst>
                                    <p:set>
                                      <p:cBhvr>
                                        <p:cTn id="10" dur="1" fill="hold">
                                          <p:stCondLst>
                                            <p:cond delay="0"/>
                                          </p:stCondLst>
                                        </p:cTn>
                                        <p:tgtEl>
                                          <p:spTgt spid="445"/>
                                        </p:tgtEl>
                                        <p:attrNameLst>
                                          <p:attrName>style.visibility</p:attrName>
                                        </p:attrNameLst>
                                      </p:cBhvr>
                                      <p:to>
                                        <p:strVal val="visible"/>
                                      </p:to>
                                    </p:set>
                                    <p:animEffect transition="in" filter="wipe(up)">
                                      <p:cBhvr>
                                        <p:cTn id="11" dur="250"/>
                                        <p:tgtEl>
                                          <p:spTgt spid="445"/>
                                        </p:tgtEl>
                                      </p:cBhvr>
                                    </p:animEffect>
                                  </p:childTnLst>
                                </p:cTn>
                              </p:par>
                            </p:childTnLst>
                          </p:cTn>
                        </p:par>
                        <p:par>
                          <p:cTn id="12" fill="hold">
                            <p:stCondLst>
                              <p:cond delay="500"/>
                            </p:stCondLst>
                            <p:childTnLst>
                              <p:par>
                                <p:cTn id="13" presetID="22" presetClass="entr" presetSubtype="1" fill="hold" grpId="0" nodeType="afterEffect">
                                  <p:stCondLst>
                                    <p:cond delay="0"/>
                                  </p:stCondLst>
                                  <p:childTnLst>
                                    <p:set>
                                      <p:cBhvr>
                                        <p:cTn id="14" dur="1" fill="hold">
                                          <p:stCondLst>
                                            <p:cond delay="0"/>
                                          </p:stCondLst>
                                        </p:cTn>
                                        <p:tgtEl>
                                          <p:spTgt spid="418"/>
                                        </p:tgtEl>
                                        <p:attrNameLst>
                                          <p:attrName>style.visibility</p:attrName>
                                        </p:attrNameLst>
                                      </p:cBhvr>
                                      <p:to>
                                        <p:strVal val="visible"/>
                                      </p:to>
                                    </p:set>
                                    <p:animEffect transition="in" filter="wipe(up)">
                                      <p:cBhvr>
                                        <p:cTn id="15" dur="250"/>
                                        <p:tgtEl>
                                          <p:spTgt spid="418"/>
                                        </p:tgtEl>
                                      </p:cBhvr>
                                    </p:animEffect>
                                  </p:childTnLst>
                                </p:cTn>
                              </p:par>
                            </p:childTnLst>
                          </p:cTn>
                        </p:par>
                        <p:par>
                          <p:cTn id="16" fill="hold">
                            <p:stCondLst>
                              <p:cond delay="750"/>
                            </p:stCondLst>
                            <p:childTnLst>
                              <p:par>
                                <p:cTn id="17" presetID="22" presetClass="entr" presetSubtype="1" fill="hold" nodeType="afterEffect">
                                  <p:stCondLst>
                                    <p:cond delay="0"/>
                                  </p:stCondLst>
                                  <p:childTnLst>
                                    <p:set>
                                      <p:cBhvr>
                                        <p:cTn id="18" dur="1" fill="hold">
                                          <p:stCondLst>
                                            <p:cond delay="0"/>
                                          </p:stCondLst>
                                        </p:cTn>
                                        <p:tgtEl>
                                          <p:spTgt spid="451"/>
                                        </p:tgtEl>
                                        <p:attrNameLst>
                                          <p:attrName>style.visibility</p:attrName>
                                        </p:attrNameLst>
                                      </p:cBhvr>
                                      <p:to>
                                        <p:strVal val="visible"/>
                                      </p:to>
                                    </p:set>
                                    <p:animEffect transition="in" filter="wipe(up)">
                                      <p:cBhvr>
                                        <p:cTn id="19" dur="250"/>
                                        <p:tgtEl>
                                          <p:spTgt spid="451"/>
                                        </p:tgtEl>
                                      </p:cBhvr>
                                    </p:animEffect>
                                  </p:childTnLst>
                                </p:cTn>
                              </p:par>
                            </p:childTnLst>
                          </p:cTn>
                        </p:par>
                        <p:par>
                          <p:cTn id="20" fill="hold">
                            <p:stCondLst>
                              <p:cond delay="1000"/>
                            </p:stCondLst>
                            <p:childTnLst>
                              <p:par>
                                <p:cTn id="21" presetID="22" presetClass="entr" presetSubtype="1" fill="hold" grpId="0" nodeType="afterEffect">
                                  <p:stCondLst>
                                    <p:cond delay="0"/>
                                  </p:stCondLst>
                                  <p:childTnLst>
                                    <p:set>
                                      <p:cBhvr>
                                        <p:cTn id="22" dur="1" fill="hold">
                                          <p:stCondLst>
                                            <p:cond delay="0"/>
                                          </p:stCondLst>
                                        </p:cTn>
                                        <p:tgtEl>
                                          <p:spTgt spid="419"/>
                                        </p:tgtEl>
                                        <p:attrNameLst>
                                          <p:attrName>style.visibility</p:attrName>
                                        </p:attrNameLst>
                                      </p:cBhvr>
                                      <p:to>
                                        <p:strVal val="visible"/>
                                      </p:to>
                                    </p:set>
                                    <p:animEffect transition="in" filter="wipe(up)">
                                      <p:cBhvr>
                                        <p:cTn id="23" dur="250"/>
                                        <p:tgtEl>
                                          <p:spTgt spid="419"/>
                                        </p:tgtEl>
                                      </p:cBhvr>
                                    </p:animEffect>
                                  </p:childTnLst>
                                </p:cTn>
                              </p:par>
                            </p:childTnLst>
                          </p:cTn>
                        </p:par>
                        <p:par>
                          <p:cTn id="24" fill="hold">
                            <p:stCondLst>
                              <p:cond delay="1250"/>
                            </p:stCondLst>
                            <p:childTnLst>
                              <p:par>
                                <p:cTn id="25" presetID="22" presetClass="entr" presetSubtype="1" fill="hold" nodeType="afterEffect">
                                  <p:stCondLst>
                                    <p:cond delay="0"/>
                                  </p:stCondLst>
                                  <p:childTnLst>
                                    <p:set>
                                      <p:cBhvr>
                                        <p:cTn id="26" dur="1" fill="hold">
                                          <p:stCondLst>
                                            <p:cond delay="0"/>
                                          </p:stCondLst>
                                        </p:cTn>
                                        <p:tgtEl>
                                          <p:spTgt spid="457"/>
                                        </p:tgtEl>
                                        <p:attrNameLst>
                                          <p:attrName>style.visibility</p:attrName>
                                        </p:attrNameLst>
                                      </p:cBhvr>
                                      <p:to>
                                        <p:strVal val="visible"/>
                                      </p:to>
                                    </p:set>
                                    <p:animEffect transition="in" filter="wipe(up)">
                                      <p:cBhvr>
                                        <p:cTn id="27" dur="250"/>
                                        <p:tgtEl>
                                          <p:spTgt spid="457"/>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414"/>
                                        </p:tgtEl>
                                        <p:attrNameLst>
                                          <p:attrName>style.visibility</p:attrName>
                                        </p:attrNameLst>
                                      </p:cBhvr>
                                      <p:to>
                                        <p:strVal val="visible"/>
                                      </p:to>
                                    </p:set>
                                    <p:animEffect transition="in" filter="wipe(left)">
                                      <p:cBhvr>
                                        <p:cTn id="34" dur="500"/>
                                        <p:tgtEl>
                                          <p:spTgt spid="414"/>
                                        </p:tgtEl>
                                      </p:cBhvr>
                                    </p:animEffect>
                                  </p:childTnLst>
                                </p:cTn>
                              </p:par>
                            </p:childTnLst>
                          </p:cTn>
                        </p:par>
                        <p:par>
                          <p:cTn id="35" fill="hold">
                            <p:stCondLst>
                              <p:cond delay="2000"/>
                            </p:stCondLst>
                            <p:childTnLst>
                              <p:par>
                                <p:cTn id="36" presetID="22" presetClass="entr" presetSubtype="8" fill="hold" nodeType="afterEffect">
                                  <p:stCondLst>
                                    <p:cond delay="0"/>
                                  </p:stCondLst>
                                  <p:childTnLst>
                                    <p:set>
                                      <p:cBhvr>
                                        <p:cTn id="37" dur="1" fill="hold">
                                          <p:stCondLst>
                                            <p:cond delay="0"/>
                                          </p:stCondLst>
                                        </p:cTn>
                                        <p:tgtEl>
                                          <p:spTgt spid="189"/>
                                        </p:tgtEl>
                                        <p:attrNameLst>
                                          <p:attrName>style.visibility</p:attrName>
                                        </p:attrNameLst>
                                      </p:cBhvr>
                                      <p:to>
                                        <p:strVal val="visible"/>
                                      </p:to>
                                    </p:set>
                                    <p:animEffect transition="in" filter="wipe(left)">
                                      <p:cBhvr>
                                        <p:cTn id="38" dur="500"/>
                                        <p:tgtEl>
                                          <p:spTgt spid="189"/>
                                        </p:tgtEl>
                                      </p:cBhvr>
                                    </p:animEffect>
                                  </p:childTnLst>
                                </p:cTn>
                              </p:par>
                              <p:par>
                                <p:cTn id="39" presetID="10" presetClass="entr" presetSubtype="0" fill="hold" nodeType="with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childTnLst>
                          </p:cTn>
                        </p:par>
                        <p:par>
                          <p:cTn id="42" fill="hold">
                            <p:stCondLst>
                              <p:cond delay="2500"/>
                            </p:stCondLst>
                            <p:childTnLst>
                              <p:par>
                                <p:cTn id="43" presetID="22" presetClass="entr" presetSubtype="8" fill="hold" nodeType="afterEffect">
                                  <p:stCondLst>
                                    <p:cond delay="0"/>
                                  </p:stCondLst>
                                  <p:childTnLst>
                                    <p:set>
                                      <p:cBhvr>
                                        <p:cTn id="44" dur="1" fill="hold">
                                          <p:stCondLst>
                                            <p:cond delay="0"/>
                                          </p:stCondLst>
                                        </p:cTn>
                                        <p:tgtEl>
                                          <p:spTgt spid="218"/>
                                        </p:tgtEl>
                                        <p:attrNameLst>
                                          <p:attrName>style.visibility</p:attrName>
                                        </p:attrNameLst>
                                      </p:cBhvr>
                                      <p:to>
                                        <p:strVal val="visible"/>
                                      </p:to>
                                    </p:set>
                                    <p:animEffect transition="in" filter="wipe(left)">
                                      <p:cBhvr>
                                        <p:cTn id="45" dur="500"/>
                                        <p:tgtEl>
                                          <p:spTgt spid="218"/>
                                        </p:tgtEl>
                                      </p:cBhvr>
                                    </p:animEffect>
                                  </p:childTnLst>
                                </p:cTn>
                              </p:par>
                              <p:par>
                                <p:cTn id="46" presetID="10" presetClass="entr" presetSubtype="0" fill="hold" nodeType="withEffect">
                                  <p:stCondLst>
                                    <p:cond delay="0"/>
                                  </p:stCondLst>
                                  <p:childTnLst>
                                    <p:set>
                                      <p:cBhvr>
                                        <p:cTn id="47" dur="1" fill="hold">
                                          <p:stCondLst>
                                            <p:cond delay="0"/>
                                          </p:stCondLst>
                                        </p:cTn>
                                        <p:tgtEl>
                                          <p:spTgt spid="44"/>
                                        </p:tgtEl>
                                        <p:attrNameLst>
                                          <p:attrName>style.visibility</p:attrName>
                                        </p:attrNameLst>
                                      </p:cBhvr>
                                      <p:to>
                                        <p:strVal val="visible"/>
                                      </p:to>
                                    </p:set>
                                    <p:animEffect transition="in" filter="fade">
                                      <p:cBhvr>
                                        <p:cTn id="48" dur="500"/>
                                        <p:tgtEl>
                                          <p:spTgt spid="44"/>
                                        </p:tgtEl>
                                      </p:cBhvr>
                                    </p:animEffect>
                                  </p:childTnLst>
                                </p:cTn>
                              </p:par>
                            </p:childTnLst>
                          </p:cTn>
                        </p:par>
                        <p:par>
                          <p:cTn id="49" fill="hold">
                            <p:stCondLst>
                              <p:cond delay="3000"/>
                            </p:stCondLst>
                            <p:childTnLst>
                              <p:par>
                                <p:cTn id="50" presetID="22" presetClass="entr" presetSubtype="8" fill="hold" nodeType="afterEffect">
                                  <p:stCondLst>
                                    <p:cond delay="0"/>
                                  </p:stCondLst>
                                  <p:childTnLst>
                                    <p:set>
                                      <p:cBhvr>
                                        <p:cTn id="51" dur="1" fill="hold">
                                          <p:stCondLst>
                                            <p:cond delay="0"/>
                                          </p:stCondLst>
                                        </p:cTn>
                                        <p:tgtEl>
                                          <p:spTgt spid="288"/>
                                        </p:tgtEl>
                                        <p:attrNameLst>
                                          <p:attrName>style.visibility</p:attrName>
                                        </p:attrNameLst>
                                      </p:cBhvr>
                                      <p:to>
                                        <p:strVal val="visible"/>
                                      </p:to>
                                    </p:set>
                                    <p:animEffect transition="in" filter="wipe(left)">
                                      <p:cBhvr>
                                        <p:cTn id="52" dur="500"/>
                                        <p:tgtEl>
                                          <p:spTgt spid="288"/>
                                        </p:tgtEl>
                                      </p:cBhvr>
                                    </p:animEffect>
                                  </p:childTnLst>
                                </p:cTn>
                              </p:par>
                              <p:par>
                                <p:cTn id="53" presetID="10" presetClass="entr" presetSubtype="0" fill="hold" nodeType="withEffect">
                                  <p:stCondLst>
                                    <p:cond delay="0"/>
                                  </p:stCondLst>
                                  <p:childTnLst>
                                    <p:set>
                                      <p:cBhvr>
                                        <p:cTn id="54" dur="1" fill="hold">
                                          <p:stCondLst>
                                            <p:cond delay="0"/>
                                          </p:stCondLst>
                                        </p:cTn>
                                        <p:tgtEl>
                                          <p:spTgt spid="47"/>
                                        </p:tgtEl>
                                        <p:attrNameLst>
                                          <p:attrName>style.visibility</p:attrName>
                                        </p:attrNameLst>
                                      </p:cBhvr>
                                      <p:to>
                                        <p:strVal val="visible"/>
                                      </p:to>
                                    </p:set>
                                    <p:animEffect transition="in" filter="fade">
                                      <p:cBhvr>
                                        <p:cTn id="55" dur="500"/>
                                        <p:tgtEl>
                                          <p:spTgt spid="47"/>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416"/>
                                        </p:tgtEl>
                                        <p:attrNameLst>
                                          <p:attrName>style.visibility</p:attrName>
                                        </p:attrNameLst>
                                      </p:cBhvr>
                                      <p:to>
                                        <p:strVal val="visible"/>
                                      </p:to>
                                    </p:set>
                                    <p:animEffect transition="in" filter="wipe(left)">
                                      <p:cBhvr>
                                        <p:cTn id="58" dur="500"/>
                                        <p:tgtEl>
                                          <p:spTgt spid="416"/>
                                        </p:tgtEl>
                                      </p:cBhvr>
                                    </p:animEffect>
                                  </p:childTnLst>
                                </p:cTn>
                              </p:par>
                            </p:childTnLst>
                          </p:cTn>
                        </p:par>
                        <p:par>
                          <p:cTn id="59" fill="hold">
                            <p:stCondLst>
                              <p:cond delay="3500"/>
                            </p:stCondLst>
                            <p:childTnLst>
                              <p:par>
                                <p:cTn id="60" presetID="22" presetClass="entr" presetSubtype="8" fill="hold" nodeType="afterEffect">
                                  <p:stCondLst>
                                    <p:cond delay="0"/>
                                  </p:stCondLst>
                                  <p:childTnLst>
                                    <p:set>
                                      <p:cBhvr>
                                        <p:cTn id="61" dur="1" fill="hold">
                                          <p:stCondLst>
                                            <p:cond delay="0"/>
                                          </p:stCondLst>
                                        </p:cTn>
                                        <p:tgtEl>
                                          <p:spTgt spid="359"/>
                                        </p:tgtEl>
                                        <p:attrNameLst>
                                          <p:attrName>style.visibility</p:attrName>
                                        </p:attrNameLst>
                                      </p:cBhvr>
                                      <p:to>
                                        <p:strVal val="visible"/>
                                      </p:to>
                                    </p:set>
                                    <p:animEffect transition="in" filter="wipe(left)">
                                      <p:cBhvr>
                                        <p:cTn id="62" dur="500"/>
                                        <p:tgtEl>
                                          <p:spTgt spid="359"/>
                                        </p:tgtEl>
                                      </p:cBhvr>
                                    </p:animEffect>
                                  </p:childTnLst>
                                </p:cTn>
                              </p:par>
                              <p:par>
                                <p:cTn id="63" presetID="10" presetClass="entr" presetSubtype="0" fill="hold" nodeType="withEffect">
                                  <p:stCondLst>
                                    <p:cond delay="0"/>
                                  </p:stCondLst>
                                  <p:childTnLst>
                                    <p:set>
                                      <p:cBhvr>
                                        <p:cTn id="64" dur="1" fill="hold">
                                          <p:stCondLst>
                                            <p:cond delay="0"/>
                                          </p:stCondLst>
                                        </p:cTn>
                                        <p:tgtEl>
                                          <p:spTgt spid="48"/>
                                        </p:tgtEl>
                                        <p:attrNameLst>
                                          <p:attrName>style.visibility</p:attrName>
                                        </p:attrNameLst>
                                      </p:cBhvr>
                                      <p:to>
                                        <p:strVal val="visible"/>
                                      </p:to>
                                    </p:set>
                                    <p:animEffect transition="in" filter="fade">
                                      <p:cBhvr>
                                        <p:cTn id="65" dur="500"/>
                                        <p:tgtEl>
                                          <p:spTgt spid="48"/>
                                        </p:tgtEl>
                                      </p:cBhvr>
                                    </p:animEffect>
                                  </p:childTnLst>
                                </p:cTn>
                              </p:par>
                            </p:childTnLst>
                          </p:cTn>
                        </p:par>
                        <p:par>
                          <p:cTn id="66" fill="hold">
                            <p:stCondLst>
                              <p:cond delay="4000"/>
                            </p:stCondLst>
                            <p:childTnLst>
                              <p:par>
                                <p:cTn id="67" presetID="22" presetClass="entr" presetSubtype="8" fill="hold" nodeType="afterEffect">
                                  <p:stCondLst>
                                    <p:cond delay="0"/>
                                  </p:stCondLst>
                                  <p:childTnLst>
                                    <p:set>
                                      <p:cBhvr>
                                        <p:cTn id="68" dur="1" fill="hold">
                                          <p:stCondLst>
                                            <p:cond delay="0"/>
                                          </p:stCondLst>
                                        </p:cTn>
                                        <p:tgtEl>
                                          <p:spTgt spid="360"/>
                                        </p:tgtEl>
                                        <p:attrNameLst>
                                          <p:attrName>style.visibility</p:attrName>
                                        </p:attrNameLst>
                                      </p:cBhvr>
                                      <p:to>
                                        <p:strVal val="visible"/>
                                      </p:to>
                                    </p:set>
                                    <p:animEffect transition="in" filter="wipe(left)">
                                      <p:cBhvr>
                                        <p:cTn id="69" dur="500"/>
                                        <p:tgtEl>
                                          <p:spTgt spid="360"/>
                                        </p:tgtEl>
                                      </p:cBhvr>
                                    </p:animEffect>
                                  </p:childTnLst>
                                </p:cTn>
                              </p:par>
                              <p:par>
                                <p:cTn id="70" presetID="10" presetClass="entr" presetSubtype="0" fill="hold" nodeType="withEffect">
                                  <p:stCondLst>
                                    <p:cond delay="0"/>
                                  </p:stCondLst>
                                  <p:childTnLst>
                                    <p:set>
                                      <p:cBhvr>
                                        <p:cTn id="71" dur="1" fill="hold">
                                          <p:stCondLst>
                                            <p:cond delay="0"/>
                                          </p:stCondLst>
                                        </p:cTn>
                                        <p:tgtEl>
                                          <p:spTgt spid="52"/>
                                        </p:tgtEl>
                                        <p:attrNameLst>
                                          <p:attrName>style.visibility</p:attrName>
                                        </p:attrNameLst>
                                      </p:cBhvr>
                                      <p:to>
                                        <p:strVal val="visible"/>
                                      </p:to>
                                    </p:set>
                                    <p:animEffect transition="in" filter="fade">
                                      <p:cBhvr>
                                        <p:cTn id="72" dur="500"/>
                                        <p:tgtEl>
                                          <p:spTgt spid="52"/>
                                        </p:tgtEl>
                                      </p:cBhvr>
                                    </p:animEffect>
                                  </p:childTnLst>
                                </p:cTn>
                              </p:par>
                            </p:childTnLst>
                          </p:cTn>
                        </p:par>
                        <p:par>
                          <p:cTn id="73" fill="hold">
                            <p:stCondLst>
                              <p:cond delay="4500"/>
                            </p:stCondLst>
                            <p:childTnLst>
                              <p:par>
                                <p:cTn id="74" presetID="22" presetClass="entr" presetSubtype="8" fill="hold" nodeType="afterEffect">
                                  <p:stCondLst>
                                    <p:cond delay="0"/>
                                  </p:stCondLst>
                                  <p:childTnLst>
                                    <p:set>
                                      <p:cBhvr>
                                        <p:cTn id="75" dur="1" fill="hold">
                                          <p:stCondLst>
                                            <p:cond delay="0"/>
                                          </p:stCondLst>
                                        </p:cTn>
                                        <p:tgtEl>
                                          <p:spTgt spid="413"/>
                                        </p:tgtEl>
                                        <p:attrNameLst>
                                          <p:attrName>style.visibility</p:attrName>
                                        </p:attrNameLst>
                                      </p:cBhvr>
                                      <p:to>
                                        <p:strVal val="visible"/>
                                      </p:to>
                                    </p:set>
                                    <p:animEffect transition="in" filter="wipe(left)">
                                      <p:cBhvr>
                                        <p:cTn id="76" dur="500"/>
                                        <p:tgtEl>
                                          <p:spTgt spid="413"/>
                                        </p:tgtEl>
                                      </p:cBhvr>
                                    </p:animEffect>
                                  </p:childTnLst>
                                </p:cTn>
                              </p:par>
                              <p:par>
                                <p:cTn id="77" presetID="10" presetClass="entr" presetSubtype="0" fill="hold" nodeType="withEffect">
                                  <p:stCondLst>
                                    <p:cond delay="0"/>
                                  </p:stCondLst>
                                  <p:childTnLst>
                                    <p:set>
                                      <p:cBhvr>
                                        <p:cTn id="78" dur="1" fill="hold">
                                          <p:stCondLst>
                                            <p:cond delay="0"/>
                                          </p:stCondLst>
                                        </p:cTn>
                                        <p:tgtEl>
                                          <p:spTgt spid="57"/>
                                        </p:tgtEl>
                                        <p:attrNameLst>
                                          <p:attrName>style.visibility</p:attrName>
                                        </p:attrNameLst>
                                      </p:cBhvr>
                                      <p:to>
                                        <p:strVal val="visible"/>
                                      </p:to>
                                    </p:set>
                                    <p:animEffect transition="in" filter="fade">
                                      <p:cBhvr>
                                        <p:cTn id="79" dur="500"/>
                                        <p:tgtEl>
                                          <p:spTgt spid="57"/>
                                        </p:tgtEl>
                                      </p:cBhvr>
                                    </p:animEffect>
                                  </p:childTnLst>
                                </p:cTn>
                              </p:par>
                              <p:par>
                                <p:cTn id="80" presetID="22" presetClass="entr" presetSubtype="8" fill="hold" grpId="0" nodeType="withEffect">
                                  <p:stCondLst>
                                    <p:cond delay="0"/>
                                  </p:stCondLst>
                                  <p:childTnLst>
                                    <p:set>
                                      <p:cBhvr>
                                        <p:cTn id="81" dur="1" fill="hold">
                                          <p:stCondLst>
                                            <p:cond delay="0"/>
                                          </p:stCondLst>
                                        </p:cTn>
                                        <p:tgtEl>
                                          <p:spTgt spid="415"/>
                                        </p:tgtEl>
                                        <p:attrNameLst>
                                          <p:attrName>style.visibility</p:attrName>
                                        </p:attrNameLst>
                                      </p:cBhvr>
                                      <p:to>
                                        <p:strVal val="visible"/>
                                      </p:to>
                                    </p:set>
                                    <p:animEffect transition="in" filter="wipe(left)">
                                      <p:cBhvr>
                                        <p:cTn id="82"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 grpId="0"/>
      <p:bldP spid="415" grpId="0"/>
      <p:bldP spid="416" grpId="0"/>
      <p:bldP spid="417" grpId="0" animBg="1"/>
      <p:bldP spid="418" grpId="0" animBg="1"/>
      <p:bldP spid="41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78D8EB-E866-FC10-D9E6-946828A8A0BF}"/>
            </a:ext>
          </a:extLst>
        </p:cNvPr>
        <p:cNvGrpSpPr/>
        <p:nvPr/>
      </p:nvGrpSpPr>
      <p:grpSpPr>
        <a:xfrm>
          <a:off x="0" y="0"/>
          <a:ext cx="0" cy="0"/>
          <a:chOff x="0" y="0"/>
          <a:chExt cx="0" cy="0"/>
        </a:xfrm>
      </p:grpSpPr>
      <p:sp>
        <p:nvSpPr>
          <p:cNvPr id="12" name="Freeform 3">
            <a:extLst>
              <a:ext uri="{FF2B5EF4-FFF2-40B4-BE49-F238E27FC236}">
                <a16:creationId xmlns:a16="http://schemas.microsoft.com/office/drawing/2014/main" id="{830E76FA-2990-65B9-0254-55BBD78D7E47}"/>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D18B5761-8D87-F891-CFC0-F81102E2B20A}"/>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36</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Text">
            <a:extLst>
              <a:ext uri="{FF2B5EF4-FFF2-40B4-BE49-F238E27FC236}">
                <a16:creationId xmlns:a16="http://schemas.microsoft.com/office/drawing/2014/main" id="{1DCAEC49-5E82-4898-B8F5-2B6D0B972C12}"/>
              </a:ext>
            </a:extLst>
          </p:cNvPr>
          <p:cNvSpPr txBox="1"/>
          <p:nvPr/>
        </p:nvSpPr>
        <p:spPr>
          <a:xfrm>
            <a:off x="1081167" y="1017215"/>
            <a:ext cx="9221073" cy="2358594"/>
          </a:xfrm>
          <a:prstGeom prst="rect">
            <a:avLst/>
          </a:prstGeom>
          <a:noFill/>
        </p:spPr>
        <p:txBody>
          <a:bodyPr wrap="square" tIns="0" bIns="0" rtlCol="0">
            <a:spAutoFit/>
          </a:bodyPr>
          <a:lstStyle/>
          <a:p>
            <a:pPr lvl="0">
              <a:defRPr/>
            </a:pPr>
            <a:r>
              <a:rPr lang="en-US" sz="2200" b="1" dirty="0">
                <a:solidFill>
                  <a:prstClr val="black"/>
                </a:solidFill>
                <a:latin typeface="Times New Roman" panose="02020603050405020304" pitchFamily="18" charset="0"/>
                <a:cs typeface="Times New Roman" panose="02020603050405020304" pitchFamily="18" charset="0"/>
              </a:rPr>
              <a:t>MOTION ESTIMATION NETWORK:</a:t>
            </a:r>
          </a:p>
          <a:p>
            <a:pPr lvl="0">
              <a:defRPr/>
            </a:pPr>
            <a:endParaRPr kumimoji="0" lang="en-US" sz="7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A motion estimation network uses optical flow to track pixel movement between frames, encoding only the motion and differences instead of full frames for efficient compression.</a:t>
            </a:r>
          </a:p>
          <a:p>
            <a:endParaRPr lang="en-US" sz="1050" dirty="0"/>
          </a:p>
          <a:p>
            <a:pPr marL="285750" indent="-285750">
              <a:lnSpc>
                <a:spcPct val="150000"/>
              </a:lnSpc>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Feature Extraction: Learns multi-scale motion features from frames.</a:t>
            </a:r>
          </a:p>
          <a:p>
            <a:pPr marL="285750" indent="-285750">
              <a:lnSpc>
                <a:spcPct val="150000"/>
              </a:lnSpc>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Flow Estimation: Predicts and refines pixel-wise motion (optical flow).</a:t>
            </a:r>
          </a:p>
          <a:p>
            <a:pPr marL="285750" indent="-285750">
              <a:lnSpc>
                <a:spcPct val="150000"/>
              </a:lnSpc>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Warping: Uses motion to predict the next frame, reducing data to residuals. </a:t>
            </a:r>
            <a:endParaRPr kumimoji="0" lang="en-US" sz="1800" i="0" u="none" strike="noStrike" kern="120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endParaRPr>
          </a:p>
        </p:txBody>
      </p:sp>
      <p:sp>
        <p:nvSpPr>
          <p:cNvPr id="11" name="Title 16">
            <a:extLst>
              <a:ext uri="{FF2B5EF4-FFF2-40B4-BE49-F238E27FC236}">
                <a16:creationId xmlns:a16="http://schemas.microsoft.com/office/drawing/2014/main" id="{EABCECD8-E369-7A9E-DEA9-10F35826A4B0}"/>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AI Models</a:t>
            </a:r>
          </a:p>
        </p:txBody>
      </p:sp>
      <p:pic>
        <p:nvPicPr>
          <p:cNvPr id="13" name="Graphic 12" descr="Illustrator with solid fill">
            <a:extLst>
              <a:ext uri="{FF2B5EF4-FFF2-40B4-BE49-F238E27FC236}">
                <a16:creationId xmlns:a16="http://schemas.microsoft.com/office/drawing/2014/main" id="{AD2B8447-47EA-F91B-069E-03EBDE897FB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pic>
        <p:nvPicPr>
          <p:cNvPr id="3" name="Picture 2">
            <a:extLst>
              <a:ext uri="{FF2B5EF4-FFF2-40B4-BE49-F238E27FC236}">
                <a16:creationId xmlns:a16="http://schemas.microsoft.com/office/drawing/2014/main" id="{8BD31D38-E200-30B2-FD71-AF9B521D90D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83241" y="3547936"/>
            <a:ext cx="5542460" cy="2920143"/>
          </a:xfrm>
          <a:prstGeom prst="rect">
            <a:avLst/>
          </a:prstGeom>
        </p:spPr>
      </p:pic>
      <p:grpSp>
        <p:nvGrpSpPr>
          <p:cNvPr id="2" name="!!Film_Tabe_1">
            <a:extLst>
              <a:ext uri="{FF2B5EF4-FFF2-40B4-BE49-F238E27FC236}">
                <a16:creationId xmlns:a16="http://schemas.microsoft.com/office/drawing/2014/main" id="{65F11E67-C30D-9B46-29F0-A153C1C1C596}"/>
              </a:ext>
            </a:extLst>
          </p:cNvPr>
          <p:cNvGrpSpPr/>
          <p:nvPr/>
        </p:nvGrpSpPr>
        <p:grpSpPr>
          <a:xfrm rot="16200000">
            <a:off x="-10964947" y="-3710502"/>
            <a:ext cx="21467809" cy="1961092"/>
            <a:chOff x="-5996785" y="2448454"/>
            <a:chExt cx="21467809" cy="1961092"/>
          </a:xfrm>
          <a:effectLst>
            <a:outerShdw blurRad="12700" dist="50800" dir="2700000" algn="tl" rotWithShape="0">
              <a:schemeClr val="tx1">
                <a:alpha val="40000"/>
              </a:schemeClr>
            </a:outerShdw>
          </a:effectLst>
        </p:grpSpPr>
        <p:grpSp>
          <p:nvGrpSpPr>
            <p:cNvPr id="4" name="Group 3">
              <a:extLst>
                <a:ext uri="{FF2B5EF4-FFF2-40B4-BE49-F238E27FC236}">
                  <a16:creationId xmlns:a16="http://schemas.microsoft.com/office/drawing/2014/main" id="{F196B179-CFC9-B08D-0678-BB16E7B78007}"/>
                </a:ext>
              </a:extLst>
            </p:cNvPr>
            <p:cNvGrpSpPr/>
            <p:nvPr/>
          </p:nvGrpSpPr>
          <p:grpSpPr>
            <a:xfrm>
              <a:off x="7372077" y="2448455"/>
              <a:ext cx="2738174" cy="1961091"/>
              <a:chOff x="4726913" y="2438401"/>
              <a:chExt cx="2738174" cy="1961091"/>
            </a:xfrm>
          </p:grpSpPr>
          <p:sp>
            <p:nvSpPr>
              <p:cNvPr id="38" name="Graphic 2" descr="Film strip outline">
                <a:extLst>
                  <a:ext uri="{FF2B5EF4-FFF2-40B4-BE49-F238E27FC236}">
                    <a16:creationId xmlns:a16="http://schemas.microsoft.com/office/drawing/2014/main" id="{B4331311-9662-AD7F-27F4-8413B1A28DC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9" name="Straight Connector 38">
                <a:extLst>
                  <a:ext uri="{FF2B5EF4-FFF2-40B4-BE49-F238E27FC236}">
                    <a16:creationId xmlns:a16="http://schemas.microsoft.com/office/drawing/2014/main" id="{7CD5CF34-3624-FF29-7AB8-F7029A982CA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EF5F1B88-F402-9CE8-1DA9-1AC313C2A64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9B07F5D3-67D4-E8D7-77DD-F544583D5276}"/>
                </a:ext>
              </a:extLst>
            </p:cNvPr>
            <p:cNvGrpSpPr/>
            <p:nvPr/>
          </p:nvGrpSpPr>
          <p:grpSpPr>
            <a:xfrm>
              <a:off x="4702657" y="2448455"/>
              <a:ext cx="2738174" cy="1961091"/>
              <a:chOff x="4726913" y="2438401"/>
              <a:chExt cx="2738174" cy="1961091"/>
            </a:xfrm>
          </p:grpSpPr>
          <p:sp>
            <p:nvSpPr>
              <p:cNvPr id="35" name="Graphic 2" descr="Film strip outline">
                <a:extLst>
                  <a:ext uri="{FF2B5EF4-FFF2-40B4-BE49-F238E27FC236}">
                    <a16:creationId xmlns:a16="http://schemas.microsoft.com/office/drawing/2014/main" id="{A511D81C-6024-E2D6-6967-4AC1D854BCC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6" name="Straight Connector 35">
                <a:extLst>
                  <a:ext uri="{FF2B5EF4-FFF2-40B4-BE49-F238E27FC236}">
                    <a16:creationId xmlns:a16="http://schemas.microsoft.com/office/drawing/2014/main" id="{9CC0EC73-10DA-F3B8-A9A8-1546665B079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FC12560D-0F6C-EC0F-919C-7F433C69460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FC7EFE53-3A41-A1CD-5469-A418E9A2D308}"/>
                </a:ext>
              </a:extLst>
            </p:cNvPr>
            <p:cNvGrpSpPr/>
            <p:nvPr/>
          </p:nvGrpSpPr>
          <p:grpSpPr>
            <a:xfrm>
              <a:off x="12732850" y="2448455"/>
              <a:ext cx="2738174" cy="1961091"/>
              <a:chOff x="4726913" y="2438401"/>
              <a:chExt cx="2738174" cy="1961091"/>
            </a:xfrm>
          </p:grpSpPr>
          <p:sp>
            <p:nvSpPr>
              <p:cNvPr id="32" name="Graphic 2" descr="Film strip outline">
                <a:extLst>
                  <a:ext uri="{FF2B5EF4-FFF2-40B4-BE49-F238E27FC236}">
                    <a16:creationId xmlns:a16="http://schemas.microsoft.com/office/drawing/2014/main" id="{C2651920-E08F-52BC-B0A1-BC86346E348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 name="Straight Connector 32">
                <a:extLst>
                  <a:ext uri="{FF2B5EF4-FFF2-40B4-BE49-F238E27FC236}">
                    <a16:creationId xmlns:a16="http://schemas.microsoft.com/office/drawing/2014/main" id="{5F397897-E0DA-10C1-723E-96A1055A42E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41691015-21EB-AADE-B0C7-7578870772A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A0D9E03A-6BB4-7D54-D205-9C72BBBE46BA}"/>
                </a:ext>
              </a:extLst>
            </p:cNvPr>
            <p:cNvGrpSpPr/>
            <p:nvPr/>
          </p:nvGrpSpPr>
          <p:grpSpPr>
            <a:xfrm>
              <a:off x="10063430" y="2448455"/>
              <a:ext cx="2738174" cy="1961091"/>
              <a:chOff x="4726913" y="2438401"/>
              <a:chExt cx="2738174" cy="1961091"/>
            </a:xfrm>
          </p:grpSpPr>
          <p:sp>
            <p:nvSpPr>
              <p:cNvPr id="28" name="Graphic 2" descr="Film strip outline">
                <a:extLst>
                  <a:ext uri="{FF2B5EF4-FFF2-40B4-BE49-F238E27FC236}">
                    <a16:creationId xmlns:a16="http://schemas.microsoft.com/office/drawing/2014/main" id="{0E9DD9AF-05FC-B71D-854A-7C5BCA878DB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9" name="Straight Connector 28">
                <a:extLst>
                  <a:ext uri="{FF2B5EF4-FFF2-40B4-BE49-F238E27FC236}">
                    <a16:creationId xmlns:a16="http://schemas.microsoft.com/office/drawing/2014/main" id="{892CA99A-52D9-3310-77E1-E228E1A21AA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BF4B9958-3286-7020-CAAD-FD10520B632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0823DACC-2BD6-F0A5-369C-4A103550D051}"/>
                </a:ext>
              </a:extLst>
            </p:cNvPr>
            <p:cNvGrpSpPr/>
            <p:nvPr/>
          </p:nvGrpSpPr>
          <p:grpSpPr>
            <a:xfrm>
              <a:off x="-3327365" y="2448454"/>
              <a:ext cx="2738174" cy="1961091"/>
              <a:chOff x="4726913" y="2438401"/>
              <a:chExt cx="2738174" cy="1961091"/>
            </a:xfrm>
          </p:grpSpPr>
          <p:sp>
            <p:nvSpPr>
              <p:cNvPr id="25" name="Graphic 2" descr="Film strip outline">
                <a:extLst>
                  <a:ext uri="{FF2B5EF4-FFF2-40B4-BE49-F238E27FC236}">
                    <a16:creationId xmlns:a16="http://schemas.microsoft.com/office/drawing/2014/main" id="{6DFB17EC-E0DB-B9B0-B85A-450BE15370F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6" name="Straight Connector 25">
                <a:extLst>
                  <a:ext uri="{FF2B5EF4-FFF2-40B4-BE49-F238E27FC236}">
                    <a16:creationId xmlns:a16="http://schemas.microsoft.com/office/drawing/2014/main" id="{054B4885-177C-D42F-E07E-25BDEA2231F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CAEAF21C-30FB-C4EC-0471-ACD24D46AE1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3F7FB4BC-1183-642D-BD14-BDC0BEE9AF8E}"/>
                </a:ext>
              </a:extLst>
            </p:cNvPr>
            <p:cNvGrpSpPr/>
            <p:nvPr/>
          </p:nvGrpSpPr>
          <p:grpSpPr>
            <a:xfrm>
              <a:off x="-5996785" y="2448454"/>
              <a:ext cx="2738174" cy="1961091"/>
              <a:chOff x="4726913" y="2438401"/>
              <a:chExt cx="2738174" cy="1961091"/>
            </a:xfrm>
          </p:grpSpPr>
          <p:sp>
            <p:nvSpPr>
              <p:cNvPr id="22" name="Graphic 2" descr="Film strip outline">
                <a:extLst>
                  <a:ext uri="{FF2B5EF4-FFF2-40B4-BE49-F238E27FC236}">
                    <a16:creationId xmlns:a16="http://schemas.microsoft.com/office/drawing/2014/main" id="{F103D4A2-7B57-1CF7-4F6C-9D5708E65A9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3" name="Straight Connector 22">
                <a:extLst>
                  <a:ext uri="{FF2B5EF4-FFF2-40B4-BE49-F238E27FC236}">
                    <a16:creationId xmlns:a16="http://schemas.microsoft.com/office/drawing/2014/main" id="{03A3303E-07B8-8D61-5838-4B92E39233F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4" name="TextBox 23">
                <a:extLst>
                  <a:ext uri="{FF2B5EF4-FFF2-40B4-BE49-F238E27FC236}">
                    <a16:creationId xmlns:a16="http://schemas.microsoft.com/office/drawing/2014/main" id="{3D8CAB87-D444-B189-F5F6-38AA5AC11D1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 name="Group 13">
              <a:extLst>
                <a:ext uri="{FF2B5EF4-FFF2-40B4-BE49-F238E27FC236}">
                  <a16:creationId xmlns:a16="http://schemas.microsoft.com/office/drawing/2014/main" id="{2125A3DC-8A24-15B0-7EE4-B326821DD18B}"/>
                </a:ext>
              </a:extLst>
            </p:cNvPr>
            <p:cNvGrpSpPr/>
            <p:nvPr/>
          </p:nvGrpSpPr>
          <p:grpSpPr>
            <a:xfrm>
              <a:off x="2033408" y="2448454"/>
              <a:ext cx="2738174" cy="1961091"/>
              <a:chOff x="4726913" y="2438401"/>
              <a:chExt cx="2738174" cy="1961091"/>
            </a:xfrm>
          </p:grpSpPr>
          <p:sp>
            <p:nvSpPr>
              <p:cNvPr id="19" name="Graphic 2" descr="Film strip outline">
                <a:extLst>
                  <a:ext uri="{FF2B5EF4-FFF2-40B4-BE49-F238E27FC236}">
                    <a16:creationId xmlns:a16="http://schemas.microsoft.com/office/drawing/2014/main" id="{0E24B596-E199-70B6-45E0-0504C1076C2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 name="Straight Connector 19">
                <a:extLst>
                  <a:ext uri="{FF2B5EF4-FFF2-40B4-BE49-F238E27FC236}">
                    <a16:creationId xmlns:a16="http://schemas.microsoft.com/office/drawing/2014/main" id="{56F42794-FF65-117A-6A6A-7F5929407FB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1" name="TextBox 20">
                <a:extLst>
                  <a:ext uri="{FF2B5EF4-FFF2-40B4-BE49-F238E27FC236}">
                    <a16:creationId xmlns:a16="http://schemas.microsoft.com/office/drawing/2014/main" id="{5327D849-3671-83F6-5C7C-3AC73F9DE9C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 name="Group 14">
              <a:extLst>
                <a:ext uri="{FF2B5EF4-FFF2-40B4-BE49-F238E27FC236}">
                  <a16:creationId xmlns:a16="http://schemas.microsoft.com/office/drawing/2014/main" id="{B2FA01B3-5E0B-BCA3-BB0D-57631C793268}"/>
                </a:ext>
              </a:extLst>
            </p:cNvPr>
            <p:cNvGrpSpPr/>
            <p:nvPr/>
          </p:nvGrpSpPr>
          <p:grpSpPr>
            <a:xfrm>
              <a:off x="-636012" y="2448454"/>
              <a:ext cx="2738174" cy="1961091"/>
              <a:chOff x="4726913" y="2438401"/>
              <a:chExt cx="2738174" cy="1961091"/>
            </a:xfrm>
          </p:grpSpPr>
          <p:sp>
            <p:nvSpPr>
              <p:cNvPr id="16" name="Graphic 2" descr="Film strip outline">
                <a:extLst>
                  <a:ext uri="{FF2B5EF4-FFF2-40B4-BE49-F238E27FC236}">
                    <a16:creationId xmlns:a16="http://schemas.microsoft.com/office/drawing/2014/main" id="{A0EB1F2E-ADE0-4276-1B29-F3ADEF0AB3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 name="Straight Connector 16">
                <a:extLst>
                  <a:ext uri="{FF2B5EF4-FFF2-40B4-BE49-F238E27FC236}">
                    <a16:creationId xmlns:a16="http://schemas.microsoft.com/office/drawing/2014/main" id="{89A78EC9-5873-5E53-343E-DD45BAF45AE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 name="TextBox 17">
                <a:extLst>
                  <a:ext uri="{FF2B5EF4-FFF2-40B4-BE49-F238E27FC236}">
                    <a16:creationId xmlns:a16="http://schemas.microsoft.com/office/drawing/2014/main" id="{A025956D-18E4-80E1-8660-D28100B536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1" name="!!Film_Tabe_1">
            <a:extLst>
              <a:ext uri="{FF2B5EF4-FFF2-40B4-BE49-F238E27FC236}">
                <a16:creationId xmlns:a16="http://schemas.microsoft.com/office/drawing/2014/main" id="{3A943E25-139C-90EB-AD11-8532FF989CFB}"/>
              </a:ext>
            </a:extLst>
          </p:cNvPr>
          <p:cNvGrpSpPr/>
          <p:nvPr/>
        </p:nvGrpSpPr>
        <p:grpSpPr>
          <a:xfrm rot="16200000">
            <a:off x="1875379" y="7245168"/>
            <a:ext cx="21467809" cy="1961092"/>
            <a:chOff x="-5996785" y="2448454"/>
            <a:chExt cx="21467809" cy="1961092"/>
          </a:xfrm>
          <a:effectLst>
            <a:outerShdw blurRad="12700" dist="50800" dir="2700000" algn="tl" rotWithShape="0">
              <a:schemeClr val="tx1">
                <a:alpha val="40000"/>
              </a:schemeClr>
            </a:outerShdw>
          </a:effectLst>
        </p:grpSpPr>
        <p:grpSp>
          <p:nvGrpSpPr>
            <p:cNvPr id="42" name="Group 41">
              <a:extLst>
                <a:ext uri="{FF2B5EF4-FFF2-40B4-BE49-F238E27FC236}">
                  <a16:creationId xmlns:a16="http://schemas.microsoft.com/office/drawing/2014/main" id="{2BB9A8D0-4BB2-B935-1C2B-E788E4F0DD68}"/>
                </a:ext>
              </a:extLst>
            </p:cNvPr>
            <p:cNvGrpSpPr/>
            <p:nvPr/>
          </p:nvGrpSpPr>
          <p:grpSpPr>
            <a:xfrm>
              <a:off x="7372077" y="2448455"/>
              <a:ext cx="2738174" cy="1961091"/>
              <a:chOff x="4726913" y="2438401"/>
              <a:chExt cx="2738174" cy="1961091"/>
            </a:xfrm>
          </p:grpSpPr>
          <p:sp>
            <p:nvSpPr>
              <p:cNvPr id="71" name="Graphic 2" descr="Film strip outline">
                <a:extLst>
                  <a:ext uri="{FF2B5EF4-FFF2-40B4-BE49-F238E27FC236}">
                    <a16:creationId xmlns:a16="http://schemas.microsoft.com/office/drawing/2014/main" id="{23466EC6-5C29-8023-CFB3-C10DDD274A2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2" name="Straight Connector 71">
                <a:extLst>
                  <a:ext uri="{FF2B5EF4-FFF2-40B4-BE49-F238E27FC236}">
                    <a16:creationId xmlns:a16="http://schemas.microsoft.com/office/drawing/2014/main" id="{16630B7C-074F-3A4D-E461-DDF32302FE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B53C8227-77AD-75ED-072F-56F8EBB5EC1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B57FC18A-07CF-FD32-503A-C1C1F28969AB}"/>
                </a:ext>
              </a:extLst>
            </p:cNvPr>
            <p:cNvGrpSpPr/>
            <p:nvPr/>
          </p:nvGrpSpPr>
          <p:grpSpPr>
            <a:xfrm>
              <a:off x="4702657" y="2448455"/>
              <a:ext cx="2738174" cy="1961091"/>
              <a:chOff x="4726913" y="2438401"/>
              <a:chExt cx="2738174" cy="1961091"/>
            </a:xfrm>
          </p:grpSpPr>
          <p:sp>
            <p:nvSpPr>
              <p:cNvPr id="68" name="Graphic 2" descr="Film strip outline">
                <a:extLst>
                  <a:ext uri="{FF2B5EF4-FFF2-40B4-BE49-F238E27FC236}">
                    <a16:creationId xmlns:a16="http://schemas.microsoft.com/office/drawing/2014/main" id="{305BAB64-BEFE-878D-3DB3-EB6C25A9524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9" name="Straight Connector 68">
                <a:extLst>
                  <a:ext uri="{FF2B5EF4-FFF2-40B4-BE49-F238E27FC236}">
                    <a16:creationId xmlns:a16="http://schemas.microsoft.com/office/drawing/2014/main" id="{7A829777-93F3-9046-B7F2-01C48A61EAA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0" name="TextBox 69">
                <a:extLst>
                  <a:ext uri="{FF2B5EF4-FFF2-40B4-BE49-F238E27FC236}">
                    <a16:creationId xmlns:a16="http://schemas.microsoft.com/office/drawing/2014/main" id="{888CE64A-41C8-16F3-03A6-EF73F713A2B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88B16742-53D3-9C11-8959-767606CB51F9}"/>
                </a:ext>
              </a:extLst>
            </p:cNvPr>
            <p:cNvGrpSpPr/>
            <p:nvPr/>
          </p:nvGrpSpPr>
          <p:grpSpPr>
            <a:xfrm>
              <a:off x="12732850" y="2448455"/>
              <a:ext cx="2738174" cy="1961091"/>
              <a:chOff x="4726913" y="2438401"/>
              <a:chExt cx="2738174" cy="1961091"/>
            </a:xfrm>
          </p:grpSpPr>
          <p:sp>
            <p:nvSpPr>
              <p:cNvPr id="65" name="Graphic 2" descr="Film strip outline">
                <a:extLst>
                  <a:ext uri="{FF2B5EF4-FFF2-40B4-BE49-F238E27FC236}">
                    <a16:creationId xmlns:a16="http://schemas.microsoft.com/office/drawing/2014/main" id="{3564049F-1414-9E87-8593-87A1BB18CF6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6" name="Straight Connector 65">
                <a:extLst>
                  <a:ext uri="{FF2B5EF4-FFF2-40B4-BE49-F238E27FC236}">
                    <a16:creationId xmlns:a16="http://schemas.microsoft.com/office/drawing/2014/main" id="{DB423927-6304-7EE9-7C82-F576BDA2EA3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7" name="TextBox 66">
                <a:extLst>
                  <a:ext uri="{FF2B5EF4-FFF2-40B4-BE49-F238E27FC236}">
                    <a16:creationId xmlns:a16="http://schemas.microsoft.com/office/drawing/2014/main" id="{AE1C28EA-77B4-E396-2AA5-D210199FB90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5" name="Group 44">
              <a:extLst>
                <a:ext uri="{FF2B5EF4-FFF2-40B4-BE49-F238E27FC236}">
                  <a16:creationId xmlns:a16="http://schemas.microsoft.com/office/drawing/2014/main" id="{5254943D-1263-34BD-FBE3-11F2CF22D56B}"/>
                </a:ext>
              </a:extLst>
            </p:cNvPr>
            <p:cNvGrpSpPr/>
            <p:nvPr/>
          </p:nvGrpSpPr>
          <p:grpSpPr>
            <a:xfrm>
              <a:off x="10063430" y="2448455"/>
              <a:ext cx="2738174" cy="1961091"/>
              <a:chOff x="4726913" y="2438401"/>
              <a:chExt cx="2738174" cy="1961091"/>
            </a:xfrm>
          </p:grpSpPr>
          <p:sp>
            <p:nvSpPr>
              <p:cNvPr id="62" name="Graphic 2" descr="Film strip outline">
                <a:extLst>
                  <a:ext uri="{FF2B5EF4-FFF2-40B4-BE49-F238E27FC236}">
                    <a16:creationId xmlns:a16="http://schemas.microsoft.com/office/drawing/2014/main" id="{F0E2B537-7E26-7AD2-FEE7-9E57A1FD1A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3" name="Straight Connector 62">
                <a:extLst>
                  <a:ext uri="{FF2B5EF4-FFF2-40B4-BE49-F238E27FC236}">
                    <a16:creationId xmlns:a16="http://schemas.microsoft.com/office/drawing/2014/main" id="{62408237-53D5-95C8-7AF6-E57CA3DCD16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4" name="TextBox 63">
                <a:extLst>
                  <a:ext uri="{FF2B5EF4-FFF2-40B4-BE49-F238E27FC236}">
                    <a16:creationId xmlns:a16="http://schemas.microsoft.com/office/drawing/2014/main" id="{D1CDB8B2-5070-3C48-5944-4808392FC5A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6" name="Group 45">
              <a:extLst>
                <a:ext uri="{FF2B5EF4-FFF2-40B4-BE49-F238E27FC236}">
                  <a16:creationId xmlns:a16="http://schemas.microsoft.com/office/drawing/2014/main" id="{2A406AE4-5330-393B-38E9-079DBD9C6226}"/>
                </a:ext>
              </a:extLst>
            </p:cNvPr>
            <p:cNvGrpSpPr/>
            <p:nvPr/>
          </p:nvGrpSpPr>
          <p:grpSpPr>
            <a:xfrm>
              <a:off x="-3327365" y="2448454"/>
              <a:ext cx="2738174" cy="1961091"/>
              <a:chOff x="4726913" y="2438401"/>
              <a:chExt cx="2738174" cy="1961091"/>
            </a:xfrm>
          </p:grpSpPr>
          <p:sp>
            <p:nvSpPr>
              <p:cNvPr id="59" name="Graphic 2" descr="Film strip outline">
                <a:extLst>
                  <a:ext uri="{FF2B5EF4-FFF2-40B4-BE49-F238E27FC236}">
                    <a16:creationId xmlns:a16="http://schemas.microsoft.com/office/drawing/2014/main" id="{52566F80-E547-7302-93D9-1153E0C9B41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0" name="Straight Connector 59">
                <a:extLst>
                  <a:ext uri="{FF2B5EF4-FFF2-40B4-BE49-F238E27FC236}">
                    <a16:creationId xmlns:a16="http://schemas.microsoft.com/office/drawing/2014/main" id="{DADD0E74-2065-AC1E-347A-AB4F599E93C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1" name="TextBox 60">
                <a:extLst>
                  <a:ext uri="{FF2B5EF4-FFF2-40B4-BE49-F238E27FC236}">
                    <a16:creationId xmlns:a16="http://schemas.microsoft.com/office/drawing/2014/main" id="{6AC94DBF-B0F7-A476-33C0-49EE4C66D2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 name="Group 46">
              <a:extLst>
                <a:ext uri="{FF2B5EF4-FFF2-40B4-BE49-F238E27FC236}">
                  <a16:creationId xmlns:a16="http://schemas.microsoft.com/office/drawing/2014/main" id="{7D588E5E-674C-E0DC-C9F2-1B3216B3C60B}"/>
                </a:ext>
              </a:extLst>
            </p:cNvPr>
            <p:cNvGrpSpPr/>
            <p:nvPr/>
          </p:nvGrpSpPr>
          <p:grpSpPr>
            <a:xfrm>
              <a:off x="-5996785" y="2448454"/>
              <a:ext cx="2738174" cy="1961091"/>
              <a:chOff x="4726913" y="2438401"/>
              <a:chExt cx="2738174" cy="1961091"/>
            </a:xfrm>
          </p:grpSpPr>
          <p:sp>
            <p:nvSpPr>
              <p:cNvPr id="56" name="Graphic 2" descr="Film strip outline">
                <a:extLst>
                  <a:ext uri="{FF2B5EF4-FFF2-40B4-BE49-F238E27FC236}">
                    <a16:creationId xmlns:a16="http://schemas.microsoft.com/office/drawing/2014/main" id="{5A1FE950-F546-F7F9-B6D0-3E3C377CB4D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7" name="Straight Connector 56">
                <a:extLst>
                  <a:ext uri="{FF2B5EF4-FFF2-40B4-BE49-F238E27FC236}">
                    <a16:creationId xmlns:a16="http://schemas.microsoft.com/office/drawing/2014/main" id="{FD386380-6907-B763-FA4F-9EEDECEDD58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8" name="TextBox 57">
                <a:extLst>
                  <a:ext uri="{FF2B5EF4-FFF2-40B4-BE49-F238E27FC236}">
                    <a16:creationId xmlns:a16="http://schemas.microsoft.com/office/drawing/2014/main" id="{74C773F8-FE58-3FE2-A7D9-759E271A76A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37A1E7BC-C10D-BB90-709A-C49064A56EB7}"/>
                </a:ext>
              </a:extLst>
            </p:cNvPr>
            <p:cNvGrpSpPr/>
            <p:nvPr/>
          </p:nvGrpSpPr>
          <p:grpSpPr>
            <a:xfrm>
              <a:off x="2033408" y="2448454"/>
              <a:ext cx="2738174" cy="1961091"/>
              <a:chOff x="4726913" y="2438401"/>
              <a:chExt cx="2738174" cy="1961091"/>
            </a:xfrm>
          </p:grpSpPr>
          <p:sp>
            <p:nvSpPr>
              <p:cNvPr id="53" name="Graphic 2" descr="Film strip outline">
                <a:extLst>
                  <a:ext uri="{FF2B5EF4-FFF2-40B4-BE49-F238E27FC236}">
                    <a16:creationId xmlns:a16="http://schemas.microsoft.com/office/drawing/2014/main" id="{67330AC6-9030-5652-8392-9B558FB9746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4" name="Straight Connector 53">
                <a:extLst>
                  <a:ext uri="{FF2B5EF4-FFF2-40B4-BE49-F238E27FC236}">
                    <a16:creationId xmlns:a16="http://schemas.microsoft.com/office/drawing/2014/main" id="{20F18669-61C3-A307-7FDC-479E53F1A91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5" name="TextBox 54">
                <a:extLst>
                  <a:ext uri="{FF2B5EF4-FFF2-40B4-BE49-F238E27FC236}">
                    <a16:creationId xmlns:a16="http://schemas.microsoft.com/office/drawing/2014/main" id="{E45512B1-60C8-974A-7C51-6178E4DC6F2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9" name="Group 48">
              <a:extLst>
                <a:ext uri="{FF2B5EF4-FFF2-40B4-BE49-F238E27FC236}">
                  <a16:creationId xmlns:a16="http://schemas.microsoft.com/office/drawing/2014/main" id="{EB33F8EC-C631-87D0-4F2F-617AF6EF18BC}"/>
                </a:ext>
              </a:extLst>
            </p:cNvPr>
            <p:cNvGrpSpPr/>
            <p:nvPr/>
          </p:nvGrpSpPr>
          <p:grpSpPr>
            <a:xfrm>
              <a:off x="-636012" y="2448454"/>
              <a:ext cx="2738174" cy="1961091"/>
              <a:chOff x="4726913" y="2438401"/>
              <a:chExt cx="2738174" cy="1961091"/>
            </a:xfrm>
          </p:grpSpPr>
          <p:sp>
            <p:nvSpPr>
              <p:cNvPr id="50" name="Graphic 2" descr="Film strip outline">
                <a:extLst>
                  <a:ext uri="{FF2B5EF4-FFF2-40B4-BE49-F238E27FC236}">
                    <a16:creationId xmlns:a16="http://schemas.microsoft.com/office/drawing/2014/main" id="{E752AA97-63F1-2FEB-E775-3E7ADD4B74E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1" name="Straight Connector 50">
                <a:extLst>
                  <a:ext uri="{FF2B5EF4-FFF2-40B4-BE49-F238E27FC236}">
                    <a16:creationId xmlns:a16="http://schemas.microsoft.com/office/drawing/2014/main" id="{1B932608-9243-45F8-7426-9C5A1CFEED6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C738F76B-4C4D-0687-231B-855ED63FE0C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2510603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Effect transition="in" filter="wipe(left)">
                                      <p:cBhvr>
                                        <p:cTn id="7" dur="500"/>
                                        <p:tgtEl>
                                          <p:spTgt spid="31">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wipe(left)">
                                      <p:cBhvr>
                                        <p:cTn id="10" dur="500"/>
                                        <p:tgtEl>
                                          <p:spTgt spid="31">
                                            <p:txEl>
                                              <p:pRg st="2" end="2"/>
                                            </p:txEl>
                                          </p:spTgt>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31">
                                            <p:txEl>
                                              <p:pRg st="4" end="4"/>
                                            </p:txEl>
                                          </p:spTgt>
                                        </p:tgtEl>
                                        <p:attrNameLst>
                                          <p:attrName>style.visibility</p:attrName>
                                        </p:attrNameLst>
                                      </p:cBhvr>
                                      <p:to>
                                        <p:strVal val="visible"/>
                                      </p:to>
                                    </p:set>
                                    <p:animEffect transition="in" filter="wipe(left)">
                                      <p:cBhvr>
                                        <p:cTn id="14" dur="500"/>
                                        <p:tgtEl>
                                          <p:spTgt spid="31">
                                            <p:txEl>
                                              <p:pRg st="4" end="4"/>
                                            </p:txEl>
                                          </p:spTgt>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31">
                                            <p:txEl>
                                              <p:pRg st="5" end="5"/>
                                            </p:txEl>
                                          </p:spTgt>
                                        </p:tgtEl>
                                        <p:attrNameLst>
                                          <p:attrName>style.visibility</p:attrName>
                                        </p:attrNameLst>
                                      </p:cBhvr>
                                      <p:to>
                                        <p:strVal val="visible"/>
                                      </p:to>
                                    </p:set>
                                    <p:animEffect transition="in" filter="wipe(left)">
                                      <p:cBhvr>
                                        <p:cTn id="18" dur="500"/>
                                        <p:tgtEl>
                                          <p:spTgt spid="31">
                                            <p:txEl>
                                              <p:pRg st="5" end="5"/>
                                            </p:txEl>
                                          </p:spTgt>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31">
                                            <p:txEl>
                                              <p:pRg st="6" end="6"/>
                                            </p:txEl>
                                          </p:spTgt>
                                        </p:tgtEl>
                                        <p:attrNameLst>
                                          <p:attrName>style.visibility</p:attrName>
                                        </p:attrNameLst>
                                      </p:cBhvr>
                                      <p:to>
                                        <p:strVal val="visible"/>
                                      </p:to>
                                    </p:set>
                                    <p:animEffect transition="in" filter="wipe(left)">
                                      <p:cBhvr>
                                        <p:cTn id="22" dur="500"/>
                                        <p:tgtEl>
                                          <p:spTgt spid="31">
                                            <p:txEl>
                                              <p:pRg st="6" end="6"/>
                                            </p:txEl>
                                          </p:spTgt>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B8E2FA-574F-E2C6-8E55-2B89AA5DD799}"/>
            </a:ext>
          </a:extLst>
        </p:cNvPr>
        <p:cNvGrpSpPr/>
        <p:nvPr/>
      </p:nvGrpSpPr>
      <p:grpSpPr>
        <a:xfrm>
          <a:off x="0" y="0"/>
          <a:ext cx="0" cy="0"/>
          <a:chOff x="0" y="0"/>
          <a:chExt cx="0" cy="0"/>
        </a:xfrm>
      </p:grpSpPr>
      <p:sp>
        <p:nvSpPr>
          <p:cNvPr id="12" name="Freeform 3">
            <a:extLst>
              <a:ext uri="{FF2B5EF4-FFF2-40B4-BE49-F238E27FC236}">
                <a16:creationId xmlns:a16="http://schemas.microsoft.com/office/drawing/2014/main" id="{3DEF30C3-46E1-699C-0A3F-267088650B4A}"/>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B3CD9AE3-1F19-87B4-6A79-35F7C964B42F}"/>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37</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Text">
            <a:extLst>
              <a:ext uri="{FF2B5EF4-FFF2-40B4-BE49-F238E27FC236}">
                <a16:creationId xmlns:a16="http://schemas.microsoft.com/office/drawing/2014/main" id="{8923619C-0737-9664-E8DA-90CE1BFB39C5}"/>
              </a:ext>
            </a:extLst>
          </p:cNvPr>
          <p:cNvSpPr txBox="1"/>
          <p:nvPr/>
        </p:nvSpPr>
        <p:spPr>
          <a:xfrm>
            <a:off x="1274343" y="993537"/>
            <a:ext cx="9221073" cy="4031873"/>
          </a:xfrm>
          <a:prstGeom prst="rect">
            <a:avLst/>
          </a:prstGeom>
          <a:noFill/>
        </p:spPr>
        <p:txBody>
          <a:bodyPr wrap="square" rtlCol="0">
            <a:spAutoFit/>
          </a:bodyPr>
          <a:lstStyle/>
          <a:p>
            <a:pPr marR="0" lvl="0" algn="l" defTabSz="914400" rtl="0" eaLnBrk="1" fontAlgn="auto" latinLnBrk="0" hangingPunct="1">
              <a:lnSpc>
                <a:spcPct val="150000"/>
              </a:lnSpc>
              <a:spcBef>
                <a:spcPts val="0"/>
              </a:spcBef>
              <a:spcAft>
                <a:spcPts val="0"/>
              </a:spcAft>
              <a:buClrTx/>
              <a:buSzTx/>
              <a:tabLst/>
              <a:defRPr/>
            </a:pP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MOTION COMPENSATION : </a:t>
            </a:r>
          </a:p>
          <a:p>
            <a:pPr>
              <a:lnSpc>
                <a:spcPct val="150000"/>
              </a:lnSpc>
            </a:pPr>
            <a:r>
              <a:rPr lang="en-US" dirty="0">
                <a:latin typeface="Times New Roman" panose="02020603050405020304" pitchFamily="18" charset="0"/>
                <a:cs typeface="Times New Roman" panose="02020603050405020304" pitchFamily="18" charset="0"/>
              </a:rPr>
              <a:t>The Motion Compensation Network (MCN) predicts the current frame from a reference frame using motion, reducing redundancy and bitrate.</a:t>
            </a:r>
          </a:p>
          <a:p>
            <a:endParaRPr lang="en-AS" dirty="0">
              <a:latin typeface="Times New Roman" panose="02020603050405020304" pitchFamily="18" charset="0"/>
              <a:cs typeface="Times New Roman" panose="02020603050405020304" pitchFamily="18" charset="0"/>
            </a:endParaRPr>
          </a:p>
          <a:p>
            <a:pPr marL="457200" indent="-457200">
              <a:buFont typeface="Arial" panose="020B0604020202020204" pitchFamily="34" charset="0"/>
              <a:buChar char="•"/>
            </a:pPr>
            <a:r>
              <a:rPr lang="en-US" sz="2000" b="1" dirty="0">
                <a:latin typeface="Times New Roman" panose="02020603050405020304" pitchFamily="18" charset="0"/>
                <a:cs typeface="Times New Roman" panose="02020603050405020304" pitchFamily="18" charset="0"/>
              </a:rPr>
              <a:t>Frame Alignment: </a:t>
            </a:r>
          </a:p>
          <a:p>
            <a:r>
              <a:rPr lang="en-US" b="1" dirty="0">
                <a:latin typeface="Times New Roman" panose="02020603050405020304" pitchFamily="18" charset="0"/>
                <a:cs typeface="Times New Roman" panose="02020603050405020304" pitchFamily="18" charset="0"/>
              </a:rPr>
              <a:t>	</a:t>
            </a:r>
            <a:r>
              <a:rPr lang="en-US" dirty="0">
                <a:latin typeface="Times New Roman" panose="02020603050405020304" pitchFamily="18" charset="0"/>
                <a:cs typeface="Times New Roman" panose="02020603050405020304" pitchFamily="18" charset="0"/>
              </a:rPr>
              <a:t>Uses optical flow to warp the reference frame toward the current frame.</a:t>
            </a:r>
          </a:p>
          <a:p>
            <a:endParaRPr lang="en-AS" dirty="0">
              <a:latin typeface="Times New Roman" panose="02020603050405020304" pitchFamily="18" charset="0"/>
              <a:cs typeface="Times New Roman" panose="02020603050405020304" pitchFamily="18" charset="0"/>
            </a:endParaRPr>
          </a:p>
          <a:p>
            <a:pPr marL="342900" indent="-342900">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CNN Refinement: </a:t>
            </a:r>
          </a:p>
          <a:p>
            <a:r>
              <a:rPr lang="en-US" dirty="0">
                <a:latin typeface="Times New Roman" panose="02020603050405020304" pitchFamily="18" charset="0"/>
                <a:cs typeface="Times New Roman" panose="02020603050405020304" pitchFamily="18" charset="0"/>
              </a:rPr>
              <a:t>	A CNN fixes warping errors to improve the predicted frame. </a:t>
            </a:r>
          </a:p>
          <a:p>
            <a:endParaRPr lang="en-US" dirty="0">
              <a:latin typeface="Times New Roman" panose="02020603050405020304" pitchFamily="18" charset="0"/>
              <a:cs typeface="Times New Roman" panose="02020603050405020304" pitchFamily="18" charset="0"/>
            </a:endParaRPr>
          </a:p>
          <a:p>
            <a:pPr marL="342900" indent="-342900">
              <a:buFont typeface="Arial" panose="020B0604020202020204" pitchFamily="34" charset="0"/>
              <a:buChar char="•"/>
            </a:pPr>
            <a:r>
              <a:rPr lang="en-US" sz="2000" b="1" dirty="0">
                <a:latin typeface="Times New Roman" panose="02020603050405020304" pitchFamily="18" charset="0"/>
                <a:cs typeface="Times New Roman" panose="02020603050405020304" pitchFamily="18" charset="0"/>
              </a:rPr>
              <a:t>Compression Efficiency: </a:t>
            </a:r>
          </a:p>
          <a:p>
            <a:r>
              <a:rPr lang="en-US" dirty="0">
                <a:latin typeface="Times New Roman" panose="02020603050405020304" pitchFamily="18" charset="0"/>
                <a:cs typeface="Times New Roman" panose="02020603050405020304" pitchFamily="18" charset="0"/>
              </a:rPr>
              <a:t>	Encodes only the residual, reducing bitrate.</a:t>
            </a:r>
            <a:endParaRPr lang="en-US" dirty="0">
              <a:solidFill>
                <a:prstClr val="black"/>
              </a:solidFill>
              <a:latin typeface="Times New Roman" panose="02020603050405020304" pitchFamily="18" charset="0"/>
              <a:cs typeface="Times New Roman" panose="02020603050405020304" pitchFamily="18" charset="0"/>
            </a:endParaRPr>
          </a:p>
        </p:txBody>
      </p:sp>
      <p:sp>
        <p:nvSpPr>
          <p:cNvPr id="11" name="Title 16">
            <a:extLst>
              <a:ext uri="{FF2B5EF4-FFF2-40B4-BE49-F238E27FC236}">
                <a16:creationId xmlns:a16="http://schemas.microsoft.com/office/drawing/2014/main" id="{457210E2-1250-D9B2-680B-BEAD9E19D416}"/>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AI Models</a:t>
            </a:r>
          </a:p>
        </p:txBody>
      </p:sp>
      <p:pic>
        <p:nvPicPr>
          <p:cNvPr id="13" name="Graphic 12" descr="Illustrator with solid fill">
            <a:extLst>
              <a:ext uri="{FF2B5EF4-FFF2-40B4-BE49-F238E27FC236}">
                <a16:creationId xmlns:a16="http://schemas.microsoft.com/office/drawing/2014/main" id="{D67F0FD1-B8D9-5352-6214-E880E14620E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42" name="!!Film_Tabe_1">
            <a:extLst>
              <a:ext uri="{FF2B5EF4-FFF2-40B4-BE49-F238E27FC236}">
                <a16:creationId xmlns:a16="http://schemas.microsoft.com/office/drawing/2014/main" id="{E01C7FF9-EAF5-0EDC-96DE-1D755A54AFB8}"/>
              </a:ext>
            </a:extLst>
          </p:cNvPr>
          <p:cNvGrpSpPr/>
          <p:nvPr/>
        </p:nvGrpSpPr>
        <p:grpSpPr>
          <a:xfrm rot="16200000">
            <a:off x="-10994156" y="2638955"/>
            <a:ext cx="21467809" cy="1961092"/>
            <a:chOff x="-5996785" y="2448454"/>
            <a:chExt cx="21467809" cy="1961092"/>
          </a:xfrm>
          <a:effectLst>
            <a:outerShdw blurRad="12700" dist="50800" dir="2700000" algn="tl" rotWithShape="0">
              <a:schemeClr val="tx1">
                <a:alpha val="40000"/>
              </a:schemeClr>
            </a:outerShdw>
          </a:effectLst>
        </p:grpSpPr>
        <p:grpSp>
          <p:nvGrpSpPr>
            <p:cNvPr id="43" name="Group 42">
              <a:extLst>
                <a:ext uri="{FF2B5EF4-FFF2-40B4-BE49-F238E27FC236}">
                  <a16:creationId xmlns:a16="http://schemas.microsoft.com/office/drawing/2014/main" id="{7E08BD73-5F56-11D2-0133-F7C324CA4228}"/>
                </a:ext>
              </a:extLst>
            </p:cNvPr>
            <p:cNvGrpSpPr/>
            <p:nvPr/>
          </p:nvGrpSpPr>
          <p:grpSpPr>
            <a:xfrm>
              <a:off x="7372077" y="2448455"/>
              <a:ext cx="2738174" cy="1961091"/>
              <a:chOff x="4726913" y="2438401"/>
              <a:chExt cx="2738174" cy="1961091"/>
            </a:xfrm>
          </p:grpSpPr>
          <p:sp>
            <p:nvSpPr>
              <p:cNvPr id="2057" name="Graphic 2" descr="Film strip outline">
                <a:extLst>
                  <a:ext uri="{FF2B5EF4-FFF2-40B4-BE49-F238E27FC236}">
                    <a16:creationId xmlns:a16="http://schemas.microsoft.com/office/drawing/2014/main" id="{98D13A6F-674C-F459-E1C8-EBC78EFD06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58" name="Straight Connector 2057">
                <a:extLst>
                  <a:ext uri="{FF2B5EF4-FFF2-40B4-BE49-F238E27FC236}">
                    <a16:creationId xmlns:a16="http://schemas.microsoft.com/office/drawing/2014/main" id="{529E5DF5-B881-D813-2238-F67C9773D5D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9" name="TextBox 2058">
                <a:extLst>
                  <a:ext uri="{FF2B5EF4-FFF2-40B4-BE49-F238E27FC236}">
                    <a16:creationId xmlns:a16="http://schemas.microsoft.com/office/drawing/2014/main" id="{679871D4-5FBC-2B6E-F08E-CBC8B25081D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2CE6FBBC-0A60-1D09-D289-E646C3E95EF7}"/>
                </a:ext>
              </a:extLst>
            </p:cNvPr>
            <p:cNvGrpSpPr/>
            <p:nvPr/>
          </p:nvGrpSpPr>
          <p:grpSpPr>
            <a:xfrm>
              <a:off x="4702657" y="2448455"/>
              <a:ext cx="2738174" cy="1961091"/>
              <a:chOff x="4726913" y="2438401"/>
              <a:chExt cx="2738174" cy="1961091"/>
            </a:xfrm>
          </p:grpSpPr>
          <p:sp>
            <p:nvSpPr>
              <p:cNvPr id="2054" name="Graphic 2" descr="Film strip outline">
                <a:extLst>
                  <a:ext uri="{FF2B5EF4-FFF2-40B4-BE49-F238E27FC236}">
                    <a16:creationId xmlns:a16="http://schemas.microsoft.com/office/drawing/2014/main" id="{2DBE9E45-17A2-10BF-CAE6-EA6AA0F3293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55" name="Straight Connector 2054">
                <a:extLst>
                  <a:ext uri="{FF2B5EF4-FFF2-40B4-BE49-F238E27FC236}">
                    <a16:creationId xmlns:a16="http://schemas.microsoft.com/office/drawing/2014/main" id="{2E8CE837-F471-33F3-5072-521AD40C84C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6" name="TextBox 2055">
                <a:extLst>
                  <a:ext uri="{FF2B5EF4-FFF2-40B4-BE49-F238E27FC236}">
                    <a16:creationId xmlns:a16="http://schemas.microsoft.com/office/drawing/2014/main" id="{A397EDD3-73FF-5136-D219-120897CF3DF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5" name="Group 44">
              <a:extLst>
                <a:ext uri="{FF2B5EF4-FFF2-40B4-BE49-F238E27FC236}">
                  <a16:creationId xmlns:a16="http://schemas.microsoft.com/office/drawing/2014/main" id="{3443D3A8-0D93-6663-8311-EC1E5FA6049D}"/>
                </a:ext>
              </a:extLst>
            </p:cNvPr>
            <p:cNvGrpSpPr/>
            <p:nvPr/>
          </p:nvGrpSpPr>
          <p:grpSpPr>
            <a:xfrm>
              <a:off x="12732850" y="2448455"/>
              <a:ext cx="2738174" cy="1961091"/>
              <a:chOff x="4726913" y="2438401"/>
              <a:chExt cx="2738174" cy="1961091"/>
            </a:xfrm>
          </p:grpSpPr>
          <p:sp>
            <p:nvSpPr>
              <p:cNvPr id="2051" name="Graphic 2" descr="Film strip outline">
                <a:extLst>
                  <a:ext uri="{FF2B5EF4-FFF2-40B4-BE49-F238E27FC236}">
                    <a16:creationId xmlns:a16="http://schemas.microsoft.com/office/drawing/2014/main" id="{D4FCE3A1-86A1-9C56-5F18-01313D5763E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52" name="Straight Connector 2051">
                <a:extLst>
                  <a:ext uri="{FF2B5EF4-FFF2-40B4-BE49-F238E27FC236}">
                    <a16:creationId xmlns:a16="http://schemas.microsoft.com/office/drawing/2014/main" id="{091C272B-4A28-D999-0FE2-B4585BED305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3" name="TextBox 2052">
                <a:extLst>
                  <a:ext uri="{FF2B5EF4-FFF2-40B4-BE49-F238E27FC236}">
                    <a16:creationId xmlns:a16="http://schemas.microsoft.com/office/drawing/2014/main" id="{2C713C20-6805-7E79-057D-8B0A6185213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6" name="Group 45">
              <a:extLst>
                <a:ext uri="{FF2B5EF4-FFF2-40B4-BE49-F238E27FC236}">
                  <a16:creationId xmlns:a16="http://schemas.microsoft.com/office/drawing/2014/main" id="{63770700-FD0C-D1EE-01F4-7718D4151B93}"/>
                </a:ext>
              </a:extLst>
            </p:cNvPr>
            <p:cNvGrpSpPr/>
            <p:nvPr/>
          </p:nvGrpSpPr>
          <p:grpSpPr>
            <a:xfrm>
              <a:off x="10063430"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E43BF702-C74B-30F1-CA74-9EA37BED1E5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48" name="Straight Connector 2047">
                <a:extLst>
                  <a:ext uri="{FF2B5EF4-FFF2-40B4-BE49-F238E27FC236}">
                    <a16:creationId xmlns:a16="http://schemas.microsoft.com/office/drawing/2014/main" id="{46DCE004-31B3-93AD-B5A5-023562E5A4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50" name="TextBox 2049">
                <a:extLst>
                  <a:ext uri="{FF2B5EF4-FFF2-40B4-BE49-F238E27FC236}">
                    <a16:creationId xmlns:a16="http://schemas.microsoft.com/office/drawing/2014/main" id="{944A86CE-E3AD-53FC-F376-05D9584995B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 name="Group 46">
              <a:extLst>
                <a:ext uri="{FF2B5EF4-FFF2-40B4-BE49-F238E27FC236}">
                  <a16:creationId xmlns:a16="http://schemas.microsoft.com/office/drawing/2014/main" id="{AA6AEF64-353E-1F17-DDE4-4F3CB917ADE6}"/>
                </a:ext>
              </a:extLst>
            </p:cNvPr>
            <p:cNvGrpSpPr/>
            <p:nvPr/>
          </p:nvGrpSpPr>
          <p:grpSpPr>
            <a:xfrm>
              <a:off x="-3327365"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0E114623-3699-86F3-5886-7E3F65AB7E5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62506DB2-B888-D2E3-8084-8F4270D0B6A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1E2D68A9-8F83-7503-2B0E-52297518F0B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66ABC8FA-35BF-FF24-D4CB-A131F7FEE88D}"/>
                </a:ext>
              </a:extLst>
            </p:cNvPr>
            <p:cNvGrpSpPr/>
            <p:nvPr/>
          </p:nvGrpSpPr>
          <p:grpSpPr>
            <a:xfrm>
              <a:off x="-5996785" y="2448454"/>
              <a:ext cx="2738174" cy="1961091"/>
              <a:chOff x="4726913" y="2438401"/>
              <a:chExt cx="2738174" cy="1961091"/>
            </a:xfrm>
          </p:grpSpPr>
          <p:sp>
            <p:nvSpPr>
              <p:cNvPr id="57" name="Graphic 2" descr="Film strip outline">
                <a:extLst>
                  <a:ext uri="{FF2B5EF4-FFF2-40B4-BE49-F238E27FC236}">
                    <a16:creationId xmlns:a16="http://schemas.microsoft.com/office/drawing/2014/main" id="{6F6CECE7-BC61-E3B1-B0A8-2836661D055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268E5B4E-DCA9-9582-8B0B-EC53DDA3FA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7323BE22-3A83-2B8B-01E0-4FB913FB9DB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9" name="Group 48">
              <a:extLst>
                <a:ext uri="{FF2B5EF4-FFF2-40B4-BE49-F238E27FC236}">
                  <a16:creationId xmlns:a16="http://schemas.microsoft.com/office/drawing/2014/main" id="{1055BFB3-4048-8DB0-E28F-E2B17CB35674}"/>
                </a:ext>
              </a:extLst>
            </p:cNvPr>
            <p:cNvGrpSpPr/>
            <p:nvPr/>
          </p:nvGrpSpPr>
          <p:grpSpPr>
            <a:xfrm>
              <a:off x="2033408"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2379BAE5-5C3B-2EE8-4B28-E4D38BD67D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B957C4E6-9D27-4635-66AD-52AA8136B7A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7E62FB56-EE0B-E8B0-2EA7-BF10BEF3A36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9F69A492-A3BA-6E74-5F97-4B1D0479955B}"/>
                </a:ext>
              </a:extLst>
            </p:cNvPr>
            <p:cNvGrpSpPr/>
            <p:nvPr/>
          </p:nvGrpSpPr>
          <p:grpSpPr>
            <a:xfrm>
              <a:off x="-636012"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BA9EF269-6505-E8E2-622B-D05FDC63F5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D58595DD-7601-4474-78FE-1BD4BF02E70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16A6A6E1-C394-C2A0-CDD5-2C08CBD2DD5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
        <p:nvSpPr>
          <p:cNvPr id="2060" name="Freeform 20">
            <a:extLst>
              <a:ext uri="{FF2B5EF4-FFF2-40B4-BE49-F238E27FC236}">
                <a16:creationId xmlns:a16="http://schemas.microsoft.com/office/drawing/2014/main" id="{AD453541-3F7E-DE18-4355-4F1E6467B796}"/>
              </a:ext>
            </a:extLst>
          </p:cNvPr>
          <p:cNvSpPr/>
          <p:nvPr/>
        </p:nvSpPr>
        <p:spPr>
          <a:xfrm>
            <a:off x="9832024" y="6095892"/>
            <a:ext cx="1481830" cy="524571"/>
          </a:xfrm>
          <a:custGeom>
            <a:avLst/>
            <a:gdLst/>
            <a:ahLst/>
            <a:cxnLst/>
            <a:rect l="l" t="t" r="r" b="b"/>
            <a:pathLst>
              <a:path w="1481830" h="524571">
                <a:moveTo>
                  <a:pt x="0" y="0"/>
                </a:moveTo>
                <a:lnTo>
                  <a:pt x="1481830" y="0"/>
                </a:lnTo>
                <a:lnTo>
                  <a:pt x="1481830" y="524572"/>
                </a:lnTo>
                <a:lnTo>
                  <a:pt x="0" y="524572"/>
                </a:lnTo>
                <a:lnTo>
                  <a:pt x="0" y="0"/>
                </a:lnTo>
                <a:close/>
              </a:path>
            </a:pathLst>
          </a:custGeom>
          <a:blipFill>
            <a:blip>
              <a:extLst>
                <a:ext uri="{96DAC541-7B7A-43D3-8B79-37D633B846F1}">
                  <asvg:svgBlip xmlns:asvg="http://schemas.microsoft.com/office/drawing/2016/SVG/main" r:embed="rId4"/>
                </a:ext>
              </a:extLst>
            </a:blip>
            <a:stretch>
              <a:fillRect t="-127827" r="-47370"/>
            </a:stretch>
          </a:blipFill>
        </p:spPr>
        <p:txBody>
          <a:bodyPr/>
          <a:lstStyle/>
          <a:p>
            <a:endParaRPr lang="en-AS" dirty="0"/>
          </a:p>
        </p:txBody>
      </p:sp>
      <p:grpSp>
        <p:nvGrpSpPr>
          <p:cNvPr id="2" name="!!Film_Tabe_1">
            <a:extLst>
              <a:ext uri="{FF2B5EF4-FFF2-40B4-BE49-F238E27FC236}">
                <a16:creationId xmlns:a16="http://schemas.microsoft.com/office/drawing/2014/main" id="{AA5B53C0-5591-E68B-56E2-A3A06035CEE6}"/>
              </a:ext>
            </a:extLst>
          </p:cNvPr>
          <p:cNvGrpSpPr/>
          <p:nvPr/>
        </p:nvGrpSpPr>
        <p:grpSpPr>
          <a:xfrm rot="16200000">
            <a:off x="1296107" y="4458425"/>
            <a:ext cx="21467809" cy="1961092"/>
            <a:chOff x="-5996785" y="2448454"/>
            <a:chExt cx="21467809" cy="1961092"/>
          </a:xfrm>
          <a:effectLst>
            <a:outerShdw blurRad="12700" dist="50800" dir="2700000" algn="tl" rotWithShape="0">
              <a:schemeClr val="tx1">
                <a:alpha val="40000"/>
              </a:schemeClr>
            </a:outerShdw>
          </a:effectLst>
        </p:grpSpPr>
        <p:grpSp>
          <p:nvGrpSpPr>
            <p:cNvPr id="3" name="Group 2">
              <a:extLst>
                <a:ext uri="{FF2B5EF4-FFF2-40B4-BE49-F238E27FC236}">
                  <a16:creationId xmlns:a16="http://schemas.microsoft.com/office/drawing/2014/main" id="{F709C9C4-F44B-25BF-B0BD-4D48B8D939EF}"/>
                </a:ext>
              </a:extLst>
            </p:cNvPr>
            <p:cNvGrpSpPr/>
            <p:nvPr/>
          </p:nvGrpSpPr>
          <p:grpSpPr>
            <a:xfrm>
              <a:off x="7372077" y="2448455"/>
              <a:ext cx="2738174" cy="1961091"/>
              <a:chOff x="4726913" y="2438401"/>
              <a:chExt cx="2738174" cy="1961091"/>
            </a:xfrm>
          </p:grpSpPr>
          <p:sp>
            <p:nvSpPr>
              <p:cNvPr id="2088" name="Graphic 2" descr="Film strip outline">
                <a:extLst>
                  <a:ext uri="{FF2B5EF4-FFF2-40B4-BE49-F238E27FC236}">
                    <a16:creationId xmlns:a16="http://schemas.microsoft.com/office/drawing/2014/main" id="{7DFACAB9-A211-4BD0-3CB8-7F35F7D76D8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9" name="Straight Connector 2088">
                <a:extLst>
                  <a:ext uri="{FF2B5EF4-FFF2-40B4-BE49-F238E27FC236}">
                    <a16:creationId xmlns:a16="http://schemas.microsoft.com/office/drawing/2014/main" id="{58A4581C-3032-4FA2-5470-5DB5B51E4AA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90" name="TextBox 2089">
                <a:extLst>
                  <a:ext uri="{FF2B5EF4-FFF2-40B4-BE49-F238E27FC236}">
                    <a16:creationId xmlns:a16="http://schemas.microsoft.com/office/drawing/2014/main" id="{6D4258EC-61D3-43E2-6F0D-8F88F97FA2D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49" name="Group 2048">
              <a:extLst>
                <a:ext uri="{FF2B5EF4-FFF2-40B4-BE49-F238E27FC236}">
                  <a16:creationId xmlns:a16="http://schemas.microsoft.com/office/drawing/2014/main" id="{E14312F6-7AB5-99EE-357F-ED94CBACDC01}"/>
                </a:ext>
              </a:extLst>
            </p:cNvPr>
            <p:cNvGrpSpPr/>
            <p:nvPr/>
          </p:nvGrpSpPr>
          <p:grpSpPr>
            <a:xfrm>
              <a:off x="4702657" y="2448455"/>
              <a:ext cx="2738174" cy="1961091"/>
              <a:chOff x="4726913" y="2438401"/>
              <a:chExt cx="2738174" cy="1961091"/>
            </a:xfrm>
          </p:grpSpPr>
          <p:sp>
            <p:nvSpPr>
              <p:cNvPr id="2085" name="Graphic 2" descr="Film strip outline">
                <a:extLst>
                  <a:ext uri="{FF2B5EF4-FFF2-40B4-BE49-F238E27FC236}">
                    <a16:creationId xmlns:a16="http://schemas.microsoft.com/office/drawing/2014/main" id="{9C39D972-4DBF-803C-415F-697F2AB9E5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6" name="Straight Connector 2085">
                <a:extLst>
                  <a:ext uri="{FF2B5EF4-FFF2-40B4-BE49-F238E27FC236}">
                    <a16:creationId xmlns:a16="http://schemas.microsoft.com/office/drawing/2014/main" id="{127FDBD2-1175-DE31-0E99-003EF645533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87" name="TextBox 2086">
                <a:extLst>
                  <a:ext uri="{FF2B5EF4-FFF2-40B4-BE49-F238E27FC236}">
                    <a16:creationId xmlns:a16="http://schemas.microsoft.com/office/drawing/2014/main" id="{682239FB-F8BE-5C28-B25E-61F972356A6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1" name="Group 2060">
              <a:extLst>
                <a:ext uri="{FF2B5EF4-FFF2-40B4-BE49-F238E27FC236}">
                  <a16:creationId xmlns:a16="http://schemas.microsoft.com/office/drawing/2014/main" id="{84C4A554-0BA4-BF21-84F1-549F962797B1}"/>
                </a:ext>
              </a:extLst>
            </p:cNvPr>
            <p:cNvGrpSpPr/>
            <p:nvPr/>
          </p:nvGrpSpPr>
          <p:grpSpPr>
            <a:xfrm>
              <a:off x="12732850" y="2448455"/>
              <a:ext cx="2738174" cy="1961091"/>
              <a:chOff x="4726913" y="2438401"/>
              <a:chExt cx="2738174" cy="1961091"/>
            </a:xfrm>
          </p:grpSpPr>
          <p:sp>
            <p:nvSpPr>
              <p:cNvPr id="2082" name="Graphic 2" descr="Film strip outline">
                <a:extLst>
                  <a:ext uri="{FF2B5EF4-FFF2-40B4-BE49-F238E27FC236}">
                    <a16:creationId xmlns:a16="http://schemas.microsoft.com/office/drawing/2014/main" id="{4EA40150-2719-73D3-DFBD-E5750F82E86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3" name="Straight Connector 2082">
                <a:extLst>
                  <a:ext uri="{FF2B5EF4-FFF2-40B4-BE49-F238E27FC236}">
                    <a16:creationId xmlns:a16="http://schemas.microsoft.com/office/drawing/2014/main" id="{96C3AD38-3920-5E73-0D86-79DCE1D29A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84" name="TextBox 2083">
                <a:extLst>
                  <a:ext uri="{FF2B5EF4-FFF2-40B4-BE49-F238E27FC236}">
                    <a16:creationId xmlns:a16="http://schemas.microsoft.com/office/drawing/2014/main" id="{F983630D-22F0-6DDD-C983-6D75D89BF35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2" name="Group 2061">
              <a:extLst>
                <a:ext uri="{FF2B5EF4-FFF2-40B4-BE49-F238E27FC236}">
                  <a16:creationId xmlns:a16="http://schemas.microsoft.com/office/drawing/2014/main" id="{9FAF2073-0A42-89D1-F8FC-545D450D05D5}"/>
                </a:ext>
              </a:extLst>
            </p:cNvPr>
            <p:cNvGrpSpPr/>
            <p:nvPr/>
          </p:nvGrpSpPr>
          <p:grpSpPr>
            <a:xfrm>
              <a:off x="10063430" y="2448455"/>
              <a:ext cx="2738174" cy="1961091"/>
              <a:chOff x="4726913" y="2438401"/>
              <a:chExt cx="2738174" cy="1961091"/>
            </a:xfrm>
          </p:grpSpPr>
          <p:sp>
            <p:nvSpPr>
              <p:cNvPr id="2079" name="Graphic 2" descr="Film strip outline">
                <a:extLst>
                  <a:ext uri="{FF2B5EF4-FFF2-40B4-BE49-F238E27FC236}">
                    <a16:creationId xmlns:a16="http://schemas.microsoft.com/office/drawing/2014/main" id="{A5C6D9C4-AE9A-BC99-DA89-C2D63D4357A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0" name="Straight Connector 2079">
                <a:extLst>
                  <a:ext uri="{FF2B5EF4-FFF2-40B4-BE49-F238E27FC236}">
                    <a16:creationId xmlns:a16="http://schemas.microsoft.com/office/drawing/2014/main" id="{AFCA005B-6D6D-B89D-6350-07E43BF9174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81" name="TextBox 2080">
                <a:extLst>
                  <a:ext uri="{FF2B5EF4-FFF2-40B4-BE49-F238E27FC236}">
                    <a16:creationId xmlns:a16="http://schemas.microsoft.com/office/drawing/2014/main" id="{3A1F211B-AFCE-6500-E30B-D6CC611F9D3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3" name="Group 2062">
              <a:extLst>
                <a:ext uri="{FF2B5EF4-FFF2-40B4-BE49-F238E27FC236}">
                  <a16:creationId xmlns:a16="http://schemas.microsoft.com/office/drawing/2014/main" id="{B42BBA09-0A21-D28F-1173-6D66991183A4}"/>
                </a:ext>
              </a:extLst>
            </p:cNvPr>
            <p:cNvGrpSpPr/>
            <p:nvPr/>
          </p:nvGrpSpPr>
          <p:grpSpPr>
            <a:xfrm>
              <a:off x="-3327365" y="2448454"/>
              <a:ext cx="2738174" cy="1961091"/>
              <a:chOff x="4726913" y="2438401"/>
              <a:chExt cx="2738174" cy="1961091"/>
            </a:xfrm>
          </p:grpSpPr>
          <p:sp>
            <p:nvSpPr>
              <p:cNvPr id="2076" name="Graphic 2" descr="Film strip outline">
                <a:extLst>
                  <a:ext uri="{FF2B5EF4-FFF2-40B4-BE49-F238E27FC236}">
                    <a16:creationId xmlns:a16="http://schemas.microsoft.com/office/drawing/2014/main" id="{D78D379B-785C-5EC5-585F-3134972F39E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77" name="Straight Connector 2076">
                <a:extLst>
                  <a:ext uri="{FF2B5EF4-FFF2-40B4-BE49-F238E27FC236}">
                    <a16:creationId xmlns:a16="http://schemas.microsoft.com/office/drawing/2014/main" id="{C4187668-51A3-9D33-584D-74214A9D880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78" name="TextBox 2077">
                <a:extLst>
                  <a:ext uri="{FF2B5EF4-FFF2-40B4-BE49-F238E27FC236}">
                    <a16:creationId xmlns:a16="http://schemas.microsoft.com/office/drawing/2014/main" id="{C664086C-E3BE-EF70-7BB6-12FE35C595E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4" name="Group 2063">
              <a:extLst>
                <a:ext uri="{FF2B5EF4-FFF2-40B4-BE49-F238E27FC236}">
                  <a16:creationId xmlns:a16="http://schemas.microsoft.com/office/drawing/2014/main" id="{463F44DD-2290-A173-8284-268F815C6DDB}"/>
                </a:ext>
              </a:extLst>
            </p:cNvPr>
            <p:cNvGrpSpPr/>
            <p:nvPr/>
          </p:nvGrpSpPr>
          <p:grpSpPr>
            <a:xfrm>
              <a:off x="-5996785" y="2448454"/>
              <a:ext cx="2738174" cy="1961091"/>
              <a:chOff x="4726913" y="2438401"/>
              <a:chExt cx="2738174" cy="1961091"/>
            </a:xfrm>
          </p:grpSpPr>
          <p:sp>
            <p:nvSpPr>
              <p:cNvPr id="2073" name="Graphic 2" descr="Film strip outline">
                <a:extLst>
                  <a:ext uri="{FF2B5EF4-FFF2-40B4-BE49-F238E27FC236}">
                    <a16:creationId xmlns:a16="http://schemas.microsoft.com/office/drawing/2014/main" id="{E7CC049E-1A42-640F-FBC3-FE82ACDBE4C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74" name="Straight Connector 2073">
                <a:extLst>
                  <a:ext uri="{FF2B5EF4-FFF2-40B4-BE49-F238E27FC236}">
                    <a16:creationId xmlns:a16="http://schemas.microsoft.com/office/drawing/2014/main" id="{7819F9E2-F19C-616F-A452-CB9E7F41CD0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75" name="TextBox 2074">
                <a:extLst>
                  <a:ext uri="{FF2B5EF4-FFF2-40B4-BE49-F238E27FC236}">
                    <a16:creationId xmlns:a16="http://schemas.microsoft.com/office/drawing/2014/main" id="{27A7E7FF-ADAC-3AAD-6E1E-17BA7DE66D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5" name="Group 2064">
              <a:extLst>
                <a:ext uri="{FF2B5EF4-FFF2-40B4-BE49-F238E27FC236}">
                  <a16:creationId xmlns:a16="http://schemas.microsoft.com/office/drawing/2014/main" id="{E908578B-ACB4-FF7B-18D4-68AB9C8BE257}"/>
                </a:ext>
              </a:extLst>
            </p:cNvPr>
            <p:cNvGrpSpPr/>
            <p:nvPr/>
          </p:nvGrpSpPr>
          <p:grpSpPr>
            <a:xfrm>
              <a:off x="2033408" y="2448454"/>
              <a:ext cx="2738174" cy="1961091"/>
              <a:chOff x="4726913" y="2438401"/>
              <a:chExt cx="2738174" cy="1961091"/>
            </a:xfrm>
          </p:grpSpPr>
          <p:sp>
            <p:nvSpPr>
              <p:cNvPr id="2070" name="Graphic 2" descr="Film strip outline">
                <a:extLst>
                  <a:ext uri="{FF2B5EF4-FFF2-40B4-BE49-F238E27FC236}">
                    <a16:creationId xmlns:a16="http://schemas.microsoft.com/office/drawing/2014/main" id="{C07EE10F-6590-A8B6-2878-32E82AC909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71" name="Straight Connector 2070">
                <a:extLst>
                  <a:ext uri="{FF2B5EF4-FFF2-40B4-BE49-F238E27FC236}">
                    <a16:creationId xmlns:a16="http://schemas.microsoft.com/office/drawing/2014/main" id="{0ED77EB7-7FF9-A0B7-30B2-E5EF13B3E0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72" name="TextBox 2071">
                <a:extLst>
                  <a:ext uri="{FF2B5EF4-FFF2-40B4-BE49-F238E27FC236}">
                    <a16:creationId xmlns:a16="http://schemas.microsoft.com/office/drawing/2014/main" id="{ABC99929-0923-0DCC-BD84-E50F23243A7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66" name="Group 2065">
              <a:extLst>
                <a:ext uri="{FF2B5EF4-FFF2-40B4-BE49-F238E27FC236}">
                  <a16:creationId xmlns:a16="http://schemas.microsoft.com/office/drawing/2014/main" id="{6AAE48B1-5292-8CEC-12A8-FA593B125BAA}"/>
                </a:ext>
              </a:extLst>
            </p:cNvPr>
            <p:cNvGrpSpPr/>
            <p:nvPr/>
          </p:nvGrpSpPr>
          <p:grpSpPr>
            <a:xfrm>
              <a:off x="-636012" y="2448454"/>
              <a:ext cx="2738174" cy="1961091"/>
              <a:chOff x="4726913" y="2438401"/>
              <a:chExt cx="2738174" cy="1961091"/>
            </a:xfrm>
          </p:grpSpPr>
          <p:sp>
            <p:nvSpPr>
              <p:cNvPr id="2067" name="Graphic 2" descr="Film strip outline">
                <a:extLst>
                  <a:ext uri="{FF2B5EF4-FFF2-40B4-BE49-F238E27FC236}">
                    <a16:creationId xmlns:a16="http://schemas.microsoft.com/office/drawing/2014/main" id="{C957E116-0B93-DA97-2CA6-73DEA50F222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68" name="Straight Connector 2067">
                <a:extLst>
                  <a:ext uri="{FF2B5EF4-FFF2-40B4-BE49-F238E27FC236}">
                    <a16:creationId xmlns:a16="http://schemas.microsoft.com/office/drawing/2014/main" id="{92048D7A-CF0D-BEA9-7BC1-16D61BD76F6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69" name="TextBox 2068">
                <a:extLst>
                  <a:ext uri="{FF2B5EF4-FFF2-40B4-BE49-F238E27FC236}">
                    <a16:creationId xmlns:a16="http://schemas.microsoft.com/office/drawing/2014/main" id="{F879D273-3E66-3595-1E84-54E6EF3B290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314361198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Effect transition="in" filter="wipe(left)">
                                      <p:cBhvr>
                                        <p:cTn id="7" dur="500"/>
                                        <p:tgtEl>
                                          <p:spTgt spid="31">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1">
                                            <p:txEl>
                                              <p:pRg st="1" end="1"/>
                                            </p:txEl>
                                          </p:spTgt>
                                        </p:tgtEl>
                                        <p:attrNameLst>
                                          <p:attrName>style.visibility</p:attrName>
                                        </p:attrNameLst>
                                      </p:cBhvr>
                                      <p:to>
                                        <p:strVal val="visible"/>
                                      </p:to>
                                    </p:set>
                                    <p:animEffect transition="in" filter="wipe(left)">
                                      <p:cBhvr>
                                        <p:cTn id="10" dur="500"/>
                                        <p:tgtEl>
                                          <p:spTgt spid="31">
                                            <p:txEl>
                                              <p:pRg st="1" end="1"/>
                                            </p:txEl>
                                          </p:spTgt>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31">
                                            <p:txEl>
                                              <p:pRg st="3" end="3"/>
                                            </p:txEl>
                                          </p:spTgt>
                                        </p:tgtEl>
                                        <p:attrNameLst>
                                          <p:attrName>style.visibility</p:attrName>
                                        </p:attrNameLst>
                                      </p:cBhvr>
                                      <p:to>
                                        <p:strVal val="visible"/>
                                      </p:to>
                                    </p:set>
                                    <p:animEffect transition="in" filter="wipe(left)">
                                      <p:cBhvr>
                                        <p:cTn id="14" dur="500"/>
                                        <p:tgtEl>
                                          <p:spTgt spid="31">
                                            <p:txEl>
                                              <p:pRg st="3" end="3"/>
                                            </p:txEl>
                                          </p:spTgt>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31">
                                            <p:txEl>
                                              <p:pRg st="4" end="4"/>
                                            </p:txEl>
                                          </p:spTgt>
                                        </p:tgtEl>
                                        <p:attrNameLst>
                                          <p:attrName>style.visibility</p:attrName>
                                        </p:attrNameLst>
                                      </p:cBhvr>
                                      <p:to>
                                        <p:strVal val="visible"/>
                                      </p:to>
                                    </p:set>
                                    <p:animEffect transition="in" filter="wipe(left)">
                                      <p:cBhvr>
                                        <p:cTn id="17" dur="500"/>
                                        <p:tgtEl>
                                          <p:spTgt spid="31">
                                            <p:txEl>
                                              <p:pRg st="4" end="4"/>
                                            </p:txEl>
                                          </p:spTgt>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31">
                                            <p:txEl>
                                              <p:pRg st="6" end="6"/>
                                            </p:txEl>
                                          </p:spTgt>
                                        </p:tgtEl>
                                        <p:attrNameLst>
                                          <p:attrName>style.visibility</p:attrName>
                                        </p:attrNameLst>
                                      </p:cBhvr>
                                      <p:to>
                                        <p:strVal val="visible"/>
                                      </p:to>
                                    </p:set>
                                    <p:animEffect transition="in" filter="wipe(left)">
                                      <p:cBhvr>
                                        <p:cTn id="21" dur="500"/>
                                        <p:tgtEl>
                                          <p:spTgt spid="31">
                                            <p:txEl>
                                              <p:pRg st="6" end="6"/>
                                            </p:txEl>
                                          </p:spTgt>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31">
                                            <p:txEl>
                                              <p:pRg st="7" end="7"/>
                                            </p:txEl>
                                          </p:spTgt>
                                        </p:tgtEl>
                                        <p:attrNameLst>
                                          <p:attrName>style.visibility</p:attrName>
                                        </p:attrNameLst>
                                      </p:cBhvr>
                                      <p:to>
                                        <p:strVal val="visible"/>
                                      </p:to>
                                    </p:set>
                                    <p:animEffect transition="in" filter="wipe(left)">
                                      <p:cBhvr>
                                        <p:cTn id="24" dur="500"/>
                                        <p:tgtEl>
                                          <p:spTgt spid="31">
                                            <p:txEl>
                                              <p:pRg st="7" end="7"/>
                                            </p:txEl>
                                          </p:spTgt>
                                        </p:tgtEl>
                                      </p:cBhvr>
                                    </p:animEffect>
                                  </p:childTnLst>
                                </p:cTn>
                              </p:par>
                            </p:childTnLst>
                          </p:cTn>
                        </p:par>
                        <p:par>
                          <p:cTn id="25" fill="hold">
                            <p:stCondLst>
                              <p:cond delay="1500"/>
                            </p:stCondLst>
                            <p:childTnLst>
                              <p:par>
                                <p:cTn id="26" presetID="22" presetClass="entr" presetSubtype="8" fill="hold" grpId="0" nodeType="afterEffect">
                                  <p:stCondLst>
                                    <p:cond delay="0"/>
                                  </p:stCondLst>
                                  <p:childTnLst>
                                    <p:set>
                                      <p:cBhvr>
                                        <p:cTn id="27" dur="1" fill="hold">
                                          <p:stCondLst>
                                            <p:cond delay="0"/>
                                          </p:stCondLst>
                                        </p:cTn>
                                        <p:tgtEl>
                                          <p:spTgt spid="31">
                                            <p:txEl>
                                              <p:pRg st="9" end="9"/>
                                            </p:txEl>
                                          </p:spTgt>
                                        </p:tgtEl>
                                        <p:attrNameLst>
                                          <p:attrName>style.visibility</p:attrName>
                                        </p:attrNameLst>
                                      </p:cBhvr>
                                      <p:to>
                                        <p:strVal val="visible"/>
                                      </p:to>
                                    </p:set>
                                    <p:animEffect transition="in" filter="wipe(left)">
                                      <p:cBhvr>
                                        <p:cTn id="28" dur="500"/>
                                        <p:tgtEl>
                                          <p:spTgt spid="31">
                                            <p:txEl>
                                              <p:pRg st="9" end="9"/>
                                            </p:txEl>
                                          </p:spTgt>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31">
                                            <p:txEl>
                                              <p:pRg st="10" end="10"/>
                                            </p:txEl>
                                          </p:spTgt>
                                        </p:tgtEl>
                                        <p:attrNameLst>
                                          <p:attrName>style.visibility</p:attrName>
                                        </p:attrNameLst>
                                      </p:cBhvr>
                                      <p:to>
                                        <p:strVal val="visible"/>
                                      </p:to>
                                    </p:set>
                                    <p:animEffect transition="in" filter="wipe(left)">
                                      <p:cBhvr>
                                        <p:cTn id="31" dur="500"/>
                                        <p:tgtEl>
                                          <p:spTgt spid="31">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7FA34D-179E-81A3-F7B2-F8B7A205C502}"/>
            </a:ext>
          </a:extLst>
        </p:cNvPr>
        <p:cNvGrpSpPr/>
        <p:nvPr/>
      </p:nvGrpSpPr>
      <p:grpSpPr>
        <a:xfrm>
          <a:off x="0" y="0"/>
          <a:ext cx="0" cy="0"/>
          <a:chOff x="0" y="0"/>
          <a:chExt cx="0" cy="0"/>
        </a:xfrm>
      </p:grpSpPr>
      <p:pic>
        <p:nvPicPr>
          <p:cNvPr id="3" name="Graphic 2" descr="Cube outline">
            <a:extLst>
              <a:ext uri="{FF2B5EF4-FFF2-40B4-BE49-F238E27FC236}">
                <a16:creationId xmlns:a16="http://schemas.microsoft.com/office/drawing/2014/main" id="{E6882492-00C9-D39D-1973-FDAC10E464E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107380" y="-1067432"/>
            <a:ext cx="4593770" cy="4593771"/>
          </a:xfrm>
          <a:prstGeom prst="rect">
            <a:avLst/>
          </a:prstGeom>
        </p:spPr>
      </p:pic>
      <p:sp>
        <p:nvSpPr>
          <p:cNvPr id="12" name="Freeform 3">
            <a:extLst>
              <a:ext uri="{FF2B5EF4-FFF2-40B4-BE49-F238E27FC236}">
                <a16:creationId xmlns:a16="http://schemas.microsoft.com/office/drawing/2014/main" id="{4BCA6756-5A56-252B-54A2-D29BEC9EA1DC}"/>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434FA971-778E-7686-D851-F80C8F43CB6C}"/>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38</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Text">
            <a:extLst>
              <a:ext uri="{FF2B5EF4-FFF2-40B4-BE49-F238E27FC236}">
                <a16:creationId xmlns:a16="http://schemas.microsoft.com/office/drawing/2014/main" id="{EE4ADEDF-4121-ED21-F0FE-F4FC85C4076C}"/>
              </a:ext>
            </a:extLst>
          </p:cNvPr>
          <p:cNvSpPr txBox="1"/>
          <p:nvPr/>
        </p:nvSpPr>
        <p:spPr>
          <a:xfrm>
            <a:off x="1081167" y="996895"/>
            <a:ext cx="9901793" cy="26432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HYPERPRIOR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The Hyperprior Network is what makes compression smart. It doesn’t compress frames directly - instead, it models the probability of the latent features so they can be encoded more efficiently</a:t>
            </a:r>
          </a:p>
          <a:p>
            <a:endParaRPr lang="en-US" sz="1050" dirty="0"/>
          </a:p>
          <a:p>
            <a:pPr marL="285750" indent="-285750">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Hyper Encoder: Takes the latent representation and produces a hyper-latent that models its distribution.</a:t>
            </a:r>
          </a:p>
          <a:p>
            <a:pPr marL="285750" indent="-285750">
              <a:lnSpc>
                <a:spcPct val="150000"/>
              </a:lnSpc>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Hyper Decoder: Converts the hyper-latent into probability parameters for entropy coding.</a:t>
            </a:r>
          </a:p>
          <a:p>
            <a:pPr marL="285750" indent="-285750">
              <a:lnSpc>
                <a:spcPct val="150000"/>
              </a:lnSpc>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Compression Efficiency: Uses adaptive probability modeling per frame to reduce bitrate.</a:t>
            </a:r>
          </a:p>
        </p:txBody>
      </p:sp>
      <p:sp>
        <p:nvSpPr>
          <p:cNvPr id="11" name="Title 16">
            <a:extLst>
              <a:ext uri="{FF2B5EF4-FFF2-40B4-BE49-F238E27FC236}">
                <a16:creationId xmlns:a16="http://schemas.microsoft.com/office/drawing/2014/main" id="{71FA2BE4-75E0-ACD2-B393-6A7323B1720B}"/>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AI Models</a:t>
            </a:r>
          </a:p>
        </p:txBody>
      </p:sp>
      <p:pic>
        <p:nvPicPr>
          <p:cNvPr id="13" name="Graphic 12" descr="Illustrator with solid fill">
            <a:extLst>
              <a:ext uri="{FF2B5EF4-FFF2-40B4-BE49-F238E27FC236}">
                <a16:creationId xmlns:a16="http://schemas.microsoft.com/office/drawing/2014/main" id="{A7B3FBE5-EC5E-F9DA-8CF0-63A9B17A20B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209" name="G1">
            <a:extLst>
              <a:ext uri="{FF2B5EF4-FFF2-40B4-BE49-F238E27FC236}">
                <a16:creationId xmlns:a16="http://schemas.microsoft.com/office/drawing/2014/main" id="{1DD74CC4-16F6-E96F-A40E-7A729F812C1F}"/>
              </a:ext>
            </a:extLst>
          </p:cNvPr>
          <p:cNvGrpSpPr/>
          <p:nvPr/>
        </p:nvGrpSpPr>
        <p:grpSpPr>
          <a:xfrm>
            <a:off x="2679626" y="4385709"/>
            <a:ext cx="520701" cy="2068323"/>
            <a:chOff x="2285364" y="4149077"/>
            <a:chExt cx="520701" cy="2068323"/>
          </a:xfrm>
        </p:grpSpPr>
        <p:sp>
          <p:nvSpPr>
            <p:cNvPr id="210" name="Rectangle 209">
              <a:extLst>
                <a:ext uri="{FF2B5EF4-FFF2-40B4-BE49-F238E27FC236}">
                  <a16:creationId xmlns:a16="http://schemas.microsoft.com/office/drawing/2014/main" id="{29F0437A-F7B5-407C-EC73-B45A2C12A3E1}"/>
                </a:ext>
              </a:extLst>
            </p:cNvPr>
            <p:cNvSpPr/>
            <p:nvPr/>
          </p:nvSpPr>
          <p:spPr>
            <a:xfrm>
              <a:off x="2285364" y="4597400"/>
              <a:ext cx="152400" cy="1620000"/>
            </a:xfrm>
            <a:prstGeom prst="rect">
              <a:avLst/>
            </a:prstGeom>
            <a:solidFill>
              <a:srgbClr val="B5C5E6"/>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11" name="Parallelogram 210">
              <a:extLst>
                <a:ext uri="{FF2B5EF4-FFF2-40B4-BE49-F238E27FC236}">
                  <a16:creationId xmlns:a16="http://schemas.microsoft.com/office/drawing/2014/main" id="{B85D75BE-E5FB-038B-CAED-6D57F66D8A00}"/>
                </a:ext>
              </a:extLst>
            </p:cNvPr>
            <p:cNvSpPr/>
            <p:nvPr/>
          </p:nvSpPr>
          <p:spPr>
            <a:xfrm>
              <a:off x="2285364" y="4149077"/>
              <a:ext cx="520700" cy="448323"/>
            </a:xfrm>
            <a:prstGeom prst="parallelogram">
              <a:avLst>
                <a:gd name="adj" fmla="val 81522"/>
              </a:avLst>
            </a:prstGeom>
            <a:solidFill>
              <a:srgbClr val="C8D3EE"/>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12" name="Parallelogram 211">
              <a:extLst>
                <a:ext uri="{FF2B5EF4-FFF2-40B4-BE49-F238E27FC236}">
                  <a16:creationId xmlns:a16="http://schemas.microsoft.com/office/drawing/2014/main" id="{64F03075-FA16-522D-EEF7-438E2A0C56B2}"/>
                </a:ext>
              </a:extLst>
            </p:cNvPr>
            <p:cNvSpPr/>
            <p:nvPr/>
          </p:nvSpPr>
          <p:spPr>
            <a:xfrm rot="5400000" flipV="1">
              <a:off x="1590515" y="4996330"/>
              <a:ext cx="2062800" cy="368300"/>
            </a:xfrm>
            <a:prstGeom prst="parallelogram">
              <a:avLst>
                <a:gd name="adj" fmla="val 122849"/>
              </a:avLst>
            </a:prstGeom>
            <a:solidFill>
              <a:srgbClr val="7F98C9"/>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13" name="G2">
            <a:extLst>
              <a:ext uri="{FF2B5EF4-FFF2-40B4-BE49-F238E27FC236}">
                <a16:creationId xmlns:a16="http://schemas.microsoft.com/office/drawing/2014/main" id="{F4E87AC4-557B-287B-FA4D-0D86034BE8E7}"/>
              </a:ext>
            </a:extLst>
          </p:cNvPr>
          <p:cNvGrpSpPr/>
          <p:nvPr/>
        </p:nvGrpSpPr>
        <p:grpSpPr>
          <a:xfrm>
            <a:off x="2939975" y="4537033"/>
            <a:ext cx="587377" cy="1765675"/>
            <a:chOff x="3174997" y="4302314"/>
            <a:chExt cx="587377" cy="1765675"/>
          </a:xfrm>
        </p:grpSpPr>
        <p:sp>
          <p:nvSpPr>
            <p:cNvPr id="214" name="Rectangle 213">
              <a:extLst>
                <a:ext uri="{FF2B5EF4-FFF2-40B4-BE49-F238E27FC236}">
                  <a16:creationId xmlns:a16="http://schemas.microsoft.com/office/drawing/2014/main" id="{7BB2467B-8B28-4C65-DC9E-49474DC4EF68}"/>
                </a:ext>
              </a:extLst>
            </p:cNvPr>
            <p:cNvSpPr/>
            <p:nvPr/>
          </p:nvSpPr>
          <p:spPr>
            <a:xfrm>
              <a:off x="3174999" y="4734114"/>
              <a:ext cx="234950" cy="1333875"/>
            </a:xfrm>
            <a:prstGeom prst="rect">
              <a:avLst/>
            </a:prstGeom>
            <a:solidFill>
              <a:srgbClr val="B5C5E6"/>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15" name="Parallelogram 214">
              <a:extLst>
                <a:ext uri="{FF2B5EF4-FFF2-40B4-BE49-F238E27FC236}">
                  <a16:creationId xmlns:a16="http://schemas.microsoft.com/office/drawing/2014/main" id="{D715092B-7A88-E5C2-40CA-EC00906A24AE}"/>
                </a:ext>
              </a:extLst>
            </p:cNvPr>
            <p:cNvSpPr/>
            <p:nvPr/>
          </p:nvSpPr>
          <p:spPr>
            <a:xfrm>
              <a:off x="3174997" y="4302314"/>
              <a:ext cx="587377" cy="431800"/>
            </a:xfrm>
            <a:prstGeom prst="parallelogram">
              <a:avLst>
                <a:gd name="adj" fmla="val 81522"/>
              </a:avLst>
            </a:prstGeom>
            <a:solidFill>
              <a:srgbClr val="C8D3EE"/>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16" name="Parallelogram 215">
              <a:extLst>
                <a:ext uri="{FF2B5EF4-FFF2-40B4-BE49-F238E27FC236}">
                  <a16:creationId xmlns:a16="http://schemas.microsoft.com/office/drawing/2014/main" id="{A69B0905-2FE6-FDA6-40C8-E89570A60BF6}"/>
                </a:ext>
              </a:extLst>
            </p:cNvPr>
            <p:cNvSpPr/>
            <p:nvPr/>
          </p:nvSpPr>
          <p:spPr>
            <a:xfrm rot="5400000" flipV="1">
              <a:off x="2703324" y="5008940"/>
              <a:ext cx="1765675" cy="352424"/>
            </a:xfrm>
            <a:prstGeom prst="parallelogram">
              <a:avLst>
                <a:gd name="adj" fmla="val 122849"/>
              </a:avLst>
            </a:prstGeom>
            <a:solidFill>
              <a:srgbClr val="7F98C9"/>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17" name="G3">
            <a:extLst>
              <a:ext uri="{FF2B5EF4-FFF2-40B4-BE49-F238E27FC236}">
                <a16:creationId xmlns:a16="http://schemas.microsoft.com/office/drawing/2014/main" id="{AD7AAB0F-4CB3-507A-3B52-D9629385DFF7}"/>
              </a:ext>
            </a:extLst>
          </p:cNvPr>
          <p:cNvGrpSpPr/>
          <p:nvPr/>
        </p:nvGrpSpPr>
        <p:grpSpPr>
          <a:xfrm>
            <a:off x="3284464" y="4704792"/>
            <a:ext cx="523876" cy="1430156"/>
            <a:chOff x="4584699" y="4373239"/>
            <a:chExt cx="523876" cy="1430156"/>
          </a:xfrm>
        </p:grpSpPr>
        <p:sp>
          <p:nvSpPr>
            <p:cNvPr id="218" name="Rectangle 217">
              <a:extLst>
                <a:ext uri="{FF2B5EF4-FFF2-40B4-BE49-F238E27FC236}">
                  <a16:creationId xmlns:a16="http://schemas.microsoft.com/office/drawing/2014/main" id="{103780FC-75C1-7ECC-E939-308FC1B59085}"/>
                </a:ext>
              </a:extLst>
            </p:cNvPr>
            <p:cNvSpPr/>
            <p:nvPr/>
          </p:nvSpPr>
          <p:spPr>
            <a:xfrm>
              <a:off x="4584699" y="4734114"/>
              <a:ext cx="234950" cy="1069280"/>
            </a:xfrm>
            <a:prstGeom prst="rect">
              <a:avLst/>
            </a:prstGeom>
            <a:solidFill>
              <a:srgbClr val="B5C5E6"/>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19" name="Parallelogram 218">
              <a:extLst>
                <a:ext uri="{FF2B5EF4-FFF2-40B4-BE49-F238E27FC236}">
                  <a16:creationId xmlns:a16="http://schemas.microsoft.com/office/drawing/2014/main" id="{47687701-1FB8-7C54-7C8B-1864692C0BD1}"/>
                </a:ext>
              </a:extLst>
            </p:cNvPr>
            <p:cNvSpPr/>
            <p:nvPr/>
          </p:nvSpPr>
          <p:spPr>
            <a:xfrm>
              <a:off x="4584699" y="4374670"/>
              <a:ext cx="523876" cy="359444"/>
            </a:xfrm>
            <a:prstGeom prst="parallelogram">
              <a:avLst>
                <a:gd name="adj" fmla="val 81522"/>
              </a:avLst>
            </a:prstGeom>
            <a:solidFill>
              <a:srgbClr val="C8D3EE"/>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0" name="Parallelogram 219">
              <a:extLst>
                <a:ext uri="{FF2B5EF4-FFF2-40B4-BE49-F238E27FC236}">
                  <a16:creationId xmlns:a16="http://schemas.microsoft.com/office/drawing/2014/main" id="{429529DE-D33F-17AC-BFB1-5D30D50D9880}"/>
                </a:ext>
              </a:extLst>
            </p:cNvPr>
            <p:cNvSpPr/>
            <p:nvPr/>
          </p:nvSpPr>
          <p:spPr>
            <a:xfrm rot="5400000" flipV="1">
              <a:off x="4249034" y="4943853"/>
              <a:ext cx="1430156" cy="288927"/>
            </a:xfrm>
            <a:prstGeom prst="parallelogram">
              <a:avLst>
                <a:gd name="adj" fmla="val 122849"/>
              </a:avLst>
            </a:prstGeom>
            <a:solidFill>
              <a:srgbClr val="7F98C9"/>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21" name="G4">
            <a:extLst>
              <a:ext uri="{FF2B5EF4-FFF2-40B4-BE49-F238E27FC236}">
                <a16:creationId xmlns:a16="http://schemas.microsoft.com/office/drawing/2014/main" id="{B1DD96A9-A450-9450-1BFF-0414A575565B}"/>
              </a:ext>
            </a:extLst>
          </p:cNvPr>
          <p:cNvGrpSpPr/>
          <p:nvPr/>
        </p:nvGrpSpPr>
        <p:grpSpPr>
          <a:xfrm>
            <a:off x="3635300" y="4828146"/>
            <a:ext cx="447676" cy="1183449"/>
            <a:chOff x="5283200" y="4546600"/>
            <a:chExt cx="447676" cy="1183449"/>
          </a:xfrm>
        </p:grpSpPr>
        <p:sp>
          <p:nvSpPr>
            <p:cNvPr id="222" name="Rectangle 221">
              <a:extLst>
                <a:ext uri="{FF2B5EF4-FFF2-40B4-BE49-F238E27FC236}">
                  <a16:creationId xmlns:a16="http://schemas.microsoft.com/office/drawing/2014/main" id="{0747A975-9F32-88E7-D3F4-D7253067E974}"/>
                </a:ext>
              </a:extLst>
            </p:cNvPr>
            <p:cNvSpPr/>
            <p:nvPr/>
          </p:nvSpPr>
          <p:spPr>
            <a:xfrm>
              <a:off x="5283200" y="4807458"/>
              <a:ext cx="234950" cy="922591"/>
            </a:xfrm>
            <a:prstGeom prst="rect">
              <a:avLst/>
            </a:prstGeom>
            <a:solidFill>
              <a:srgbClr val="B5C5E6"/>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3" name="Parallelogram 222">
              <a:extLst>
                <a:ext uri="{FF2B5EF4-FFF2-40B4-BE49-F238E27FC236}">
                  <a16:creationId xmlns:a16="http://schemas.microsoft.com/office/drawing/2014/main" id="{92FBC1A3-EE36-D795-F4D3-0AAAB873086E}"/>
                </a:ext>
              </a:extLst>
            </p:cNvPr>
            <p:cNvSpPr/>
            <p:nvPr/>
          </p:nvSpPr>
          <p:spPr>
            <a:xfrm>
              <a:off x="5283200" y="4546600"/>
              <a:ext cx="447675" cy="260858"/>
            </a:xfrm>
            <a:prstGeom prst="parallelogram">
              <a:avLst>
                <a:gd name="adj" fmla="val 81522"/>
              </a:avLst>
            </a:prstGeom>
            <a:solidFill>
              <a:srgbClr val="C8D3EE"/>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4" name="Parallelogram 223">
              <a:extLst>
                <a:ext uri="{FF2B5EF4-FFF2-40B4-BE49-F238E27FC236}">
                  <a16:creationId xmlns:a16="http://schemas.microsoft.com/office/drawing/2014/main" id="{E7AFEBE6-F5B4-77E2-C448-7E84EA0ECDD1}"/>
                </a:ext>
              </a:extLst>
            </p:cNvPr>
            <p:cNvSpPr/>
            <p:nvPr/>
          </p:nvSpPr>
          <p:spPr>
            <a:xfrm rot="5400000" flipV="1">
              <a:off x="5032788" y="5031962"/>
              <a:ext cx="1183449" cy="212726"/>
            </a:xfrm>
            <a:prstGeom prst="parallelogram">
              <a:avLst>
                <a:gd name="adj" fmla="val 122849"/>
              </a:avLst>
            </a:prstGeom>
            <a:solidFill>
              <a:srgbClr val="7F98C9"/>
            </a:solidFill>
            <a:ln w="9525">
              <a:solidFill>
                <a:srgbClr val="6F7C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25" name="Block">
            <a:extLst>
              <a:ext uri="{FF2B5EF4-FFF2-40B4-BE49-F238E27FC236}">
                <a16:creationId xmlns:a16="http://schemas.microsoft.com/office/drawing/2014/main" id="{E3C7BD90-4D3D-48C4-0138-BE6FDFDA1527}"/>
              </a:ext>
            </a:extLst>
          </p:cNvPr>
          <p:cNvGrpSpPr/>
          <p:nvPr/>
        </p:nvGrpSpPr>
        <p:grpSpPr>
          <a:xfrm>
            <a:off x="1442382" y="5470143"/>
            <a:ext cx="421083" cy="465775"/>
            <a:chOff x="5785485" y="3344625"/>
            <a:chExt cx="421083" cy="465775"/>
          </a:xfrm>
          <a:solidFill>
            <a:srgbClr val="C3B9DA"/>
          </a:solidFill>
        </p:grpSpPr>
        <p:sp>
          <p:nvSpPr>
            <p:cNvPr id="226" name="Top">
              <a:extLst>
                <a:ext uri="{FF2B5EF4-FFF2-40B4-BE49-F238E27FC236}">
                  <a16:creationId xmlns:a16="http://schemas.microsoft.com/office/drawing/2014/main" id="{4D633D23-5C8E-0C8B-D2FF-A82E7B5C7B50}"/>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7" name="Front">
              <a:extLst>
                <a:ext uri="{FF2B5EF4-FFF2-40B4-BE49-F238E27FC236}">
                  <a16:creationId xmlns:a16="http://schemas.microsoft.com/office/drawing/2014/main" id="{397D859F-97EA-39FC-30A3-9B56CCD6048F}"/>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8" name="Side">
              <a:extLst>
                <a:ext uri="{FF2B5EF4-FFF2-40B4-BE49-F238E27FC236}">
                  <a16:creationId xmlns:a16="http://schemas.microsoft.com/office/drawing/2014/main" id="{06078D5C-6F4E-C8DD-9304-635A94EAD942}"/>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29" name="Block">
            <a:extLst>
              <a:ext uri="{FF2B5EF4-FFF2-40B4-BE49-F238E27FC236}">
                <a16:creationId xmlns:a16="http://schemas.microsoft.com/office/drawing/2014/main" id="{DFA1E3FE-20A9-84C5-2E33-EE0D06A3F92F}"/>
              </a:ext>
            </a:extLst>
          </p:cNvPr>
          <p:cNvGrpSpPr/>
          <p:nvPr/>
        </p:nvGrpSpPr>
        <p:grpSpPr>
          <a:xfrm>
            <a:off x="1747104" y="5470143"/>
            <a:ext cx="421083" cy="465775"/>
            <a:chOff x="5785485" y="3344625"/>
            <a:chExt cx="421083" cy="465775"/>
          </a:xfrm>
          <a:solidFill>
            <a:srgbClr val="C3B9DA"/>
          </a:solidFill>
        </p:grpSpPr>
        <p:sp>
          <p:nvSpPr>
            <p:cNvPr id="230" name="Top">
              <a:extLst>
                <a:ext uri="{FF2B5EF4-FFF2-40B4-BE49-F238E27FC236}">
                  <a16:creationId xmlns:a16="http://schemas.microsoft.com/office/drawing/2014/main" id="{F6E5D1EA-15C3-6D90-01F4-97786274EE23}"/>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1" name="Front">
              <a:extLst>
                <a:ext uri="{FF2B5EF4-FFF2-40B4-BE49-F238E27FC236}">
                  <a16:creationId xmlns:a16="http://schemas.microsoft.com/office/drawing/2014/main" id="{AA5D2E9D-C8EF-244D-D857-23A2355B79C2}"/>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2" name="Side">
              <a:extLst>
                <a:ext uri="{FF2B5EF4-FFF2-40B4-BE49-F238E27FC236}">
                  <a16:creationId xmlns:a16="http://schemas.microsoft.com/office/drawing/2014/main" id="{B27B9935-1F5D-56D4-ECD7-EA774D18693A}"/>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33" name="Block">
            <a:extLst>
              <a:ext uri="{FF2B5EF4-FFF2-40B4-BE49-F238E27FC236}">
                <a16:creationId xmlns:a16="http://schemas.microsoft.com/office/drawing/2014/main" id="{114B6C9F-0321-8489-D66B-737E1517A12C}"/>
              </a:ext>
            </a:extLst>
          </p:cNvPr>
          <p:cNvGrpSpPr/>
          <p:nvPr/>
        </p:nvGrpSpPr>
        <p:grpSpPr>
          <a:xfrm>
            <a:off x="1442382" y="5165818"/>
            <a:ext cx="421083" cy="465775"/>
            <a:chOff x="5785485" y="3344625"/>
            <a:chExt cx="421083" cy="465775"/>
          </a:xfrm>
          <a:solidFill>
            <a:srgbClr val="C3B9DA"/>
          </a:solidFill>
        </p:grpSpPr>
        <p:sp>
          <p:nvSpPr>
            <p:cNvPr id="234" name="Top">
              <a:extLst>
                <a:ext uri="{FF2B5EF4-FFF2-40B4-BE49-F238E27FC236}">
                  <a16:creationId xmlns:a16="http://schemas.microsoft.com/office/drawing/2014/main" id="{54F36136-6C84-7DC7-2B38-44D87EB1E1DA}"/>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5" name="Front">
              <a:extLst>
                <a:ext uri="{FF2B5EF4-FFF2-40B4-BE49-F238E27FC236}">
                  <a16:creationId xmlns:a16="http://schemas.microsoft.com/office/drawing/2014/main" id="{4BA54361-56DC-A2C6-2397-9D6EFB8EF240}"/>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6" name="Side">
              <a:extLst>
                <a:ext uri="{FF2B5EF4-FFF2-40B4-BE49-F238E27FC236}">
                  <a16:creationId xmlns:a16="http://schemas.microsoft.com/office/drawing/2014/main" id="{B99116D2-82C9-946F-718E-4C7374E3DCE2}"/>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37" name="Block">
            <a:extLst>
              <a:ext uri="{FF2B5EF4-FFF2-40B4-BE49-F238E27FC236}">
                <a16:creationId xmlns:a16="http://schemas.microsoft.com/office/drawing/2014/main" id="{E701E96E-373C-27CB-C884-73DD1CAE883B}"/>
              </a:ext>
            </a:extLst>
          </p:cNvPr>
          <p:cNvGrpSpPr/>
          <p:nvPr/>
        </p:nvGrpSpPr>
        <p:grpSpPr>
          <a:xfrm>
            <a:off x="1747104" y="5165818"/>
            <a:ext cx="421083" cy="465775"/>
            <a:chOff x="5785485" y="3344625"/>
            <a:chExt cx="421083" cy="465775"/>
          </a:xfrm>
          <a:solidFill>
            <a:srgbClr val="C3B9DA"/>
          </a:solidFill>
        </p:grpSpPr>
        <p:sp>
          <p:nvSpPr>
            <p:cNvPr id="238" name="Top">
              <a:extLst>
                <a:ext uri="{FF2B5EF4-FFF2-40B4-BE49-F238E27FC236}">
                  <a16:creationId xmlns:a16="http://schemas.microsoft.com/office/drawing/2014/main" id="{8BE8A45B-2A68-A292-6280-EDC9DCD7DB99}"/>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9" name="Front">
              <a:extLst>
                <a:ext uri="{FF2B5EF4-FFF2-40B4-BE49-F238E27FC236}">
                  <a16:creationId xmlns:a16="http://schemas.microsoft.com/office/drawing/2014/main" id="{71FF4C90-BB98-8785-7B5A-43CD2589D697}"/>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0" name="Side">
              <a:extLst>
                <a:ext uri="{FF2B5EF4-FFF2-40B4-BE49-F238E27FC236}">
                  <a16:creationId xmlns:a16="http://schemas.microsoft.com/office/drawing/2014/main" id="{ABE3C8FB-4FE5-D678-7E1E-F33E7E8AC8A7}"/>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41" name="Block">
            <a:extLst>
              <a:ext uri="{FF2B5EF4-FFF2-40B4-BE49-F238E27FC236}">
                <a16:creationId xmlns:a16="http://schemas.microsoft.com/office/drawing/2014/main" id="{1CC84E32-2D24-73C4-F211-F9BCA659220A}"/>
              </a:ext>
            </a:extLst>
          </p:cNvPr>
          <p:cNvGrpSpPr/>
          <p:nvPr/>
        </p:nvGrpSpPr>
        <p:grpSpPr>
          <a:xfrm>
            <a:off x="1442382" y="4856253"/>
            <a:ext cx="421083" cy="465775"/>
            <a:chOff x="5785485" y="3344625"/>
            <a:chExt cx="421083" cy="465775"/>
          </a:xfrm>
          <a:solidFill>
            <a:srgbClr val="C3B9DA"/>
          </a:solidFill>
        </p:grpSpPr>
        <p:sp>
          <p:nvSpPr>
            <p:cNvPr id="242" name="Top">
              <a:extLst>
                <a:ext uri="{FF2B5EF4-FFF2-40B4-BE49-F238E27FC236}">
                  <a16:creationId xmlns:a16="http://schemas.microsoft.com/office/drawing/2014/main" id="{854601AC-FCEF-7B47-323F-9C1EB896B915}"/>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3" name="Front">
              <a:extLst>
                <a:ext uri="{FF2B5EF4-FFF2-40B4-BE49-F238E27FC236}">
                  <a16:creationId xmlns:a16="http://schemas.microsoft.com/office/drawing/2014/main" id="{F30C266B-C06E-F532-587C-E18D8A985950}"/>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4" name="Side">
              <a:extLst>
                <a:ext uri="{FF2B5EF4-FFF2-40B4-BE49-F238E27FC236}">
                  <a16:creationId xmlns:a16="http://schemas.microsoft.com/office/drawing/2014/main" id="{E4968F97-8AA4-83C2-D05C-C1388442F8A7}"/>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45" name="Block">
            <a:extLst>
              <a:ext uri="{FF2B5EF4-FFF2-40B4-BE49-F238E27FC236}">
                <a16:creationId xmlns:a16="http://schemas.microsoft.com/office/drawing/2014/main" id="{D88856C2-4BA7-052A-1E0F-0E51D31ED577}"/>
              </a:ext>
            </a:extLst>
          </p:cNvPr>
          <p:cNvGrpSpPr/>
          <p:nvPr/>
        </p:nvGrpSpPr>
        <p:grpSpPr>
          <a:xfrm>
            <a:off x="1747104" y="4856253"/>
            <a:ext cx="421083" cy="465775"/>
            <a:chOff x="5785485" y="3344625"/>
            <a:chExt cx="421083" cy="465775"/>
          </a:xfrm>
          <a:solidFill>
            <a:srgbClr val="C3B9DA"/>
          </a:solidFill>
        </p:grpSpPr>
        <p:sp>
          <p:nvSpPr>
            <p:cNvPr id="246" name="Top">
              <a:extLst>
                <a:ext uri="{FF2B5EF4-FFF2-40B4-BE49-F238E27FC236}">
                  <a16:creationId xmlns:a16="http://schemas.microsoft.com/office/drawing/2014/main" id="{915CE373-1A13-FA6A-F603-0C9D2039001A}"/>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7" name="Front">
              <a:extLst>
                <a:ext uri="{FF2B5EF4-FFF2-40B4-BE49-F238E27FC236}">
                  <a16:creationId xmlns:a16="http://schemas.microsoft.com/office/drawing/2014/main" id="{8B7B4040-9E01-842A-534A-AA8FCCB999E2}"/>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8" name="Side">
              <a:extLst>
                <a:ext uri="{FF2B5EF4-FFF2-40B4-BE49-F238E27FC236}">
                  <a16:creationId xmlns:a16="http://schemas.microsoft.com/office/drawing/2014/main" id="{66A38B3E-C39B-7801-33F1-83A4E5338A21}"/>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49" name="Block">
            <a:extLst>
              <a:ext uri="{FF2B5EF4-FFF2-40B4-BE49-F238E27FC236}">
                <a16:creationId xmlns:a16="http://schemas.microsoft.com/office/drawing/2014/main" id="{064F83E4-A980-BDD0-7947-D075DFFE6C24}"/>
              </a:ext>
            </a:extLst>
          </p:cNvPr>
          <p:cNvGrpSpPr/>
          <p:nvPr/>
        </p:nvGrpSpPr>
        <p:grpSpPr>
          <a:xfrm>
            <a:off x="1442382" y="4551928"/>
            <a:ext cx="421083" cy="465775"/>
            <a:chOff x="5785485" y="3344625"/>
            <a:chExt cx="421083" cy="465775"/>
          </a:xfrm>
          <a:solidFill>
            <a:srgbClr val="C3B9DA"/>
          </a:solidFill>
        </p:grpSpPr>
        <p:sp>
          <p:nvSpPr>
            <p:cNvPr id="250" name="Top">
              <a:extLst>
                <a:ext uri="{FF2B5EF4-FFF2-40B4-BE49-F238E27FC236}">
                  <a16:creationId xmlns:a16="http://schemas.microsoft.com/office/drawing/2014/main" id="{51F633D4-C575-DECA-B2FB-9E81082D4B8E}"/>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51" name="Front">
              <a:extLst>
                <a:ext uri="{FF2B5EF4-FFF2-40B4-BE49-F238E27FC236}">
                  <a16:creationId xmlns:a16="http://schemas.microsoft.com/office/drawing/2014/main" id="{BF93D77E-FE83-2472-08A7-D7F14EC00150}"/>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52" name="Side">
              <a:extLst>
                <a:ext uri="{FF2B5EF4-FFF2-40B4-BE49-F238E27FC236}">
                  <a16:creationId xmlns:a16="http://schemas.microsoft.com/office/drawing/2014/main" id="{61B7E303-2427-52D5-F24A-0CC98C19F7A0}"/>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53" name="Block">
            <a:extLst>
              <a:ext uri="{FF2B5EF4-FFF2-40B4-BE49-F238E27FC236}">
                <a16:creationId xmlns:a16="http://schemas.microsoft.com/office/drawing/2014/main" id="{C4C7C5ED-AB72-59E3-0F32-DBAF8A8800F9}"/>
              </a:ext>
            </a:extLst>
          </p:cNvPr>
          <p:cNvGrpSpPr/>
          <p:nvPr/>
        </p:nvGrpSpPr>
        <p:grpSpPr>
          <a:xfrm>
            <a:off x="1747104" y="4551928"/>
            <a:ext cx="421083" cy="465775"/>
            <a:chOff x="5785485" y="3344625"/>
            <a:chExt cx="421083" cy="465775"/>
          </a:xfrm>
          <a:solidFill>
            <a:srgbClr val="C3B9DA"/>
          </a:solidFill>
        </p:grpSpPr>
        <p:sp>
          <p:nvSpPr>
            <p:cNvPr id="254" name="Top">
              <a:extLst>
                <a:ext uri="{FF2B5EF4-FFF2-40B4-BE49-F238E27FC236}">
                  <a16:creationId xmlns:a16="http://schemas.microsoft.com/office/drawing/2014/main" id="{2379C632-9FDD-E4F6-50E3-C44AD2364C75}"/>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55" name="Front">
              <a:extLst>
                <a:ext uri="{FF2B5EF4-FFF2-40B4-BE49-F238E27FC236}">
                  <a16:creationId xmlns:a16="http://schemas.microsoft.com/office/drawing/2014/main" id="{250385E9-4F0F-AED2-3D8E-6B9CF4A967EE}"/>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56" name="Side">
              <a:extLst>
                <a:ext uri="{FF2B5EF4-FFF2-40B4-BE49-F238E27FC236}">
                  <a16:creationId xmlns:a16="http://schemas.microsoft.com/office/drawing/2014/main" id="{A9D6E645-ACC8-2FAB-C8E1-E7764BF2E4FA}"/>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57" name="Block">
            <a:extLst>
              <a:ext uri="{FF2B5EF4-FFF2-40B4-BE49-F238E27FC236}">
                <a16:creationId xmlns:a16="http://schemas.microsoft.com/office/drawing/2014/main" id="{8C9AD619-DA6F-E324-F383-BE183FD2E07A}"/>
              </a:ext>
            </a:extLst>
          </p:cNvPr>
          <p:cNvGrpSpPr/>
          <p:nvPr/>
        </p:nvGrpSpPr>
        <p:grpSpPr>
          <a:xfrm>
            <a:off x="1338113" y="5610942"/>
            <a:ext cx="421083" cy="465775"/>
            <a:chOff x="5785485" y="3344625"/>
            <a:chExt cx="421083" cy="465775"/>
          </a:xfrm>
          <a:solidFill>
            <a:srgbClr val="C3B9DA"/>
          </a:solidFill>
        </p:grpSpPr>
        <p:sp>
          <p:nvSpPr>
            <p:cNvPr id="258" name="Top">
              <a:extLst>
                <a:ext uri="{FF2B5EF4-FFF2-40B4-BE49-F238E27FC236}">
                  <a16:creationId xmlns:a16="http://schemas.microsoft.com/office/drawing/2014/main" id="{AC36B45E-9C7F-FDB1-93D5-140727B51F14}"/>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59" name="Front">
              <a:extLst>
                <a:ext uri="{FF2B5EF4-FFF2-40B4-BE49-F238E27FC236}">
                  <a16:creationId xmlns:a16="http://schemas.microsoft.com/office/drawing/2014/main" id="{0CE7537A-E525-465F-3A71-33DA7179CFF2}"/>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60" name="Side">
              <a:extLst>
                <a:ext uri="{FF2B5EF4-FFF2-40B4-BE49-F238E27FC236}">
                  <a16:creationId xmlns:a16="http://schemas.microsoft.com/office/drawing/2014/main" id="{06AA48E7-EED9-ECB5-44B0-B29385C050B3}"/>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61" name="Block">
            <a:extLst>
              <a:ext uri="{FF2B5EF4-FFF2-40B4-BE49-F238E27FC236}">
                <a16:creationId xmlns:a16="http://schemas.microsoft.com/office/drawing/2014/main" id="{95068A2B-3A12-A618-F162-D8AE68563801}"/>
              </a:ext>
            </a:extLst>
          </p:cNvPr>
          <p:cNvGrpSpPr/>
          <p:nvPr/>
        </p:nvGrpSpPr>
        <p:grpSpPr>
          <a:xfrm>
            <a:off x="1642835" y="5610942"/>
            <a:ext cx="421083" cy="465775"/>
            <a:chOff x="5785485" y="3344625"/>
            <a:chExt cx="421083" cy="465775"/>
          </a:xfrm>
          <a:solidFill>
            <a:srgbClr val="C3B9DA"/>
          </a:solidFill>
        </p:grpSpPr>
        <p:sp>
          <p:nvSpPr>
            <p:cNvPr id="262" name="Top">
              <a:extLst>
                <a:ext uri="{FF2B5EF4-FFF2-40B4-BE49-F238E27FC236}">
                  <a16:creationId xmlns:a16="http://schemas.microsoft.com/office/drawing/2014/main" id="{5D5A688E-51DE-6189-6EB2-8909C7AB2489}"/>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63" name="Front">
              <a:extLst>
                <a:ext uri="{FF2B5EF4-FFF2-40B4-BE49-F238E27FC236}">
                  <a16:creationId xmlns:a16="http://schemas.microsoft.com/office/drawing/2014/main" id="{99C6EA3E-D20F-3344-4327-FC50E5320490}"/>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64" name="Side">
              <a:extLst>
                <a:ext uri="{FF2B5EF4-FFF2-40B4-BE49-F238E27FC236}">
                  <a16:creationId xmlns:a16="http://schemas.microsoft.com/office/drawing/2014/main" id="{9AC702FB-289F-2716-2E80-E6B2D39B0790}"/>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65" name="Block">
            <a:extLst>
              <a:ext uri="{FF2B5EF4-FFF2-40B4-BE49-F238E27FC236}">
                <a16:creationId xmlns:a16="http://schemas.microsoft.com/office/drawing/2014/main" id="{9DA77203-BF42-77E2-CAA2-C9BE59CCDBA2}"/>
              </a:ext>
            </a:extLst>
          </p:cNvPr>
          <p:cNvGrpSpPr/>
          <p:nvPr/>
        </p:nvGrpSpPr>
        <p:grpSpPr>
          <a:xfrm>
            <a:off x="1338113" y="5306617"/>
            <a:ext cx="421083" cy="465775"/>
            <a:chOff x="5785485" y="3344625"/>
            <a:chExt cx="421083" cy="465775"/>
          </a:xfrm>
          <a:solidFill>
            <a:srgbClr val="C3B9DA"/>
          </a:solidFill>
        </p:grpSpPr>
        <p:sp>
          <p:nvSpPr>
            <p:cNvPr id="266" name="Top">
              <a:extLst>
                <a:ext uri="{FF2B5EF4-FFF2-40B4-BE49-F238E27FC236}">
                  <a16:creationId xmlns:a16="http://schemas.microsoft.com/office/drawing/2014/main" id="{8BCBA94A-1144-3509-B20E-B15C9B16DA83}"/>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67" name="Front">
              <a:extLst>
                <a:ext uri="{FF2B5EF4-FFF2-40B4-BE49-F238E27FC236}">
                  <a16:creationId xmlns:a16="http://schemas.microsoft.com/office/drawing/2014/main" id="{3612A0B0-99D9-0C2C-51E1-82BFA55F31D5}"/>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68" name="Side">
              <a:extLst>
                <a:ext uri="{FF2B5EF4-FFF2-40B4-BE49-F238E27FC236}">
                  <a16:creationId xmlns:a16="http://schemas.microsoft.com/office/drawing/2014/main" id="{FEE6681F-B7FC-536E-5892-0FD6E757A17B}"/>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69" name="Block">
            <a:extLst>
              <a:ext uri="{FF2B5EF4-FFF2-40B4-BE49-F238E27FC236}">
                <a16:creationId xmlns:a16="http://schemas.microsoft.com/office/drawing/2014/main" id="{E8F1F7DD-5279-C6C8-7953-415E36ED33EF}"/>
              </a:ext>
            </a:extLst>
          </p:cNvPr>
          <p:cNvGrpSpPr/>
          <p:nvPr/>
        </p:nvGrpSpPr>
        <p:grpSpPr>
          <a:xfrm>
            <a:off x="1642835" y="5306617"/>
            <a:ext cx="421083" cy="465775"/>
            <a:chOff x="5785485" y="3344625"/>
            <a:chExt cx="421083" cy="465775"/>
          </a:xfrm>
          <a:solidFill>
            <a:srgbClr val="C3B9DA"/>
          </a:solidFill>
        </p:grpSpPr>
        <p:sp>
          <p:nvSpPr>
            <p:cNvPr id="270" name="Top">
              <a:extLst>
                <a:ext uri="{FF2B5EF4-FFF2-40B4-BE49-F238E27FC236}">
                  <a16:creationId xmlns:a16="http://schemas.microsoft.com/office/drawing/2014/main" id="{0F34A4E1-1ACF-2C4A-6CFD-91444F4722A3}"/>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71" name="Front">
              <a:extLst>
                <a:ext uri="{FF2B5EF4-FFF2-40B4-BE49-F238E27FC236}">
                  <a16:creationId xmlns:a16="http://schemas.microsoft.com/office/drawing/2014/main" id="{C481FE58-0CF1-9879-E868-2E48993EC09D}"/>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72" name="Side">
              <a:extLst>
                <a:ext uri="{FF2B5EF4-FFF2-40B4-BE49-F238E27FC236}">
                  <a16:creationId xmlns:a16="http://schemas.microsoft.com/office/drawing/2014/main" id="{398665FE-8E86-C8EA-25BF-7CEF99BBEB36}"/>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73" name="Block">
            <a:extLst>
              <a:ext uri="{FF2B5EF4-FFF2-40B4-BE49-F238E27FC236}">
                <a16:creationId xmlns:a16="http://schemas.microsoft.com/office/drawing/2014/main" id="{53704819-FE00-DAFB-397A-2E5140F5BB17}"/>
              </a:ext>
            </a:extLst>
          </p:cNvPr>
          <p:cNvGrpSpPr/>
          <p:nvPr/>
        </p:nvGrpSpPr>
        <p:grpSpPr>
          <a:xfrm>
            <a:off x="1338113" y="4997052"/>
            <a:ext cx="421083" cy="465775"/>
            <a:chOff x="5785485" y="3344625"/>
            <a:chExt cx="421083" cy="465775"/>
          </a:xfrm>
          <a:solidFill>
            <a:srgbClr val="C3B9DA"/>
          </a:solidFill>
        </p:grpSpPr>
        <p:sp>
          <p:nvSpPr>
            <p:cNvPr id="274" name="Top">
              <a:extLst>
                <a:ext uri="{FF2B5EF4-FFF2-40B4-BE49-F238E27FC236}">
                  <a16:creationId xmlns:a16="http://schemas.microsoft.com/office/drawing/2014/main" id="{530E9174-E50A-8353-878D-4CFA00FCC4A0}"/>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75" name="Front">
              <a:extLst>
                <a:ext uri="{FF2B5EF4-FFF2-40B4-BE49-F238E27FC236}">
                  <a16:creationId xmlns:a16="http://schemas.microsoft.com/office/drawing/2014/main" id="{FB830970-FE55-1D6B-78E9-54886C304A8E}"/>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76" name="Side">
              <a:extLst>
                <a:ext uri="{FF2B5EF4-FFF2-40B4-BE49-F238E27FC236}">
                  <a16:creationId xmlns:a16="http://schemas.microsoft.com/office/drawing/2014/main" id="{A64026C4-499F-EC5A-8818-469EEDB6C185}"/>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77" name="Block">
            <a:extLst>
              <a:ext uri="{FF2B5EF4-FFF2-40B4-BE49-F238E27FC236}">
                <a16:creationId xmlns:a16="http://schemas.microsoft.com/office/drawing/2014/main" id="{E5AA7185-A9DC-41A0-B1C4-32809C949B43}"/>
              </a:ext>
            </a:extLst>
          </p:cNvPr>
          <p:cNvGrpSpPr/>
          <p:nvPr/>
        </p:nvGrpSpPr>
        <p:grpSpPr>
          <a:xfrm>
            <a:off x="1642835" y="4997052"/>
            <a:ext cx="421083" cy="465775"/>
            <a:chOff x="5785485" y="3344625"/>
            <a:chExt cx="421083" cy="465775"/>
          </a:xfrm>
          <a:solidFill>
            <a:srgbClr val="C3B9DA"/>
          </a:solidFill>
        </p:grpSpPr>
        <p:sp>
          <p:nvSpPr>
            <p:cNvPr id="278" name="Top">
              <a:extLst>
                <a:ext uri="{FF2B5EF4-FFF2-40B4-BE49-F238E27FC236}">
                  <a16:creationId xmlns:a16="http://schemas.microsoft.com/office/drawing/2014/main" id="{51354491-C140-A537-90FD-B91F5DEAF0C9}"/>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79" name="Front">
              <a:extLst>
                <a:ext uri="{FF2B5EF4-FFF2-40B4-BE49-F238E27FC236}">
                  <a16:creationId xmlns:a16="http://schemas.microsoft.com/office/drawing/2014/main" id="{09CF3C38-DCFC-B923-79C7-7168BF216FBD}"/>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0" name="Side">
              <a:extLst>
                <a:ext uri="{FF2B5EF4-FFF2-40B4-BE49-F238E27FC236}">
                  <a16:creationId xmlns:a16="http://schemas.microsoft.com/office/drawing/2014/main" id="{8641BD04-CF97-540E-C718-1F4D0A9E5CED}"/>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81" name="Block">
            <a:extLst>
              <a:ext uri="{FF2B5EF4-FFF2-40B4-BE49-F238E27FC236}">
                <a16:creationId xmlns:a16="http://schemas.microsoft.com/office/drawing/2014/main" id="{03BFF0AB-5706-355A-45D2-5BA1849608AA}"/>
              </a:ext>
            </a:extLst>
          </p:cNvPr>
          <p:cNvGrpSpPr/>
          <p:nvPr/>
        </p:nvGrpSpPr>
        <p:grpSpPr>
          <a:xfrm>
            <a:off x="1338113" y="4692727"/>
            <a:ext cx="421083" cy="465775"/>
            <a:chOff x="5785485" y="3344625"/>
            <a:chExt cx="421083" cy="465775"/>
          </a:xfrm>
          <a:solidFill>
            <a:srgbClr val="C3B9DA"/>
          </a:solidFill>
        </p:grpSpPr>
        <p:sp>
          <p:nvSpPr>
            <p:cNvPr id="282" name="Top">
              <a:extLst>
                <a:ext uri="{FF2B5EF4-FFF2-40B4-BE49-F238E27FC236}">
                  <a16:creationId xmlns:a16="http://schemas.microsoft.com/office/drawing/2014/main" id="{0D4220F5-C69A-BDDA-4593-E1180FFB9C67}"/>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3" name="Front">
              <a:extLst>
                <a:ext uri="{FF2B5EF4-FFF2-40B4-BE49-F238E27FC236}">
                  <a16:creationId xmlns:a16="http://schemas.microsoft.com/office/drawing/2014/main" id="{5D9405C9-E84E-D5B7-597D-E35156E2F126}"/>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4" name="Side">
              <a:extLst>
                <a:ext uri="{FF2B5EF4-FFF2-40B4-BE49-F238E27FC236}">
                  <a16:creationId xmlns:a16="http://schemas.microsoft.com/office/drawing/2014/main" id="{AFA729CE-E643-514C-891B-B1F665AC44CD}"/>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85" name="Block">
            <a:extLst>
              <a:ext uri="{FF2B5EF4-FFF2-40B4-BE49-F238E27FC236}">
                <a16:creationId xmlns:a16="http://schemas.microsoft.com/office/drawing/2014/main" id="{54FF4BB1-4B0A-09A8-877B-A3C99A12269A}"/>
              </a:ext>
            </a:extLst>
          </p:cNvPr>
          <p:cNvGrpSpPr/>
          <p:nvPr/>
        </p:nvGrpSpPr>
        <p:grpSpPr>
          <a:xfrm>
            <a:off x="1642835" y="4692727"/>
            <a:ext cx="421083" cy="465775"/>
            <a:chOff x="5785485" y="3344625"/>
            <a:chExt cx="421083" cy="465775"/>
          </a:xfrm>
          <a:solidFill>
            <a:srgbClr val="C3B9DA"/>
          </a:solidFill>
        </p:grpSpPr>
        <p:sp>
          <p:nvSpPr>
            <p:cNvPr id="286" name="Top">
              <a:extLst>
                <a:ext uri="{FF2B5EF4-FFF2-40B4-BE49-F238E27FC236}">
                  <a16:creationId xmlns:a16="http://schemas.microsoft.com/office/drawing/2014/main" id="{C37EE8E2-59EB-C058-AD5A-8B9BD9A786C6}"/>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7" name="Front">
              <a:extLst>
                <a:ext uri="{FF2B5EF4-FFF2-40B4-BE49-F238E27FC236}">
                  <a16:creationId xmlns:a16="http://schemas.microsoft.com/office/drawing/2014/main" id="{998AB389-7269-62B0-FAFB-D00AF951B3BB}"/>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8" name="Side">
              <a:extLst>
                <a:ext uri="{FF2B5EF4-FFF2-40B4-BE49-F238E27FC236}">
                  <a16:creationId xmlns:a16="http://schemas.microsoft.com/office/drawing/2014/main" id="{CA7E53A4-2702-FD71-C1FC-1A572A55A5BC}"/>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89" name="Block">
            <a:extLst>
              <a:ext uri="{FF2B5EF4-FFF2-40B4-BE49-F238E27FC236}">
                <a16:creationId xmlns:a16="http://schemas.microsoft.com/office/drawing/2014/main" id="{0D375286-839B-61F4-E7DC-F9CD302E97DF}"/>
              </a:ext>
            </a:extLst>
          </p:cNvPr>
          <p:cNvGrpSpPr/>
          <p:nvPr/>
        </p:nvGrpSpPr>
        <p:grpSpPr>
          <a:xfrm>
            <a:off x="1229445" y="5762758"/>
            <a:ext cx="421083" cy="465775"/>
            <a:chOff x="5785485" y="3344625"/>
            <a:chExt cx="421083" cy="465775"/>
          </a:xfrm>
          <a:solidFill>
            <a:srgbClr val="C3B9DA"/>
          </a:solidFill>
        </p:grpSpPr>
        <p:sp>
          <p:nvSpPr>
            <p:cNvPr id="290" name="Top">
              <a:extLst>
                <a:ext uri="{FF2B5EF4-FFF2-40B4-BE49-F238E27FC236}">
                  <a16:creationId xmlns:a16="http://schemas.microsoft.com/office/drawing/2014/main" id="{5587D543-BFAD-DE8F-72BB-EED7B4F19119}"/>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1" name="Front">
              <a:extLst>
                <a:ext uri="{FF2B5EF4-FFF2-40B4-BE49-F238E27FC236}">
                  <a16:creationId xmlns:a16="http://schemas.microsoft.com/office/drawing/2014/main" id="{45455ECD-D171-5613-DC90-9AD75DFF29DE}"/>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2" name="Side">
              <a:extLst>
                <a:ext uri="{FF2B5EF4-FFF2-40B4-BE49-F238E27FC236}">
                  <a16:creationId xmlns:a16="http://schemas.microsoft.com/office/drawing/2014/main" id="{CEF84520-A02F-61EA-7286-D236FF70E364}"/>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93" name="Block">
            <a:extLst>
              <a:ext uri="{FF2B5EF4-FFF2-40B4-BE49-F238E27FC236}">
                <a16:creationId xmlns:a16="http://schemas.microsoft.com/office/drawing/2014/main" id="{A779D36B-F61F-0FD1-9A0C-57A0EEC4F12A}"/>
              </a:ext>
            </a:extLst>
          </p:cNvPr>
          <p:cNvGrpSpPr/>
          <p:nvPr/>
        </p:nvGrpSpPr>
        <p:grpSpPr>
          <a:xfrm>
            <a:off x="1534167" y="5762758"/>
            <a:ext cx="421083" cy="465775"/>
            <a:chOff x="5785485" y="3344625"/>
            <a:chExt cx="421083" cy="465775"/>
          </a:xfrm>
          <a:solidFill>
            <a:srgbClr val="C3B9DA"/>
          </a:solidFill>
        </p:grpSpPr>
        <p:sp>
          <p:nvSpPr>
            <p:cNvPr id="294" name="Top">
              <a:extLst>
                <a:ext uri="{FF2B5EF4-FFF2-40B4-BE49-F238E27FC236}">
                  <a16:creationId xmlns:a16="http://schemas.microsoft.com/office/drawing/2014/main" id="{F907F31C-2673-840A-F50B-6A92930FDD50}"/>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5" name="Front">
              <a:extLst>
                <a:ext uri="{FF2B5EF4-FFF2-40B4-BE49-F238E27FC236}">
                  <a16:creationId xmlns:a16="http://schemas.microsoft.com/office/drawing/2014/main" id="{2C1C8711-7314-2E6E-15CE-596B6BFF2829}"/>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6" name="Side">
              <a:extLst>
                <a:ext uri="{FF2B5EF4-FFF2-40B4-BE49-F238E27FC236}">
                  <a16:creationId xmlns:a16="http://schemas.microsoft.com/office/drawing/2014/main" id="{65F0EC37-8FAD-628F-BC59-7E0FB1CAE3D0}"/>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97" name="Block">
            <a:extLst>
              <a:ext uri="{FF2B5EF4-FFF2-40B4-BE49-F238E27FC236}">
                <a16:creationId xmlns:a16="http://schemas.microsoft.com/office/drawing/2014/main" id="{713BD00E-4687-218A-C36D-55494C987528}"/>
              </a:ext>
            </a:extLst>
          </p:cNvPr>
          <p:cNvGrpSpPr/>
          <p:nvPr/>
        </p:nvGrpSpPr>
        <p:grpSpPr>
          <a:xfrm>
            <a:off x="1229445" y="5458433"/>
            <a:ext cx="421083" cy="465775"/>
            <a:chOff x="5785485" y="3344625"/>
            <a:chExt cx="421083" cy="465775"/>
          </a:xfrm>
          <a:solidFill>
            <a:srgbClr val="C3B9DA"/>
          </a:solidFill>
        </p:grpSpPr>
        <p:sp>
          <p:nvSpPr>
            <p:cNvPr id="298" name="Top">
              <a:extLst>
                <a:ext uri="{FF2B5EF4-FFF2-40B4-BE49-F238E27FC236}">
                  <a16:creationId xmlns:a16="http://schemas.microsoft.com/office/drawing/2014/main" id="{CAF006DE-4208-1EAA-30A5-6B7D9BFC8D01}"/>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9" name="Front">
              <a:extLst>
                <a:ext uri="{FF2B5EF4-FFF2-40B4-BE49-F238E27FC236}">
                  <a16:creationId xmlns:a16="http://schemas.microsoft.com/office/drawing/2014/main" id="{C4672412-2288-0518-E448-ADA1DD87C3A7}"/>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0" name="Side">
              <a:extLst>
                <a:ext uri="{FF2B5EF4-FFF2-40B4-BE49-F238E27FC236}">
                  <a16:creationId xmlns:a16="http://schemas.microsoft.com/office/drawing/2014/main" id="{9F492744-98ED-771C-6258-F5C09981B58B}"/>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01" name="Block">
            <a:extLst>
              <a:ext uri="{FF2B5EF4-FFF2-40B4-BE49-F238E27FC236}">
                <a16:creationId xmlns:a16="http://schemas.microsoft.com/office/drawing/2014/main" id="{BAD6E750-E315-93AC-3C0D-28C9EE517DAD}"/>
              </a:ext>
            </a:extLst>
          </p:cNvPr>
          <p:cNvGrpSpPr/>
          <p:nvPr/>
        </p:nvGrpSpPr>
        <p:grpSpPr>
          <a:xfrm>
            <a:off x="1534167" y="5458433"/>
            <a:ext cx="421083" cy="465775"/>
            <a:chOff x="5785485" y="3344625"/>
            <a:chExt cx="421083" cy="465775"/>
          </a:xfrm>
          <a:solidFill>
            <a:srgbClr val="C3B9DA"/>
          </a:solidFill>
        </p:grpSpPr>
        <p:sp>
          <p:nvSpPr>
            <p:cNvPr id="302" name="Top">
              <a:extLst>
                <a:ext uri="{FF2B5EF4-FFF2-40B4-BE49-F238E27FC236}">
                  <a16:creationId xmlns:a16="http://schemas.microsoft.com/office/drawing/2014/main" id="{D762EC14-BA97-6710-9956-BE36A0AAC26F}"/>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3" name="Front">
              <a:extLst>
                <a:ext uri="{FF2B5EF4-FFF2-40B4-BE49-F238E27FC236}">
                  <a16:creationId xmlns:a16="http://schemas.microsoft.com/office/drawing/2014/main" id="{704AB41E-B9ED-AAF2-BAAC-48BBFD25B4E3}"/>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4" name="Side">
              <a:extLst>
                <a:ext uri="{FF2B5EF4-FFF2-40B4-BE49-F238E27FC236}">
                  <a16:creationId xmlns:a16="http://schemas.microsoft.com/office/drawing/2014/main" id="{3153F4BB-7B40-C2C4-8C28-95EF0FC20529}"/>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05" name="Block">
            <a:extLst>
              <a:ext uri="{FF2B5EF4-FFF2-40B4-BE49-F238E27FC236}">
                <a16:creationId xmlns:a16="http://schemas.microsoft.com/office/drawing/2014/main" id="{D66AFBEB-AB3B-257C-7174-8C333987182D}"/>
              </a:ext>
            </a:extLst>
          </p:cNvPr>
          <p:cNvGrpSpPr/>
          <p:nvPr/>
        </p:nvGrpSpPr>
        <p:grpSpPr>
          <a:xfrm>
            <a:off x="1229445" y="5148868"/>
            <a:ext cx="421083" cy="465775"/>
            <a:chOff x="5785485" y="3344625"/>
            <a:chExt cx="421083" cy="465775"/>
          </a:xfrm>
          <a:solidFill>
            <a:srgbClr val="C3B9DA"/>
          </a:solidFill>
        </p:grpSpPr>
        <p:sp>
          <p:nvSpPr>
            <p:cNvPr id="306" name="Top">
              <a:extLst>
                <a:ext uri="{FF2B5EF4-FFF2-40B4-BE49-F238E27FC236}">
                  <a16:creationId xmlns:a16="http://schemas.microsoft.com/office/drawing/2014/main" id="{4E0D13DB-A615-FB05-EE03-DF2AF0767D80}"/>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7" name="Front">
              <a:extLst>
                <a:ext uri="{FF2B5EF4-FFF2-40B4-BE49-F238E27FC236}">
                  <a16:creationId xmlns:a16="http://schemas.microsoft.com/office/drawing/2014/main" id="{FEA6233E-EAAC-1995-E9D8-3DB02CFEF0AC}"/>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8" name="Side">
              <a:extLst>
                <a:ext uri="{FF2B5EF4-FFF2-40B4-BE49-F238E27FC236}">
                  <a16:creationId xmlns:a16="http://schemas.microsoft.com/office/drawing/2014/main" id="{FE1376E6-A86A-AFBD-0A91-47B862D46AFE}"/>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09" name="Block">
            <a:extLst>
              <a:ext uri="{FF2B5EF4-FFF2-40B4-BE49-F238E27FC236}">
                <a16:creationId xmlns:a16="http://schemas.microsoft.com/office/drawing/2014/main" id="{C959B6B9-371C-1B1E-5CCC-D83630893F86}"/>
              </a:ext>
            </a:extLst>
          </p:cNvPr>
          <p:cNvGrpSpPr/>
          <p:nvPr/>
        </p:nvGrpSpPr>
        <p:grpSpPr>
          <a:xfrm>
            <a:off x="1534167" y="5148868"/>
            <a:ext cx="421083" cy="465775"/>
            <a:chOff x="5785485" y="3344625"/>
            <a:chExt cx="421083" cy="465775"/>
          </a:xfrm>
          <a:solidFill>
            <a:srgbClr val="C3B9DA"/>
          </a:solidFill>
        </p:grpSpPr>
        <p:sp>
          <p:nvSpPr>
            <p:cNvPr id="310" name="Top">
              <a:extLst>
                <a:ext uri="{FF2B5EF4-FFF2-40B4-BE49-F238E27FC236}">
                  <a16:creationId xmlns:a16="http://schemas.microsoft.com/office/drawing/2014/main" id="{B82CC6C6-BA56-7079-2F31-B5927A5C3FE2}"/>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11" name="Front">
              <a:extLst>
                <a:ext uri="{FF2B5EF4-FFF2-40B4-BE49-F238E27FC236}">
                  <a16:creationId xmlns:a16="http://schemas.microsoft.com/office/drawing/2014/main" id="{C9B50131-1486-8EB9-6687-E3C3020D274A}"/>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12" name="Side">
              <a:extLst>
                <a:ext uri="{FF2B5EF4-FFF2-40B4-BE49-F238E27FC236}">
                  <a16:creationId xmlns:a16="http://schemas.microsoft.com/office/drawing/2014/main" id="{B30E9C32-9B63-DB2B-6F33-977A8F646BCC}"/>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13" name="Block">
            <a:extLst>
              <a:ext uri="{FF2B5EF4-FFF2-40B4-BE49-F238E27FC236}">
                <a16:creationId xmlns:a16="http://schemas.microsoft.com/office/drawing/2014/main" id="{8AB55DDF-8EB3-5986-7DEE-1D6ADA07D206}"/>
              </a:ext>
            </a:extLst>
          </p:cNvPr>
          <p:cNvGrpSpPr/>
          <p:nvPr/>
        </p:nvGrpSpPr>
        <p:grpSpPr>
          <a:xfrm>
            <a:off x="1229445" y="4844543"/>
            <a:ext cx="421083" cy="465775"/>
            <a:chOff x="5785485" y="3344625"/>
            <a:chExt cx="421083" cy="465775"/>
          </a:xfrm>
          <a:solidFill>
            <a:srgbClr val="C3B9DA"/>
          </a:solidFill>
        </p:grpSpPr>
        <p:sp>
          <p:nvSpPr>
            <p:cNvPr id="314" name="Top">
              <a:extLst>
                <a:ext uri="{FF2B5EF4-FFF2-40B4-BE49-F238E27FC236}">
                  <a16:creationId xmlns:a16="http://schemas.microsoft.com/office/drawing/2014/main" id="{DB4E95CC-CE7F-43BD-06A0-6704DDF9162A}"/>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15" name="Front">
              <a:extLst>
                <a:ext uri="{FF2B5EF4-FFF2-40B4-BE49-F238E27FC236}">
                  <a16:creationId xmlns:a16="http://schemas.microsoft.com/office/drawing/2014/main" id="{1A0C3099-56B0-26EF-811C-78410C0D9431}"/>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16" name="Side">
              <a:extLst>
                <a:ext uri="{FF2B5EF4-FFF2-40B4-BE49-F238E27FC236}">
                  <a16:creationId xmlns:a16="http://schemas.microsoft.com/office/drawing/2014/main" id="{D984F660-4DC4-1D97-5320-C8E79280414E}"/>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17" name="Block">
            <a:extLst>
              <a:ext uri="{FF2B5EF4-FFF2-40B4-BE49-F238E27FC236}">
                <a16:creationId xmlns:a16="http://schemas.microsoft.com/office/drawing/2014/main" id="{2A706533-DB1A-06B9-BACA-AA34E50FF0A2}"/>
              </a:ext>
            </a:extLst>
          </p:cNvPr>
          <p:cNvGrpSpPr/>
          <p:nvPr/>
        </p:nvGrpSpPr>
        <p:grpSpPr>
          <a:xfrm>
            <a:off x="1534167" y="4844543"/>
            <a:ext cx="421083" cy="465775"/>
            <a:chOff x="5785485" y="3344625"/>
            <a:chExt cx="421083" cy="465775"/>
          </a:xfrm>
          <a:solidFill>
            <a:srgbClr val="C3B9DA"/>
          </a:solidFill>
        </p:grpSpPr>
        <p:sp>
          <p:nvSpPr>
            <p:cNvPr id="318" name="Top">
              <a:extLst>
                <a:ext uri="{FF2B5EF4-FFF2-40B4-BE49-F238E27FC236}">
                  <a16:creationId xmlns:a16="http://schemas.microsoft.com/office/drawing/2014/main" id="{46FB9817-5B9F-D04C-1AB2-BBA230422AEF}"/>
                </a:ext>
              </a:extLst>
            </p:cNvPr>
            <p:cNvSpPr/>
            <p:nvPr/>
          </p:nvSpPr>
          <p:spPr>
            <a:xfrm>
              <a:off x="5785485" y="3344625"/>
              <a:ext cx="421083" cy="155257"/>
            </a:xfrm>
            <a:prstGeom prst="parallelogram">
              <a:avLst>
                <a:gd name="adj" fmla="val 71296"/>
              </a:avLst>
            </a:prstGeom>
            <a:grpFill/>
            <a:ln w="6350">
              <a:solidFill>
                <a:srgbClr val="7E5A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19" name="Front">
              <a:extLst>
                <a:ext uri="{FF2B5EF4-FFF2-40B4-BE49-F238E27FC236}">
                  <a16:creationId xmlns:a16="http://schemas.microsoft.com/office/drawing/2014/main" id="{C4244C54-BB33-E3D5-E087-247C2EAF9B33}"/>
                </a:ext>
              </a:extLst>
            </p:cNvPr>
            <p:cNvSpPr/>
            <p:nvPr/>
          </p:nvSpPr>
          <p:spPr>
            <a:xfrm>
              <a:off x="5785485" y="3499885"/>
              <a:ext cx="310515" cy="310515"/>
            </a:xfrm>
            <a:prstGeom prst="rect">
              <a:avLst/>
            </a:prstGeom>
            <a:grpFill/>
            <a:ln w="6350">
              <a:solidFill>
                <a:srgbClr val="734E9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20" name="Side">
              <a:extLst>
                <a:ext uri="{FF2B5EF4-FFF2-40B4-BE49-F238E27FC236}">
                  <a16:creationId xmlns:a16="http://schemas.microsoft.com/office/drawing/2014/main" id="{41B7BC76-0A4D-F669-EDAA-2B6DC8D161F2}"/>
                </a:ext>
              </a:extLst>
            </p:cNvPr>
            <p:cNvSpPr/>
            <p:nvPr/>
          </p:nvSpPr>
          <p:spPr>
            <a:xfrm rot="5400000" flipH="1">
              <a:off x="5923634" y="3521273"/>
              <a:ext cx="457200" cy="108667"/>
            </a:xfrm>
            <a:prstGeom prst="parallelogram">
              <a:avLst>
                <a:gd name="adj" fmla="val 137584"/>
              </a:avLst>
            </a:prstGeom>
            <a:grpFill/>
            <a:ln w="6350">
              <a:solidFill>
                <a:srgbClr val="67468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21" name="G4">
            <a:extLst>
              <a:ext uri="{FF2B5EF4-FFF2-40B4-BE49-F238E27FC236}">
                <a16:creationId xmlns:a16="http://schemas.microsoft.com/office/drawing/2014/main" id="{4115D7A5-C0D1-AFDC-2B41-6D33E66BAC4C}"/>
              </a:ext>
            </a:extLst>
          </p:cNvPr>
          <p:cNvGrpSpPr/>
          <p:nvPr/>
        </p:nvGrpSpPr>
        <p:grpSpPr>
          <a:xfrm>
            <a:off x="7157017" y="4828146"/>
            <a:ext cx="447676" cy="1183449"/>
            <a:chOff x="5283200" y="4546600"/>
            <a:chExt cx="447676" cy="1183449"/>
          </a:xfrm>
        </p:grpSpPr>
        <p:sp>
          <p:nvSpPr>
            <p:cNvPr id="322" name="Rectangle 321">
              <a:extLst>
                <a:ext uri="{FF2B5EF4-FFF2-40B4-BE49-F238E27FC236}">
                  <a16:creationId xmlns:a16="http://schemas.microsoft.com/office/drawing/2014/main" id="{0E090304-7FB9-0254-9EAD-0F15BAE24317}"/>
                </a:ext>
              </a:extLst>
            </p:cNvPr>
            <p:cNvSpPr/>
            <p:nvPr/>
          </p:nvSpPr>
          <p:spPr>
            <a:xfrm>
              <a:off x="5283200" y="4807458"/>
              <a:ext cx="234950" cy="922591"/>
            </a:xfrm>
            <a:prstGeom prst="rect">
              <a:avLst/>
            </a:prstGeom>
            <a:solidFill>
              <a:srgbClr val="C3D7BC"/>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23" name="Parallelogram 322">
              <a:extLst>
                <a:ext uri="{FF2B5EF4-FFF2-40B4-BE49-F238E27FC236}">
                  <a16:creationId xmlns:a16="http://schemas.microsoft.com/office/drawing/2014/main" id="{627858A6-0D55-A793-6F19-20E51E6C4769}"/>
                </a:ext>
              </a:extLst>
            </p:cNvPr>
            <p:cNvSpPr/>
            <p:nvPr/>
          </p:nvSpPr>
          <p:spPr>
            <a:xfrm>
              <a:off x="5283200" y="4546600"/>
              <a:ext cx="447675" cy="260858"/>
            </a:xfrm>
            <a:prstGeom prst="parallelogram">
              <a:avLst>
                <a:gd name="adj" fmla="val 81522"/>
              </a:avLst>
            </a:prstGeom>
            <a:solidFill>
              <a:srgbClr val="DAE7D6"/>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24" name="Parallelogram 323">
              <a:extLst>
                <a:ext uri="{FF2B5EF4-FFF2-40B4-BE49-F238E27FC236}">
                  <a16:creationId xmlns:a16="http://schemas.microsoft.com/office/drawing/2014/main" id="{0C366C30-8E8A-E8CD-6E3A-41ADC6122752}"/>
                </a:ext>
              </a:extLst>
            </p:cNvPr>
            <p:cNvSpPr/>
            <p:nvPr/>
          </p:nvSpPr>
          <p:spPr>
            <a:xfrm rot="5400000" flipV="1">
              <a:off x="5032788" y="5031962"/>
              <a:ext cx="1183449" cy="212726"/>
            </a:xfrm>
            <a:prstGeom prst="parallelogram">
              <a:avLst>
                <a:gd name="adj" fmla="val 122849"/>
              </a:avLst>
            </a:prstGeom>
            <a:solidFill>
              <a:srgbClr val="95B293"/>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25" name="G3">
            <a:extLst>
              <a:ext uri="{FF2B5EF4-FFF2-40B4-BE49-F238E27FC236}">
                <a16:creationId xmlns:a16="http://schemas.microsoft.com/office/drawing/2014/main" id="{467D0201-9BFE-2CD8-262F-9DA426E7809E}"/>
              </a:ext>
            </a:extLst>
          </p:cNvPr>
          <p:cNvGrpSpPr/>
          <p:nvPr/>
        </p:nvGrpSpPr>
        <p:grpSpPr>
          <a:xfrm>
            <a:off x="7516606" y="4704792"/>
            <a:ext cx="523876" cy="1430156"/>
            <a:chOff x="4584699" y="4373239"/>
            <a:chExt cx="523876" cy="1430156"/>
          </a:xfrm>
        </p:grpSpPr>
        <p:sp>
          <p:nvSpPr>
            <p:cNvPr id="326" name="Rectangle 325">
              <a:extLst>
                <a:ext uri="{FF2B5EF4-FFF2-40B4-BE49-F238E27FC236}">
                  <a16:creationId xmlns:a16="http://schemas.microsoft.com/office/drawing/2014/main" id="{2A60788D-2D03-A9FD-E537-DFC5503D241E}"/>
                </a:ext>
              </a:extLst>
            </p:cNvPr>
            <p:cNvSpPr/>
            <p:nvPr/>
          </p:nvSpPr>
          <p:spPr>
            <a:xfrm>
              <a:off x="4584699" y="4734114"/>
              <a:ext cx="234950" cy="1069280"/>
            </a:xfrm>
            <a:prstGeom prst="rect">
              <a:avLst/>
            </a:prstGeom>
            <a:solidFill>
              <a:srgbClr val="C3D7BC"/>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27" name="Parallelogram 326">
              <a:extLst>
                <a:ext uri="{FF2B5EF4-FFF2-40B4-BE49-F238E27FC236}">
                  <a16:creationId xmlns:a16="http://schemas.microsoft.com/office/drawing/2014/main" id="{EF5FED5B-27FB-327B-010D-30B0A577209C}"/>
                </a:ext>
              </a:extLst>
            </p:cNvPr>
            <p:cNvSpPr/>
            <p:nvPr/>
          </p:nvSpPr>
          <p:spPr>
            <a:xfrm>
              <a:off x="4584699" y="4374670"/>
              <a:ext cx="523876" cy="359444"/>
            </a:xfrm>
            <a:prstGeom prst="parallelogram">
              <a:avLst>
                <a:gd name="adj" fmla="val 81522"/>
              </a:avLst>
            </a:prstGeom>
            <a:solidFill>
              <a:srgbClr val="DAE7D6"/>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28" name="Parallelogram 327">
              <a:extLst>
                <a:ext uri="{FF2B5EF4-FFF2-40B4-BE49-F238E27FC236}">
                  <a16:creationId xmlns:a16="http://schemas.microsoft.com/office/drawing/2014/main" id="{33DFB5C1-BACF-6C29-A028-B2C3140E2A7C}"/>
                </a:ext>
              </a:extLst>
            </p:cNvPr>
            <p:cNvSpPr/>
            <p:nvPr/>
          </p:nvSpPr>
          <p:spPr>
            <a:xfrm rot="5400000" flipV="1">
              <a:off x="4249034" y="4943853"/>
              <a:ext cx="1430156" cy="288927"/>
            </a:xfrm>
            <a:prstGeom prst="parallelogram">
              <a:avLst>
                <a:gd name="adj" fmla="val 122849"/>
              </a:avLst>
            </a:prstGeom>
            <a:solidFill>
              <a:srgbClr val="95B293"/>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29" name="G2">
            <a:extLst>
              <a:ext uri="{FF2B5EF4-FFF2-40B4-BE49-F238E27FC236}">
                <a16:creationId xmlns:a16="http://schemas.microsoft.com/office/drawing/2014/main" id="{9794C622-1515-4064-11D1-163735A9985A}"/>
              </a:ext>
            </a:extLst>
          </p:cNvPr>
          <p:cNvGrpSpPr/>
          <p:nvPr/>
        </p:nvGrpSpPr>
        <p:grpSpPr>
          <a:xfrm>
            <a:off x="7870618" y="4537033"/>
            <a:ext cx="587377" cy="1765675"/>
            <a:chOff x="3174997" y="4302314"/>
            <a:chExt cx="587377" cy="1765675"/>
          </a:xfrm>
        </p:grpSpPr>
        <p:sp>
          <p:nvSpPr>
            <p:cNvPr id="330" name="Rectangle 329">
              <a:extLst>
                <a:ext uri="{FF2B5EF4-FFF2-40B4-BE49-F238E27FC236}">
                  <a16:creationId xmlns:a16="http://schemas.microsoft.com/office/drawing/2014/main" id="{A095EA21-7D3E-72BC-433F-2B922EF437D7}"/>
                </a:ext>
              </a:extLst>
            </p:cNvPr>
            <p:cNvSpPr/>
            <p:nvPr/>
          </p:nvSpPr>
          <p:spPr>
            <a:xfrm>
              <a:off x="3174999" y="4734114"/>
              <a:ext cx="234950" cy="1333875"/>
            </a:xfrm>
            <a:prstGeom prst="rect">
              <a:avLst/>
            </a:prstGeom>
            <a:solidFill>
              <a:srgbClr val="C3D7BC"/>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31" name="Parallelogram 330">
              <a:extLst>
                <a:ext uri="{FF2B5EF4-FFF2-40B4-BE49-F238E27FC236}">
                  <a16:creationId xmlns:a16="http://schemas.microsoft.com/office/drawing/2014/main" id="{43B3EC7F-68CA-B290-65D0-DA25505D7B27}"/>
                </a:ext>
              </a:extLst>
            </p:cNvPr>
            <p:cNvSpPr/>
            <p:nvPr/>
          </p:nvSpPr>
          <p:spPr>
            <a:xfrm>
              <a:off x="3174997" y="4302314"/>
              <a:ext cx="587377" cy="431800"/>
            </a:xfrm>
            <a:prstGeom prst="parallelogram">
              <a:avLst>
                <a:gd name="adj" fmla="val 81522"/>
              </a:avLst>
            </a:prstGeom>
            <a:solidFill>
              <a:srgbClr val="DAE7D6"/>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32" name="Parallelogram 331">
              <a:extLst>
                <a:ext uri="{FF2B5EF4-FFF2-40B4-BE49-F238E27FC236}">
                  <a16:creationId xmlns:a16="http://schemas.microsoft.com/office/drawing/2014/main" id="{12C3C821-D41C-ECAF-BE3A-1AD490CB1E4B}"/>
                </a:ext>
              </a:extLst>
            </p:cNvPr>
            <p:cNvSpPr/>
            <p:nvPr/>
          </p:nvSpPr>
          <p:spPr>
            <a:xfrm rot="5400000" flipV="1">
              <a:off x="2703324" y="5008940"/>
              <a:ext cx="1765675" cy="352424"/>
            </a:xfrm>
            <a:prstGeom prst="parallelogram">
              <a:avLst>
                <a:gd name="adj" fmla="val 122849"/>
              </a:avLst>
            </a:prstGeom>
            <a:solidFill>
              <a:srgbClr val="95B293"/>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33" name="G1">
            <a:extLst>
              <a:ext uri="{FF2B5EF4-FFF2-40B4-BE49-F238E27FC236}">
                <a16:creationId xmlns:a16="http://schemas.microsoft.com/office/drawing/2014/main" id="{3DF12372-0ECA-AAFE-DEBE-B5FC38E06F35}"/>
              </a:ext>
            </a:extLst>
          </p:cNvPr>
          <p:cNvGrpSpPr/>
          <p:nvPr/>
        </p:nvGrpSpPr>
        <p:grpSpPr>
          <a:xfrm>
            <a:off x="8233659" y="4385709"/>
            <a:ext cx="520701" cy="2068323"/>
            <a:chOff x="2285364" y="4149077"/>
            <a:chExt cx="520701" cy="2068323"/>
          </a:xfrm>
        </p:grpSpPr>
        <p:sp>
          <p:nvSpPr>
            <p:cNvPr id="334" name="Rectangle 333">
              <a:extLst>
                <a:ext uri="{FF2B5EF4-FFF2-40B4-BE49-F238E27FC236}">
                  <a16:creationId xmlns:a16="http://schemas.microsoft.com/office/drawing/2014/main" id="{A601E4CA-790E-3EE9-478E-60C400F79943}"/>
                </a:ext>
              </a:extLst>
            </p:cNvPr>
            <p:cNvSpPr/>
            <p:nvPr/>
          </p:nvSpPr>
          <p:spPr>
            <a:xfrm>
              <a:off x="2285364" y="4597400"/>
              <a:ext cx="152400" cy="1620000"/>
            </a:xfrm>
            <a:prstGeom prst="rect">
              <a:avLst/>
            </a:prstGeom>
            <a:solidFill>
              <a:srgbClr val="C3D7BC"/>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35" name="Parallelogram 334">
              <a:extLst>
                <a:ext uri="{FF2B5EF4-FFF2-40B4-BE49-F238E27FC236}">
                  <a16:creationId xmlns:a16="http://schemas.microsoft.com/office/drawing/2014/main" id="{9879422B-1250-362A-C4AC-78B537D31D83}"/>
                </a:ext>
              </a:extLst>
            </p:cNvPr>
            <p:cNvSpPr/>
            <p:nvPr/>
          </p:nvSpPr>
          <p:spPr>
            <a:xfrm>
              <a:off x="2285364" y="4149077"/>
              <a:ext cx="520700" cy="448323"/>
            </a:xfrm>
            <a:prstGeom prst="parallelogram">
              <a:avLst>
                <a:gd name="adj" fmla="val 81522"/>
              </a:avLst>
            </a:prstGeom>
            <a:solidFill>
              <a:srgbClr val="DAE7D6"/>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36" name="Parallelogram 335">
              <a:extLst>
                <a:ext uri="{FF2B5EF4-FFF2-40B4-BE49-F238E27FC236}">
                  <a16:creationId xmlns:a16="http://schemas.microsoft.com/office/drawing/2014/main" id="{43878C31-4967-6794-8E47-DA345BFD2EFF}"/>
                </a:ext>
              </a:extLst>
            </p:cNvPr>
            <p:cNvSpPr/>
            <p:nvPr/>
          </p:nvSpPr>
          <p:spPr>
            <a:xfrm rot="5400000" flipV="1">
              <a:off x="1590515" y="4996330"/>
              <a:ext cx="2062800" cy="368300"/>
            </a:xfrm>
            <a:prstGeom prst="parallelogram">
              <a:avLst>
                <a:gd name="adj" fmla="val 122849"/>
              </a:avLst>
            </a:prstGeom>
            <a:solidFill>
              <a:srgbClr val="95B293"/>
            </a:solidFill>
            <a:ln w="9525">
              <a:solidFill>
                <a:srgbClr val="7C997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49" name="Block">
            <a:extLst>
              <a:ext uri="{FF2B5EF4-FFF2-40B4-BE49-F238E27FC236}">
                <a16:creationId xmlns:a16="http://schemas.microsoft.com/office/drawing/2014/main" id="{183E18EA-9C8F-CFE0-103D-AB081BC3AC81}"/>
              </a:ext>
            </a:extLst>
          </p:cNvPr>
          <p:cNvGrpSpPr/>
          <p:nvPr/>
        </p:nvGrpSpPr>
        <p:grpSpPr>
          <a:xfrm>
            <a:off x="4334088" y="5163912"/>
            <a:ext cx="421083" cy="465775"/>
            <a:chOff x="5785485" y="3344625"/>
            <a:chExt cx="421083" cy="465775"/>
          </a:xfrm>
        </p:grpSpPr>
        <p:sp>
          <p:nvSpPr>
            <p:cNvPr id="350" name="Top">
              <a:extLst>
                <a:ext uri="{FF2B5EF4-FFF2-40B4-BE49-F238E27FC236}">
                  <a16:creationId xmlns:a16="http://schemas.microsoft.com/office/drawing/2014/main" id="{1D993731-8A40-7B0A-E889-1CF1EF32D9B1}"/>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51" name="Front">
              <a:extLst>
                <a:ext uri="{FF2B5EF4-FFF2-40B4-BE49-F238E27FC236}">
                  <a16:creationId xmlns:a16="http://schemas.microsoft.com/office/drawing/2014/main" id="{FFCDE35F-83F6-2270-7567-C2D7D4A773A5}"/>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52" name="Side">
              <a:extLst>
                <a:ext uri="{FF2B5EF4-FFF2-40B4-BE49-F238E27FC236}">
                  <a16:creationId xmlns:a16="http://schemas.microsoft.com/office/drawing/2014/main" id="{B65DDA0A-F4BC-F434-89CF-4BCDAC91692D}"/>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69" name="Block">
            <a:extLst>
              <a:ext uri="{FF2B5EF4-FFF2-40B4-BE49-F238E27FC236}">
                <a16:creationId xmlns:a16="http://schemas.microsoft.com/office/drawing/2014/main" id="{193096B5-8D9E-E928-7CC8-2C2A33565024}"/>
              </a:ext>
            </a:extLst>
          </p:cNvPr>
          <p:cNvGrpSpPr/>
          <p:nvPr/>
        </p:nvGrpSpPr>
        <p:grpSpPr>
          <a:xfrm>
            <a:off x="9715390" y="5351918"/>
            <a:ext cx="421083" cy="465775"/>
            <a:chOff x="5785485" y="3344625"/>
            <a:chExt cx="421083" cy="465775"/>
          </a:xfrm>
          <a:solidFill>
            <a:srgbClr val="C5D9C0"/>
          </a:solidFill>
        </p:grpSpPr>
        <p:sp>
          <p:nvSpPr>
            <p:cNvPr id="370" name="Top">
              <a:extLst>
                <a:ext uri="{FF2B5EF4-FFF2-40B4-BE49-F238E27FC236}">
                  <a16:creationId xmlns:a16="http://schemas.microsoft.com/office/drawing/2014/main" id="{D52333A7-580A-89C7-1DB0-C89CF3B94058}"/>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1" name="Front">
              <a:extLst>
                <a:ext uri="{FF2B5EF4-FFF2-40B4-BE49-F238E27FC236}">
                  <a16:creationId xmlns:a16="http://schemas.microsoft.com/office/drawing/2014/main" id="{DDCD9EF2-8368-A653-6BE4-5B7CCAD3121D}"/>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2" name="Side">
              <a:extLst>
                <a:ext uri="{FF2B5EF4-FFF2-40B4-BE49-F238E27FC236}">
                  <a16:creationId xmlns:a16="http://schemas.microsoft.com/office/drawing/2014/main" id="{706781ED-3011-3B10-5968-4725E2B46513}"/>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73" name="Block">
            <a:extLst>
              <a:ext uri="{FF2B5EF4-FFF2-40B4-BE49-F238E27FC236}">
                <a16:creationId xmlns:a16="http://schemas.microsoft.com/office/drawing/2014/main" id="{6F3935FB-7FA7-4A66-6ED1-C880627F1CB9}"/>
              </a:ext>
            </a:extLst>
          </p:cNvPr>
          <p:cNvGrpSpPr/>
          <p:nvPr/>
        </p:nvGrpSpPr>
        <p:grpSpPr>
          <a:xfrm>
            <a:off x="10025905" y="5351918"/>
            <a:ext cx="421083" cy="465775"/>
            <a:chOff x="5785485" y="3344625"/>
            <a:chExt cx="421083" cy="465775"/>
          </a:xfrm>
          <a:solidFill>
            <a:srgbClr val="C5D9C0"/>
          </a:solidFill>
        </p:grpSpPr>
        <p:sp>
          <p:nvSpPr>
            <p:cNvPr id="374" name="Top">
              <a:extLst>
                <a:ext uri="{FF2B5EF4-FFF2-40B4-BE49-F238E27FC236}">
                  <a16:creationId xmlns:a16="http://schemas.microsoft.com/office/drawing/2014/main" id="{CBA2CE58-D396-9F53-0330-DB7EC613D0A6}"/>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5" name="Front">
              <a:extLst>
                <a:ext uri="{FF2B5EF4-FFF2-40B4-BE49-F238E27FC236}">
                  <a16:creationId xmlns:a16="http://schemas.microsoft.com/office/drawing/2014/main" id="{369A29D8-8575-C82A-D6AA-7055204B2814}"/>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6" name="Side">
              <a:extLst>
                <a:ext uri="{FF2B5EF4-FFF2-40B4-BE49-F238E27FC236}">
                  <a16:creationId xmlns:a16="http://schemas.microsoft.com/office/drawing/2014/main" id="{8CCA6976-EC25-681B-5AA3-1A685F981F0E}"/>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77" name="Block">
            <a:extLst>
              <a:ext uri="{FF2B5EF4-FFF2-40B4-BE49-F238E27FC236}">
                <a16:creationId xmlns:a16="http://schemas.microsoft.com/office/drawing/2014/main" id="{C2A20A81-FF36-B350-75F6-211419B5A5AD}"/>
              </a:ext>
            </a:extLst>
          </p:cNvPr>
          <p:cNvGrpSpPr/>
          <p:nvPr/>
        </p:nvGrpSpPr>
        <p:grpSpPr>
          <a:xfrm>
            <a:off x="10325825" y="5351918"/>
            <a:ext cx="421083" cy="465775"/>
            <a:chOff x="5785485" y="3344625"/>
            <a:chExt cx="421083" cy="465775"/>
          </a:xfrm>
          <a:solidFill>
            <a:srgbClr val="C5D9C0"/>
          </a:solidFill>
        </p:grpSpPr>
        <p:sp>
          <p:nvSpPr>
            <p:cNvPr id="378" name="Top">
              <a:extLst>
                <a:ext uri="{FF2B5EF4-FFF2-40B4-BE49-F238E27FC236}">
                  <a16:creationId xmlns:a16="http://schemas.microsoft.com/office/drawing/2014/main" id="{DECE0898-5A82-0E92-1FD7-D3764E17A0F0}"/>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9" name="Front">
              <a:extLst>
                <a:ext uri="{FF2B5EF4-FFF2-40B4-BE49-F238E27FC236}">
                  <a16:creationId xmlns:a16="http://schemas.microsoft.com/office/drawing/2014/main" id="{E63DE4A8-7BC5-5483-41E9-90B79B7517A3}"/>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80" name="Side">
              <a:extLst>
                <a:ext uri="{FF2B5EF4-FFF2-40B4-BE49-F238E27FC236}">
                  <a16:creationId xmlns:a16="http://schemas.microsoft.com/office/drawing/2014/main" id="{C08B699C-3F24-48F0-44FA-BCFAD4BA9FD0}"/>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81" name="Block">
            <a:extLst>
              <a:ext uri="{FF2B5EF4-FFF2-40B4-BE49-F238E27FC236}">
                <a16:creationId xmlns:a16="http://schemas.microsoft.com/office/drawing/2014/main" id="{0508E372-63EB-52DF-D98F-8BEE7E4C3C78}"/>
              </a:ext>
            </a:extLst>
          </p:cNvPr>
          <p:cNvGrpSpPr/>
          <p:nvPr/>
        </p:nvGrpSpPr>
        <p:grpSpPr>
          <a:xfrm>
            <a:off x="9715390" y="5041707"/>
            <a:ext cx="421083" cy="465775"/>
            <a:chOff x="5785485" y="3344625"/>
            <a:chExt cx="421083" cy="465775"/>
          </a:xfrm>
          <a:solidFill>
            <a:srgbClr val="C5D9C0"/>
          </a:solidFill>
        </p:grpSpPr>
        <p:sp>
          <p:nvSpPr>
            <p:cNvPr id="382" name="Top">
              <a:extLst>
                <a:ext uri="{FF2B5EF4-FFF2-40B4-BE49-F238E27FC236}">
                  <a16:creationId xmlns:a16="http://schemas.microsoft.com/office/drawing/2014/main" id="{29CF5CF0-1B5A-CE5D-13C5-CA6AF1FB2D7B}"/>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83" name="Front">
              <a:extLst>
                <a:ext uri="{FF2B5EF4-FFF2-40B4-BE49-F238E27FC236}">
                  <a16:creationId xmlns:a16="http://schemas.microsoft.com/office/drawing/2014/main" id="{F6248D52-63C9-D604-2D06-F437A0D76BB6}"/>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84" name="Side">
              <a:extLst>
                <a:ext uri="{FF2B5EF4-FFF2-40B4-BE49-F238E27FC236}">
                  <a16:creationId xmlns:a16="http://schemas.microsoft.com/office/drawing/2014/main" id="{536DDF10-08A9-8CCD-5D08-4D320BAB8DFA}"/>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85" name="Block">
            <a:extLst>
              <a:ext uri="{FF2B5EF4-FFF2-40B4-BE49-F238E27FC236}">
                <a16:creationId xmlns:a16="http://schemas.microsoft.com/office/drawing/2014/main" id="{B517417E-2BBF-6007-44BE-3DEAFCCABE5E}"/>
              </a:ext>
            </a:extLst>
          </p:cNvPr>
          <p:cNvGrpSpPr/>
          <p:nvPr/>
        </p:nvGrpSpPr>
        <p:grpSpPr>
          <a:xfrm>
            <a:off x="10025905" y="5041707"/>
            <a:ext cx="421083" cy="465775"/>
            <a:chOff x="5785485" y="3344625"/>
            <a:chExt cx="421083" cy="465775"/>
          </a:xfrm>
          <a:solidFill>
            <a:srgbClr val="C5D9C0"/>
          </a:solidFill>
        </p:grpSpPr>
        <p:sp>
          <p:nvSpPr>
            <p:cNvPr id="386" name="Top">
              <a:extLst>
                <a:ext uri="{FF2B5EF4-FFF2-40B4-BE49-F238E27FC236}">
                  <a16:creationId xmlns:a16="http://schemas.microsoft.com/office/drawing/2014/main" id="{3C26C90B-368A-7DFB-2739-E223F3255972}"/>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87" name="Front">
              <a:extLst>
                <a:ext uri="{FF2B5EF4-FFF2-40B4-BE49-F238E27FC236}">
                  <a16:creationId xmlns:a16="http://schemas.microsoft.com/office/drawing/2014/main" id="{A0138B9E-E121-E746-988D-3C03849AEF72}"/>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88" name="Side">
              <a:extLst>
                <a:ext uri="{FF2B5EF4-FFF2-40B4-BE49-F238E27FC236}">
                  <a16:creationId xmlns:a16="http://schemas.microsoft.com/office/drawing/2014/main" id="{5E9939C3-ADEA-E334-6E32-542C6A6775EE}"/>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89" name="Block">
            <a:extLst>
              <a:ext uri="{FF2B5EF4-FFF2-40B4-BE49-F238E27FC236}">
                <a16:creationId xmlns:a16="http://schemas.microsoft.com/office/drawing/2014/main" id="{1D16BB81-8E6D-F455-3A50-8163A4BD5C6E}"/>
              </a:ext>
            </a:extLst>
          </p:cNvPr>
          <p:cNvGrpSpPr/>
          <p:nvPr/>
        </p:nvGrpSpPr>
        <p:grpSpPr>
          <a:xfrm>
            <a:off x="10325825" y="5041707"/>
            <a:ext cx="421083" cy="465775"/>
            <a:chOff x="5785485" y="3344625"/>
            <a:chExt cx="421083" cy="465775"/>
          </a:xfrm>
          <a:solidFill>
            <a:srgbClr val="C5D9C0"/>
          </a:solidFill>
        </p:grpSpPr>
        <p:sp>
          <p:nvSpPr>
            <p:cNvPr id="390" name="Top">
              <a:extLst>
                <a:ext uri="{FF2B5EF4-FFF2-40B4-BE49-F238E27FC236}">
                  <a16:creationId xmlns:a16="http://schemas.microsoft.com/office/drawing/2014/main" id="{34ABBF16-F4CD-E6B4-AB56-9457DC6C9B39}"/>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1" name="Front">
              <a:extLst>
                <a:ext uri="{FF2B5EF4-FFF2-40B4-BE49-F238E27FC236}">
                  <a16:creationId xmlns:a16="http://schemas.microsoft.com/office/drawing/2014/main" id="{3CA970CE-E79F-F316-1124-9951C9168F44}"/>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2" name="Side">
              <a:extLst>
                <a:ext uri="{FF2B5EF4-FFF2-40B4-BE49-F238E27FC236}">
                  <a16:creationId xmlns:a16="http://schemas.microsoft.com/office/drawing/2014/main" id="{B0E94198-DE5C-654E-F18C-2383C9B86BE4}"/>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393" name="Block">
            <a:extLst>
              <a:ext uri="{FF2B5EF4-FFF2-40B4-BE49-F238E27FC236}">
                <a16:creationId xmlns:a16="http://schemas.microsoft.com/office/drawing/2014/main" id="{65B435B7-B12B-697B-4F04-A70D2EB0A348}"/>
              </a:ext>
            </a:extLst>
          </p:cNvPr>
          <p:cNvGrpSpPr/>
          <p:nvPr/>
        </p:nvGrpSpPr>
        <p:grpSpPr>
          <a:xfrm>
            <a:off x="9716732" y="4733877"/>
            <a:ext cx="421083" cy="465775"/>
            <a:chOff x="5785485" y="3344625"/>
            <a:chExt cx="421083" cy="465775"/>
          </a:xfrm>
          <a:solidFill>
            <a:srgbClr val="C5D9C0"/>
          </a:solidFill>
        </p:grpSpPr>
        <p:sp>
          <p:nvSpPr>
            <p:cNvPr id="394" name="Top">
              <a:extLst>
                <a:ext uri="{FF2B5EF4-FFF2-40B4-BE49-F238E27FC236}">
                  <a16:creationId xmlns:a16="http://schemas.microsoft.com/office/drawing/2014/main" id="{F25F5A95-A71F-13FA-30A9-70E6409E4D39}"/>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5" name="Front">
              <a:extLst>
                <a:ext uri="{FF2B5EF4-FFF2-40B4-BE49-F238E27FC236}">
                  <a16:creationId xmlns:a16="http://schemas.microsoft.com/office/drawing/2014/main" id="{B0B8DC47-2180-2BEE-0CB7-963AC9DEDA54}"/>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6" name="Side">
              <a:extLst>
                <a:ext uri="{FF2B5EF4-FFF2-40B4-BE49-F238E27FC236}">
                  <a16:creationId xmlns:a16="http://schemas.microsoft.com/office/drawing/2014/main" id="{396123A4-EC69-BE0A-0115-F48FBCF65C37}"/>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397" name="Block">
            <a:extLst>
              <a:ext uri="{FF2B5EF4-FFF2-40B4-BE49-F238E27FC236}">
                <a16:creationId xmlns:a16="http://schemas.microsoft.com/office/drawing/2014/main" id="{DB4F2947-D735-0DB5-8AAB-8FC7FF200C40}"/>
              </a:ext>
            </a:extLst>
          </p:cNvPr>
          <p:cNvGrpSpPr/>
          <p:nvPr/>
        </p:nvGrpSpPr>
        <p:grpSpPr>
          <a:xfrm>
            <a:off x="10027247" y="4733877"/>
            <a:ext cx="421083" cy="465775"/>
            <a:chOff x="5785485" y="3344625"/>
            <a:chExt cx="421083" cy="465775"/>
          </a:xfrm>
          <a:solidFill>
            <a:srgbClr val="C5D9C0"/>
          </a:solidFill>
        </p:grpSpPr>
        <p:sp>
          <p:nvSpPr>
            <p:cNvPr id="398" name="Top">
              <a:extLst>
                <a:ext uri="{FF2B5EF4-FFF2-40B4-BE49-F238E27FC236}">
                  <a16:creationId xmlns:a16="http://schemas.microsoft.com/office/drawing/2014/main" id="{728D2180-AB28-4A6E-95A8-25123F44CAEF}"/>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9" name="Front">
              <a:extLst>
                <a:ext uri="{FF2B5EF4-FFF2-40B4-BE49-F238E27FC236}">
                  <a16:creationId xmlns:a16="http://schemas.microsoft.com/office/drawing/2014/main" id="{7285F32B-3B56-65D4-ED52-F41EFEE19456}"/>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0" name="Side">
              <a:extLst>
                <a:ext uri="{FF2B5EF4-FFF2-40B4-BE49-F238E27FC236}">
                  <a16:creationId xmlns:a16="http://schemas.microsoft.com/office/drawing/2014/main" id="{947473CC-510B-41E8-7A69-653DADC3AFAC}"/>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01" name="Block">
            <a:extLst>
              <a:ext uri="{FF2B5EF4-FFF2-40B4-BE49-F238E27FC236}">
                <a16:creationId xmlns:a16="http://schemas.microsoft.com/office/drawing/2014/main" id="{51065EA2-AA2A-3B11-51D0-610350661F15}"/>
              </a:ext>
            </a:extLst>
          </p:cNvPr>
          <p:cNvGrpSpPr/>
          <p:nvPr/>
        </p:nvGrpSpPr>
        <p:grpSpPr>
          <a:xfrm>
            <a:off x="10327167" y="4733877"/>
            <a:ext cx="421083" cy="465775"/>
            <a:chOff x="5785485" y="3344625"/>
            <a:chExt cx="421083" cy="465775"/>
          </a:xfrm>
          <a:solidFill>
            <a:srgbClr val="C5D9C0"/>
          </a:solidFill>
        </p:grpSpPr>
        <p:sp>
          <p:nvSpPr>
            <p:cNvPr id="402" name="Top">
              <a:extLst>
                <a:ext uri="{FF2B5EF4-FFF2-40B4-BE49-F238E27FC236}">
                  <a16:creationId xmlns:a16="http://schemas.microsoft.com/office/drawing/2014/main" id="{2E189F44-8F85-3FDC-1F60-79A6CA4F3652}"/>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3" name="Front">
              <a:extLst>
                <a:ext uri="{FF2B5EF4-FFF2-40B4-BE49-F238E27FC236}">
                  <a16:creationId xmlns:a16="http://schemas.microsoft.com/office/drawing/2014/main" id="{90A37B32-B46A-88BB-FD94-F0CE80661481}"/>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4" name="Side">
              <a:extLst>
                <a:ext uri="{FF2B5EF4-FFF2-40B4-BE49-F238E27FC236}">
                  <a16:creationId xmlns:a16="http://schemas.microsoft.com/office/drawing/2014/main" id="{07D77A00-B24C-C3C6-F2E9-1A87F6707894}"/>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05" name="Block2">
            <a:extLst>
              <a:ext uri="{FF2B5EF4-FFF2-40B4-BE49-F238E27FC236}">
                <a16:creationId xmlns:a16="http://schemas.microsoft.com/office/drawing/2014/main" id="{1EE72FC4-F73B-199B-63AD-CAC9D4E1035A}"/>
              </a:ext>
            </a:extLst>
          </p:cNvPr>
          <p:cNvGrpSpPr/>
          <p:nvPr/>
        </p:nvGrpSpPr>
        <p:grpSpPr>
          <a:xfrm>
            <a:off x="9716732" y="4423666"/>
            <a:ext cx="421083" cy="465775"/>
            <a:chOff x="5785485" y="3344625"/>
            <a:chExt cx="421083" cy="465775"/>
          </a:xfrm>
          <a:solidFill>
            <a:srgbClr val="C5D9C0"/>
          </a:solidFill>
        </p:grpSpPr>
        <p:sp>
          <p:nvSpPr>
            <p:cNvPr id="406" name="Top">
              <a:extLst>
                <a:ext uri="{FF2B5EF4-FFF2-40B4-BE49-F238E27FC236}">
                  <a16:creationId xmlns:a16="http://schemas.microsoft.com/office/drawing/2014/main" id="{F5460D6A-D0D4-510F-947F-8EBCC9AEED48}"/>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7" name="Front">
              <a:extLst>
                <a:ext uri="{FF2B5EF4-FFF2-40B4-BE49-F238E27FC236}">
                  <a16:creationId xmlns:a16="http://schemas.microsoft.com/office/drawing/2014/main" id="{6C840229-DAA3-FBE3-D634-6F4022A684A7}"/>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8" name="Side">
              <a:extLst>
                <a:ext uri="{FF2B5EF4-FFF2-40B4-BE49-F238E27FC236}">
                  <a16:creationId xmlns:a16="http://schemas.microsoft.com/office/drawing/2014/main" id="{7562E91E-9CD6-FF00-E7CF-9FA4C18D4B73}"/>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09" name="Block3">
            <a:extLst>
              <a:ext uri="{FF2B5EF4-FFF2-40B4-BE49-F238E27FC236}">
                <a16:creationId xmlns:a16="http://schemas.microsoft.com/office/drawing/2014/main" id="{DF9839F7-3176-D91B-7C10-10DE4EDBE815}"/>
              </a:ext>
            </a:extLst>
          </p:cNvPr>
          <p:cNvGrpSpPr/>
          <p:nvPr/>
        </p:nvGrpSpPr>
        <p:grpSpPr>
          <a:xfrm>
            <a:off x="10027247" y="4423666"/>
            <a:ext cx="421083" cy="465775"/>
            <a:chOff x="5785485" y="3344625"/>
            <a:chExt cx="421083" cy="465775"/>
          </a:xfrm>
          <a:solidFill>
            <a:srgbClr val="C5D9C0"/>
          </a:solidFill>
        </p:grpSpPr>
        <p:sp>
          <p:nvSpPr>
            <p:cNvPr id="410" name="Top">
              <a:extLst>
                <a:ext uri="{FF2B5EF4-FFF2-40B4-BE49-F238E27FC236}">
                  <a16:creationId xmlns:a16="http://schemas.microsoft.com/office/drawing/2014/main" id="{3FCCC006-A9BF-C881-D9A4-53CC6143FA0A}"/>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11" name="Front">
              <a:extLst>
                <a:ext uri="{FF2B5EF4-FFF2-40B4-BE49-F238E27FC236}">
                  <a16:creationId xmlns:a16="http://schemas.microsoft.com/office/drawing/2014/main" id="{2E728F56-2BAF-D1D9-69D7-BEB655C7EA94}"/>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12" name="Side">
              <a:extLst>
                <a:ext uri="{FF2B5EF4-FFF2-40B4-BE49-F238E27FC236}">
                  <a16:creationId xmlns:a16="http://schemas.microsoft.com/office/drawing/2014/main" id="{771C9E31-7545-B71D-FD7F-6F5F7BB7AC9D}"/>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13" name="Block4">
            <a:extLst>
              <a:ext uri="{FF2B5EF4-FFF2-40B4-BE49-F238E27FC236}">
                <a16:creationId xmlns:a16="http://schemas.microsoft.com/office/drawing/2014/main" id="{22706B12-1654-F308-F586-3C82F274A688}"/>
              </a:ext>
            </a:extLst>
          </p:cNvPr>
          <p:cNvGrpSpPr/>
          <p:nvPr/>
        </p:nvGrpSpPr>
        <p:grpSpPr>
          <a:xfrm>
            <a:off x="10327167" y="4423666"/>
            <a:ext cx="421083" cy="465775"/>
            <a:chOff x="5785485" y="3344625"/>
            <a:chExt cx="421083" cy="465775"/>
          </a:xfrm>
          <a:solidFill>
            <a:srgbClr val="C5D9C0"/>
          </a:solidFill>
        </p:grpSpPr>
        <p:sp>
          <p:nvSpPr>
            <p:cNvPr id="414" name="Top">
              <a:extLst>
                <a:ext uri="{FF2B5EF4-FFF2-40B4-BE49-F238E27FC236}">
                  <a16:creationId xmlns:a16="http://schemas.microsoft.com/office/drawing/2014/main" id="{3ADE269D-B5C9-4448-724A-DDDC68311F6D}"/>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15" name="Front">
              <a:extLst>
                <a:ext uri="{FF2B5EF4-FFF2-40B4-BE49-F238E27FC236}">
                  <a16:creationId xmlns:a16="http://schemas.microsoft.com/office/drawing/2014/main" id="{3D9E3851-256F-D990-1E43-3869965CF3BB}"/>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16" name="Side">
              <a:extLst>
                <a:ext uri="{FF2B5EF4-FFF2-40B4-BE49-F238E27FC236}">
                  <a16:creationId xmlns:a16="http://schemas.microsoft.com/office/drawing/2014/main" id="{752ADD2D-5E14-CB58-4FAC-02A21ED06D77}"/>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17" name="Block">
            <a:extLst>
              <a:ext uri="{FF2B5EF4-FFF2-40B4-BE49-F238E27FC236}">
                <a16:creationId xmlns:a16="http://schemas.microsoft.com/office/drawing/2014/main" id="{6F409FBB-8445-5826-181D-2F2797BE465E}"/>
              </a:ext>
            </a:extLst>
          </p:cNvPr>
          <p:cNvGrpSpPr/>
          <p:nvPr/>
        </p:nvGrpSpPr>
        <p:grpSpPr>
          <a:xfrm>
            <a:off x="9607063" y="5504318"/>
            <a:ext cx="421083" cy="465775"/>
            <a:chOff x="5785485" y="3344625"/>
            <a:chExt cx="421083" cy="465775"/>
          </a:xfrm>
          <a:solidFill>
            <a:srgbClr val="C5D9C0"/>
          </a:solidFill>
        </p:grpSpPr>
        <p:sp>
          <p:nvSpPr>
            <p:cNvPr id="418" name="Top">
              <a:extLst>
                <a:ext uri="{FF2B5EF4-FFF2-40B4-BE49-F238E27FC236}">
                  <a16:creationId xmlns:a16="http://schemas.microsoft.com/office/drawing/2014/main" id="{8CDCBB1F-BBF0-94A5-67C1-BA1FD428B59C}"/>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19" name="Front">
              <a:extLst>
                <a:ext uri="{FF2B5EF4-FFF2-40B4-BE49-F238E27FC236}">
                  <a16:creationId xmlns:a16="http://schemas.microsoft.com/office/drawing/2014/main" id="{724584FE-33F8-E819-C8B1-B5A1E3DDA658}"/>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20" name="Side">
              <a:extLst>
                <a:ext uri="{FF2B5EF4-FFF2-40B4-BE49-F238E27FC236}">
                  <a16:creationId xmlns:a16="http://schemas.microsoft.com/office/drawing/2014/main" id="{C820607D-A544-46C0-CE25-2F40ECA55E43}"/>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21" name="Block">
            <a:extLst>
              <a:ext uri="{FF2B5EF4-FFF2-40B4-BE49-F238E27FC236}">
                <a16:creationId xmlns:a16="http://schemas.microsoft.com/office/drawing/2014/main" id="{74BEA08E-E5FF-0175-E5B7-4D5E884C7600}"/>
              </a:ext>
            </a:extLst>
          </p:cNvPr>
          <p:cNvGrpSpPr/>
          <p:nvPr/>
        </p:nvGrpSpPr>
        <p:grpSpPr>
          <a:xfrm>
            <a:off x="9917578" y="5504318"/>
            <a:ext cx="421083" cy="465775"/>
            <a:chOff x="5785485" y="3344625"/>
            <a:chExt cx="421083" cy="465775"/>
          </a:xfrm>
          <a:solidFill>
            <a:srgbClr val="C5D9C0"/>
          </a:solidFill>
        </p:grpSpPr>
        <p:sp>
          <p:nvSpPr>
            <p:cNvPr id="422" name="Top">
              <a:extLst>
                <a:ext uri="{FF2B5EF4-FFF2-40B4-BE49-F238E27FC236}">
                  <a16:creationId xmlns:a16="http://schemas.microsoft.com/office/drawing/2014/main" id="{187568A3-60F2-6092-B89A-04C96DCAA98B}"/>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23" name="Front">
              <a:extLst>
                <a:ext uri="{FF2B5EF4-FFF2-40B4-BE49-F238E27FC236}">
                  <a16:creationId xmlns:a16="http://schemas.microsoft.com/office/drawing/2014/main" id="{55EC35BD-6832-BCA6-D3D3-04965BBE9E9B}"/>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24" name="Side">
              <a:extLst>
                <a:ext uri="{FF2B5EF4-FFF2-40B4-BE49-F238E27FC236}">
                  <a16:creationId xmlns:a16="http://schemas.microsoft.com/office/drawing/2014/main" id="{9735FA47-F3F8-8A0C-A7AB-3C88C58F344E}"/>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25" name="Block">
            <a:extLst>
              <a:ext uri="{FF2B5EF4-FFF2-40B4-BE49-F238E27FC236}">
                <a16:creationId xmlns:a16="http://schemas.microsoft.com/office/drawing/2014/main" id="{4711C7D4-4F0F-BBDA-5883-1581BA606704}"/>
              </a:ext>
            </a:extLst>
          </p:cNvPr>
          <p:cNvGrpSpPr/>
          <p:nvPr/>
        </p:nvGrpSpPr>
        <p:grpSpPr>
          <a:xfrm>
            <a:off x="10217498" y="5504318"/>
            <a:ext cx="421083" cy="465775"/>
            <a:chOff x="5785485" y="3344625"/>
            <a:chExt cx="421083" cy="465775"/>
          </a:xfrm>
          <a:solidFill>
            <a:srgbClr val="C5D9C0"/>
          </a:solidFill>
        </p:grpSpPr>
        <p:sp>
          <p:nvSpPr>
            <p:cNvPr id="426" name="Top">
              <a:extLst>
                <a:ext uri="{FF2B5EF4-FFF2-40B4-BE49-F238E27FC236}">
                  <a16:creationId xmlns:a16="http://schemas.microsoft.com/office/drawing/2014/main" id="{B203B1B0-6A95-FAC5-CCC5-45B284010C11}"/>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27" name="Front">
              <a:extLst>
                <a:ext uri="{FF2B5EF4-FFF2-40B4-BE49-F238E27FC236}">
                  <a16:creationId xmlns:a16="http://schemas.microsoft.com/office/drawing/2014/main" id="{0BA099D5-6A16-4258-031E-E5EC5C00B83F}"/>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28" name="Side">
              <a:extLst>
                <a:ext uri="{FF2B5EF4-FFF2-40B4-BE49-F238E27FC236}">
                  <a16:creationId xmlns:a16="http://schemas.microsoft.com/office/drawing/2014/main" id="{3B707CE7-7EA9-E302-F198-7FC5DC97CC99}"/>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29" name="Block">
            <a:extLst>
              <a:ext uri="{FF2B5EF4-FFF2-40B4-BE49-F238E27FC236}">
                <a16:creationId xmlns:a16="http://schemas.microsoft.com/office/drawing/2014/main" id="{DE3B75AB-1C91-8618-D77D-5F903C9454CC}"/>
              </a:ext>
            </a:extLst>
          </p:cNvPr>
          <p:cNvGrpSpPr/>
          <p:nvPr/>
        </p:nvGrpSpPr>
        <p:grpSpPr>
          <a:xfrm>
            <a:off x="9607063" y="5194107"/>
            <a:ext cx="421083" cy="465775"/>
            <a:chOff x="5785485" y="3344625"/>
            <a:chExt cx="421083" cy="465775"/>
          </a:xfrm>
          <a:solidFill>
            <a:srgbClr val="C5D9C0"/>
          </a:solidFill>
        </p:grpSpPr>
        <p:sp>
          <p:nvSpPr>
            <p:cNvPr id="430" name="Top">
              <a:extLst>
                <a:ext uri="{FF2B5EF4-FFF2-40B4-BE49-F238E27FC236}">
                  <a16:creationId xmlns:a16="http://schemas.microsoft.com/office/drawing/2014/main" id="{BAB3164B-2530-E125-10AB-A5039F2BCE42}"/>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31" name="Front">
              <a:extLst>
                <a:ext uri="{FF2B5EF4-FFF2-40B4-BE49-F238E27FC236}">
                  <a16:creationId xmlns:a16="http://schemas.microsoft.com/office/drawing/2014/main" id="{359DEE76-D754-8659-9792-3C2BBCEE5770}"/>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32" name="Side">
              <a:extLst>
                <a:ext uri="{FF2B5EF4-FFF2-40B4-BE49-F238E27FC236}">
                  <a16:creationId xmlns:a16="http://schemas.microsoft.com/office/drawing/2014/main" id="{BFCD0B81-0D4E-7FB6-7942-83CBBCEFE2CE}"/>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33" name="Block">
            <a:extLst>
              <a:ext uri="{FF2B5EF4-FFF2-40B4-BE49-F238E27FC236}">
                <a16:creationId xmlns:a16="http://schemas.microsoft.com/office/drawing/2014/main" id="{52E07BEF-F984-1936-40EA-3A984EFDA9C1}"/>
              </a:ext>
            </a:extLst>
          </p:cNvPr>
          <p:cNvGrpSpPr/>
          <p:nvPr/>
        </p:nvGrpSpPr>
        <p:grpSpPr>
          <a:xfrm>
            <a:off x="9917578" y="5194107"/>
            <a:ext cx="421083" cy="465775"/>
            <a:chOff x="5785485" y="3344625"/>
            <a:chExt cx="421083" cy="465775"/>
          </a:xfrm>
          <a:solidFill>
            <a:srgbClr val="C5D9C0"/>
          </a:solidFill>
        </p:grpSpPr>
        <p:sp>
          <p:nvSpPr>
            <p:cNvPr id="434" name="Top">
              <a:extLst>
                <a:ext uri="{FF2B5EF4-FFF2-40B4-BE49-F238E27FC236}">
                  <a16:creationId xmlns:a16="http://schemas.microsoft.com/office/drawing/2014/main" id="{DA8CA1CC-9891-B803-80F4-84D26E3DA8B6}"/>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35" name="Front">
              <a:extLst>
                <a:ext uri="{FF2B5EF4-FFF2-40B4-BE49-F238E27FC236}">
                  <a16:creationId xmlns:a16="http://schemas.microsoft.com/office/drawing/2014/main" id="{B27D326B-306B-BD9C-7ADC-890D4617C25E}"/>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36" name="Side">
              <a:extLst>
                <a:ext uri="{FF2B5EF4-FFF2-40B4-BE49-F238E27FC236}">
                  <a16:creationId xmlns:a16="http://schemas.microsoft.com/office/drawing/2014/main" id="{8126AE82-7E92-A287-602B-AE4975CE9608}"/>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37" name="Block">
            <a:extLst>
              <a:ext uri="{FF2B5EF4-FFF2-40B4-BE49-F238E27FC236}">
                <a16:creationId xmlns:a16="http://schemas.microsoft.com/office/drawing/2014/main" id="{42750EB6-463C-63DF-73FA-BA364F4B3C46}"/>
              </a:ext>
            </a:extLst>
          </p:cNvPr>
          <p:cNvGrpSpPr/>
          <p:nvPr/>
        </p:nvGrpSpPr>
        <p:grpSpPr>
          <a:xfrm>
            <a:off x="10217498" y="5194107"/>
            <a:ext cx="421083" cy="465775"/>
            <a:chOff x="5785485" y="3344625"/>
            <a:chExt cx="421083" cy="465775"/>
          </a:xfrm>
          <a:solidFill>
            <a:srgbClr val="C5D9C0"/>
          </a:solidFill>
        </p:grpSpPr>
        <p:sp>
          <p:nvSpPr>
            <p:cNvPr id="438" name="Top">
              <a:extLst>
                <a:ext uri="{FF2B5EF4-FFF2-40B4-BE49-F238E27FC236}">
                  <a16:creationId xmlns:a16="http://schemas.microsoft.com/office/drawing/2014/main" id="{9526E0AD-8C89-53DE-8AA5-007705BD2881}"/>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39" name="Front">
              <a:extLst>
                <a:ext uri="{FF2B5EF4-FFF2-40B4-BE49-F238E27FC236}">
                  <a16:creationId xmlns:a16="http://schemas.microsoft.com/office/drawing/2014/main" id="{A875C7B7-91BE-06B1-AA24-B9C3B6F803CA}"/>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40" name="Side">
              <a:extLst>
                <a:ext uri="{FF2B5EF4-FFF2-40B4-BE49-F238E27FC236}">
                  <a16:creationId xmlns:a16="http://schemas.microsoft.com/office/drawing/2014/main" id="{6BC9E181-A8DC-F0B5-09CA-6DB8D475E085}"/>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41" name="Block">
            <a:extLst>
              <a:ext uri="{FF2B5EF4-FFF2-40B4-BE49-F238E27FC236}">
                <a16:creationId xmlns:a16="http://schemas.microsoft.com/office/drawing/2014/main" id="{C8B35FFA-9A75-E3AD-E682-200C14007FE2}"/>
              </a:ext>
            </a:extLst>
          </p:cNvPr>
          <p:cNvGrpSpPr/>
          <p:nvPr/>
        </p:nvGrpSpPr>
        <p:grpSpPr>
          <a:xfrm>
            <a:off x="9608405" y="4886277"/>
            <a:ext cx="421083" cy="465775"/>
            <a:chOff x="5785485" y="3344625"/>
            <a:chExt cx="421083" cy="465775"/>
          </a:xfrm>
          <a:solidFill>
            <a:srgbClr val="C5D9C0"/>
          </a:solidFill>
        </p:grpSpPr>
        <p:sp>
          <p:nvSpPr>
            <p:cNvPr id="442" name="Top">
              <a:extLst>
                <a:ext uri="{FF2B5EF4-FFF2-40B4-BE49-F238E27FC236}">
                  <a16:creationId xmlns:a16="http://schemas.microsoft.com/office/drawing/2014/main" id="{FA6ECFA0-F76E-FF43-C9F9-DED73D1EEE09}"/>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43" name="Front">
              <a:extLst>
                <a:ext uri="{FF2B5EF4-FFF2-40B4-BE49-F238E27FC236}">
                  <a16:creationId xmlns:a16="http://schemas.microsoft.com/office/drawing/2014/main" id="{01BB9879-685A-9FAE-8BC7-B1B953313FB8}"/>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44" name="Side">
              <a:extLst>
                <a:ext uri="{FF2B5EF4-FFF2-40B4-BE49-F238E27FC236}">
                  <a16:creationId xmlns:a16="http://schemas.microsoft.com/office/drawing/2014/main" id="{B2961310-E689-D9BD-F666-8E6B6DEED0FB}"/>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45" name="Block">
            <a:extLst>
              <a:ext uri="{FF2B5EF4-FFF2-40B4-BE49-F238E27FC236}">
                <a16:creationId xmlns:a16="http://schemas.microsoft.com/office/drawing/2014/main" id="{333F0E50-7E55-6298-AAFF-183F7D5DB7E2}"/>
              </a:ext>
            </a:extLst>
          </p:cNvPr>
          <p:cNvGrpSpPr/>
          <p:nvPr/>
        </p:nvGrpSpPr>
        <p:grpSpPr>
          <a:xfrm>
            <a:off x="9918920" y="4886277"/>
            <a:ext cx="421083" cy="465775"/>
            <a:chOff x="5785485" y="3344625"/>
            <a:chExt cx="421083" cy="465775"/>
          </a:xfrm>
          <a:solidFill>
            <a:srgbClr val="C5D9C0"/>
          </a:solidFill>
        </p:grpSpPr>
        <p:sp>
          <p:nvSpPr>
            <p:cNvPr id="446" name="Top">
              <a:extLst>
                <a:ext uri="{FF2B5EF4-FFF2-40B4-BE49-F238E27FC236}">
                  <a16:creationId xmlns:a16="http://schemas.microsoft.com/office/drawing/2014/main" id="{BF3BFAF3-87F3-09B4-EA90-7617BBEB2B59}"/>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47" name="Front">
              <a:extLst>
                <a:ext uri="{FF2B5EF4-FFF2-40B4-BE49-F238E27FC236}">
                  <a16:creationId xmlns:a16="http://schemas.microsoft.com/office/drawing/2014/main" id="{E1C17634-36A9-7A9A-B522-A3BC3FD0CF06}"/>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48" name="Side">
              <a:extLst>
                <a:ext uri="{FF2B5EF4-FFF2-40B4-BE49-F238E27FC236}">
                  <a16:creationId xmlns:a16="http://schemas.microsoft.com/office/drawing/2014/main" id="{74CC1005-D2A7-66B5-1392-2C1D45C6EF37}"/>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49" name="Block">
            <a:extLst>
              <a:ext uri="{FF2B5EF4-FFF2-40B4-BE49-F238E27FC236}">
                <a16:creationId xmlns:a16="http://schemas.microsoft.com/office/drawing/2014/main" id="{BC82E5F2-11B9-2F43-F9A1-9B2BBDDBB856}"/>
              </a:ext>
            </a:extLst>
          </p:cNvPr>
          <p:cNvGrpSpPr/>
          <p:nvPr/>
        </p:nvGrpSpPr>
        <p:grpSpPr>
          <a:xfrm>
            <a:off x="10218840" y="4886277"/>
            <a:ext cx="421083" cy="465775"/>
            <a:chOff x="5785485" y="3344625"/>
            <a:chExt cx="421083" cy="465775"/>
          </a:xfrm>
          <a:solidFill>
            <a:srgbClr val="C5D9C0"/>
          </a:solidFill>
        </p:grpSpPr>
        <p:sp>
          <p:nvSpPr>
            <p:cNvPr id="450" name="Top">
              <a:extLst>
                <a:ext uri="{FF2B5EF4-FFF2-40B4-BE49-F238E27FC236}">
                  <a16:creationId xmlns:a16="http://schemas.microsoft.com/office/drawing/2014/main" id="{6D69E04B-BF60-68A1-AB5D-C46DF412AAA3}"/>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1" name="Front">
              <a:extLst>
                <a:ext uri="{FF2B5EF4-FFF2-40B4-BE49-F238E27FC236}">
                  <a16:creationId xmlns:a16="http://schemas.microsoft.com/office/drawing/2014/main" id="{21CEE584-B943-34CA-CD05-91290C22E6AB}"/>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2" name="Side">
              <a:extLst>
                <a:ext uri="{FF2B5EF4-FFF2-40B4-BE49-F238E27FC236}">
                  <a16:creationId xmlns:a16="http://schemas.microsoft.com/office/drawing/2014/main" id="{92A06F7A-8BAC-3FBE-E5E8-B7061DEF2973}"/>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53" name="Block">
            <a:extLst>
              <a:ext uri="{FF2B5EF4-FFF2-40B4-BE49-F238E27FC236}">
                <a16:creationId xmlns:a16="http://schemas.microsoft.com/office/drawing/2014/main" id="{F1F7C370-8C1B-8B77-0EEA-D259EF3C56F0}"/>
              </a:ext>
            </a:extLst>
          </p:cNvPr>
          <p:cNvGrpSpPr/>
          <p:nvPr/>
        </p:nvGrpSpPr>
        <p:grpSpPr>
          <a:xfrm>
            <a:off x="9608405" y="4576066"/>
            <a:ext cx="421083" cy="465775"/>
            <a:chOff x="5785485" y="3344625"/>
            <a:chExt cx="421083" cy="465775"/>
          </a:xfrm>
          <a:solidFill>
            <a:srgbClr val="C5D9C0"/>
          </a:solidFill>
        </p:grpSpPr>
        <p:sp>
          <p:nvSpPr>
            <p:cNvPr id="454" name="Top">
              <a:extLst>
                <a:ext uri="{FF2B5EF4-FFF2-40B4-BE49-F238E27FC236}">
                  <a16:creationId xmlns:a16="http://schemas.microsoft.com/office/drawing/2014/main" id="{CB57AD06-169B-0B7F-827D-BBAFE677ABE8}"/>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55" name="Front">
              <a:extLst>
                <a:ext uri="{FF2B5EF4-FFF2-40B4-BE49-F238E27FC236}">
                  <a16:creationId xmlns:a16="http://schemas.microsoft.com/office/drawing/2014/main" id="{D88E9AE3-6B8C-7B82-DA9A-09EA19F387CA}"/>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6" name="Side">
              <a:extLst>
                <a:ext uri="{FF2B5EF4-FFF2-40B4-BE49-F238E27FC236}">
                  <a16:creationId xmlns:a16="http://schemas.microsoft.com/office/drawing/2014/main" id="{1E0C7B75-96A8-3A77-7AD5-699A802B578C}"/>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57" name="Block">
            <a:extLst>
              <a:ext uri="{FF2B5EF4-FFF2-40B4-BE49-F238E27FC236}">
                <a16:creationId xmlns:a16="http://schemas.microsoft.com/office/drawing/2014/main" id="{42BC96A5-DD1D-8249-0F2C-AB617AF02069}"/>
              </a:ext>
            </a:extLst>
          </p:cNvPr>
          <p:cNvGrpSpPr/>
          <p:nvPr/>
        </p:nvGrpSpPr>
        <p:grpSpPr>
          <a:xfrm>
            <a:off x="9918920" y="4576066"/>
            <a:ext cx="421083" cy="465775"/>
            <a:chOff x="5785485" y="3344625"/>
            <a:chExt cx="421083" cy="465775"/>
          </a:xfrm>
          <a:solidFill>
            <a:srgbClr val="C5D9C0"/>
          </a:solidFill>
        </p:grpSpPr>
        <p:sp>
          <p:nvSpPr>
            <p:cNvPr id="458" name="Top">
              <a:extLst>
                <a:ext uri="{FF2B5EF4-FFF2-40B4-BE49-F238E27FC236}">
                  <a16:creationId xmlns:a16="http://schemas.microsoft.com/office/drawing/2014/main" id="{647509C4-0F21-E6B9-4C4E-D6FAD34714DB}"/>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9" name="Front">
              <a:extLst>
                <a:ext uri="{FF2B5EF4-FFF2-40B4-BE49-F238E27FC236}">
                  <a16:creationId xmlns:a16="http://schemas.microsoft.com/office/drawing/2014/main" id="{A35ECD46-DDBB-6EE2-70CE-879B67F0AF05}"/>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60" name="Side">
              <a:extLst>
                <a:ext uri="{FF2B5EF4-FFF2-40B4-BE49-F238E27FC236}">
                  <a16:creationId xmlns:a16="http://schemas.microsoft.com/office/drawing/2014/main" id="{FDCB09F7-7F00-BD4D-EE37-2C84BA88B313}"/>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61" name="Block">
            <a:extLst>
              <a:ext uri="{FF2B5EF4-FFF2-40B4-BE49-F238E27FC236}">
                <a16:creationId xmlns:a16="http://schemas.microsoft.com/office/drawing/2014/main" id="{27D27DF5-9347-4ECD-6AED-6518DA0FC2FF}"/>
              </a:ext>
            </a:extLst>
          </p:cNvPr>
          <p:cNvGrpSpPr/>
          <p:nvPr/>
        </p:nvGrpSpPr>
        <p:grpSpPr>
          <a:xfrm>
            <a:off x="10218840" y="4576066"/>
            <a:ext cx="421083" cy="465775"/>
            <a:chOff x="5785485" y="3344625"/>
            <a:chExt cx="421083" cy="465775"/>
          </a:xfrm>
          <a:solidFill>
            <a:srgbClr val="C5D9C0"/>
          </a:solidFill>
        </p:grpSpPr>
        <p:sp>
          <p:nvSpPr>
            <p:cNvPr id="462" name="Top">
              <a:extLst>
                <a:ext uri="{FF2B5EF4-FFF2-40B4-BE49-F238E27FC236}">
                  <a16:creationId xmlns:a16="http://schemas.microsoft.com/office/drawing/2014/main" id="{30BF6A04-C4D9-9D21-44D4-BC6C82089D82}"/>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63" name="Front">
              <a:extLst>
                <a:ext uri="{FF2B5EF4-FFF2-40B4-BE49-F238E27FC236}">
                  <a16:creationId xmlns:a16="http://schemas.microsoft.com/office/drawing/2014/main" id="{ED8E3690-E1D3-9D79-9578-31D48023E98D}"/>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64" name="Side">
              <a:extLst>
                <a:ext uri="{FF2B5EF4-FFF2-40B4-BE49-F238E27FC236}">
                  <a16:creationId xmlns:a16="http://schemas.microsoft.com/office/drawing/2014/main" id="{6DA9F6AC-B3EA-A1D8-4088-7AAD7A8B6D5B}"/>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65" name="Block">
            <a:extLst>
              <a:ext uri="{FF2B5EF4-FFF2-40B4-BE49-F238E27FC236}">
                <a16:creationId xmlns:a16="http://schemas.microsoft.com/office/drawing/2014/main" id="{B93D1DEB-1ACF-C858-9CEF-4D505C17A77D}"/>
              </a:ext>
            </a:extLst>
          </p:cNvPr>
          <p:cNvGrpSpPr/>
          <p:nvPr/>
        </p:nvGrpSpPr>
        <p:grpSpPr>
          <a:xfrm>
            <a:off x="9497208" y="5659259"/>
            <a:ext cx="421083" cy="465775"/>
            <a:chOff x="5785485" y="3344625"/>
            <a:chExt cx="421083" cy="465775"/>
          </a:xfrm>
          <a:solidFill>
            <a:srgbClr val="C5D9C0"/>
          </a:solidFill>
        </p:grpSpPr>
        <p:sp>
          <p:nvSpPr>
            <p:cNvPr id="466" name="Top">
              <a:extLst>
                <a:ext uri="{FF2B5EF4-FFF2-40B4-BE49-F238E27FC236}">
                  <a16:creationId xmlns:a16="http://schemas.microsoft.com/office/drawing/2014/main" id="{0C440AD9-0D55-DA0B-228F-C88D374F0FD7}"/>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67" name="Front">
              <a:extLst>
                <a:ext uri="{FF2B5EF4-FFF2-40B4-BE49-F238E27FC236}">
                  <a16:creationId xmlns:a16="http://schemas.microsoft.com/office/drawing/2014/main" id="{353D81B5-42A1-6A59-2A0F-DABDF5C5439A}"/>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68" name="Side">
              <a:extLst>
                <a:ext uri="{FF2B5EF4-FFF2-40B4-BE49-F238E27FC236}">
                  <a16:creationId xmlns:a16="http://schemas.microsoft.com/office/drawing/2014/main" id="{1AEB5BF9-4A24-A443-9E4C-C0911C729E65}"/>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69" name="Block">
            <a:extLst>
              <a:ext uri="{FF2B5EF4-FFF2-40B4-BE49-F238E27FC236}">
                <a16:creationId xmlns:a16="http://schemas.microsoft.com/office/drawing/2014/main" id="{CFEF21BB-BA03-70C0-355D-B57C2242DCE2}"/>
              </a:ext>
            </a:extLst>
          </p:cNvPr>
          <p:cNvGrpSpPr/>
          <p:nvPr/>
        </p:nvGrpSpPr>
        <p:grpSpPr>
          <a:xfrm>
            <a:off x="9807723" y="5659259"/>
            <a:ext cx="421083" cy="465775"/>
            <a:chOff x="5785485" y="3344625"/>
            <a:chExt cx="421083" cy="465775"/>
          </a:xfrm>
          <a:solidFill>
            <a:srgbClr val="C5D9C0"/>
          </a:solidFill>
        </p:grpSpPr>
        <p:sp>
          <p:nvSpPr>
            <p:cNvPr id="470" name="Top">
              <a:extLst>
                <a:ext uri="{FF2B5EF4-FFF2-40B4-BE49-F238E27FC236}">
                  <a16:creationId xmlns:a16="http://schemas.microsoft.com/office/drawing/2014/main" id="{B144447D-CD2B-458D-E515-0CBA08C747DA}"/>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71" name="Front">
              <a:extLst>
                <a:ext uri="{FF2B5EF4-FFF2-40B4-BE49-F238E27FC236}">
                  <a16:creationId xmlns:a16="http://schemas.microsoft.com/office/drawing/2014/main" id="{7667F158-3220-4B46-2098-5024D1A942FD}"/>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72" name="Side">
              <a:extLst>
                <a:ext uri="{FF2B5EF4-FFF2-40B4-BE49-F238E27FC236}">
                  <a16:creationId xmlns:a16="http://schemas.microsoft.com/office/drawing/2014/main" id="{05859A30-AA6E-D187-08F8-31C55D466D8D}"/>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73" name="Block">
            <a:extLst>
              <a:ext uri="{FF2B5EF4-FFF2-40B4-BE49-F238E27FC236}">
                <a16:creationId xmlns:a16="http://schemas.microsoft.com/office/drawing/2014/main" id="{041309B2-8050-EA42-0724-19E6552176CE}"/>
              </a:ext>
            </a:extLst>
          </p:cNvPr>
          <p:cNvGrpSpPr/>
          <p:nvPr/>
        </p:nvGrpSpPr>
        <p:grpSpPr>
          <a:xfrm>
            <a:off x="10107643" y="5659259"/>
            <a:ext cx="421083" cy="465775"/>
            <a:chOff x="5785485" y="3344625"/>
            <a:chExt cx="421083" cy="465775"/>
          </a:xfrm>
          <a:solidFill>
            <a:srgbClr val="C5D9C0"/>
          </a:solidFill>
        </p:grpSpPr>
        <p:sp>
          <p:nvSpPr>
            <p:cNvPr id="474" name="Top">
              <a:extLst>
                <a:ext uri="{FF2B5EF4-FFF2-40B4-BE49-F238E27FC236}">
                  <a16:creationId xmlns:a16="http://schemas.microsoft.com/office/drawing/2014/main" id="{6FCAFF59-2DCE-57DC-FBC7-BFA117A7F32E}"/>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75" name="Front">
              <a:extLst>
                <a:ext uri="{FF2B5EF4-FFF2-40B4-BE49-F238E27FC236}">
                  <a16:creationId xmlns:a16="http://schemas.microsoft.com/office/drawing/2014/main" id="{11653559-64A4-2436-06EB-A71A26FACEA8}"/>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76" name="Side">
              <a:extLst>
                <a:ext uri="{FF2B5EF4-FFF2-40B4-BE49-F238E27FC236}">
                  <a16:creationId xmlns:a16="http://schemas.microsoft.com/office/drawing/2014/main" id="{9BC56BF2-1E19-9DE7-4337-208C0585C13F}"/>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77" name="Block">
            <a:extLst>
              <a:ext uri="{FF2B5EF4-FFF2-40B4-BE49-F238E27FC236}">
                <a16:creationId xmlns:a16="http://schemas.microsoft.com/office/drawing/2014/main" id="{8A772A03-B367-9AB7-5ABF-541AAA2E5F61}"/>
              </a:ext>
            </a:extLst>
          </p:cNvPr>
          <p:cNvGrpSpPr/>
          <p:nvPr/>
        </p:nvGrpSpPr>
        <p:grpSpPr>
          <a:xfrm>
            <a:off x="9497208" y="5349048"/>
            <a:ext cx="421083" cy="465775"/>
            <a:chOff x="5785485" y="3344625"/>
            <a:chExt cx="421083" cy="465775"/>
          </a:xfrm>
          <a:solidFill>
            <a:srgbClr val="C5D9C0"/>
          </a:solidFill>
        </p:grpSpPr>
        <p:sp>
          <p:nvSpPr>
            <p:cNvPr id="478" name="Top">
              <a:extLst>
                <a:ext uri="{FF2B5EF4-FFF2-40B4-BE49-F238E27FC236}">
                  <a16:creationId xmlns:a16="http://schemas.microsoft.com/office/drawing/2014/main" id="{B3A28550-2D5C-FFED-4FB9-085C58FD19F6}"/>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79" name="Front">
              <a:extLst>
                <a:ext uri="{FF2B5EF4-FFF2-40B4-BE49-F238E27FC236}">
                  <a16:creationId xmlns:a16="http://schemas.microsoft.com/office/drawing/2014/main" id="{211F0B6F-2BAF-9186-9034-9EE1F89E0247}"/>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80" name="Side">
              <a:extLst>
                <a:ext uri="{FF2B5EF4-FFF2-40B4-BE49-F238E27FC236}">
                  <a16:creationId xmlns:a16="http://schemas.microsoft.com/office/drawing/2014/main" id="{AA494EF4-4061-F8A8-4F66-BE02C461C12C}"/>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81" name="Block">
            <a:extLst>
              <a:ext uri="{FF2B5EF4-FFF2-40B4-BE49-F238E27FC236}">
                <a16:creationId xmlns:a16="http://schemas.microsoft.com/office/drawing/2014/main" id="{A4B63F84-5F35-42DE-B823-94EB1F70C0F8}"/>
              </a:ext>
            </a:extLst>
          </p:cNvPr>
          <p:cNvGrpSpPr/>
          <p:nvPr/>
        </p:nvGrpSpPr>
        <p:grpSpPr>
          <a:xfrm>
            <a:off x="9807723" y="5349048"/>
            <a:ext cx="421083" cy="465775"/>
            <a:chOff x="5785485" y="3344625"/>
            <a:chExt cx="421083" cy="465775"/>
          </a:xfrm>
          <a:solidFill>
            <a:srgbClr val="C5D9C0"/>
          </a:solidFill>
        </p:grpSpPr>
        <p:sp>
          <p:nvSpPr>
            <p:cNvPr id="482" name="Top">
              <a:extLst>
                <a:ext uri="{FF2B5EF4-FFF2-40B4-BE49-F238E27FC236}">
                  <a16:creationId xmlns:a16="http://schemas.microsoft.com/office/drawing/2014/main" id="{E716351B-17B2-1022-E936-95F0BEC0ACD0}"/>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83" name="Front">
              <a:extLst>
                <a:ext uri="{FF2B5EF4-FFF2-40B4-BE49-F238E27FC236}">
                  <a16:creationId xmlns:a16="http://schemas.microsoft.com/office/drawing/2014/main" id="{A83133C8-26B2-2BCC-8609-8105F37B4269}"/>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84" name="Side">
              <a:extLst>
                <a:ext uri="{FF2B5EF4-FFF2-40B4-BE49-F238E27FC236}">
                  <a16:creationId xmlns:a16="http://schemas.microsoft.com/office/drawing/2014/main" id="{63124F71-1F95-D975-B463-FC232547E339}"/>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85" name="Block">
            <a:extLst>
              <a:ext uri="{FF2B5EF4-FFF2-40B4-BE49-F238E27FC236}">
                <a16:creationId xmlns:a16="http://schemas.microsoft.com/office/drawing/2014/main" id="{E85C3B0B-E4C2-8D0C-235E-675791D37F72}"/>
              </a:ext>
            </a:extLst>
          </p:cNvPr>
          <p:cNvGrpSpPr/>
          <p:nvPr/>
        </p:nvGrpSpPr>
        <p:grpSpPr>
          <a:xfrm>
            <a:off x="10107643" y="5349048"/>
            <a:ext cx="421083" cy="465775"/>
            <a:chOff x="5785485" y="3344625"/>
            <a:chExt cx="421083" cy="465775"/>
          </a:xfrm>
          <a:solidFill>
            <a:srgbClr val="C5D9C0"/>
          </a:solidFill>
        </p:grpSpPr>
        <p:sp>
          <p:nvSpPr>
            <p:cNvPr id="486" name="Top">
              <a:extLst>
                <a:ext uri="{FF2B5EF4-FFF2-40B4-BE49-F238E27FC236}">
                  <a16:creationId xmlns:a16="http://schemas.microsoft.com/office/drawing/2014/main" id="{9C5B9690-517D-E462-71E4-BC2B2FF06865}"/>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87" name="Front">
              <a:extLst>
                <a:ext uri="{FF2B5EF4-FFF2-40B4-BE49-F238E27FC236}">
                  <a16:creationId xmlns:a16="http://schemas.microsoft.com/office/drawing/2014/main" id="{9E41792F-FA96-08DE-1AD8-2CFADD142C53}"/>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88" name="Side">
              <a:extLst>
                <a:ext uri="{FF2B5EF4-FFF2-40B4-BE49-F238E27FC236}">
                  <a16:creationId xmlns:a16="http://schemas.microsoft.com/office/drawing/2014/main" id="{3D9AC0F9-A2E6-3CE3-1992-15CC2310236B}"/>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89" name="Block">
            <a:extLst>
              <a:ext uri="{FF2B5EF4-FFF2-40B4-BE49-F238E27FC236}">
                <a16:creationId xmlns:a16="http://schemas.microsoft.com/office/drawing/2014/main" id="{1541A624-2D20-7E5B-24AD-E320F157D568}"/>
              </a:ext>
            </a:extLst>
          </p:cNvPr>
          <p:cNvGrpSpPr/>
          <p:nvPr/>
        </p:nvGrpSpPr>
        <p:grpSpPr>
          <a:xfrm>
            <a:off x="9498550" y="5041218"/>
            <a:ext cx="421083" cy="465775"/>
            <a:chOff x="5785485" y="3344625"/>
            <a:chExt cx="421083" cy="465775"/>
          </a:xfrm>
          <a:solidFill>
            <a:srgbClr val="C5D9C0"/>
          </a:solidFill>
        </p:grpSpPr>
        <p:sp>
          <p:nvSpPr>
            <p:cNvPr id="490" name="Top">
              <a:extLst>
                <a:ext uri="{FF2B5EF4-FFF2-40B4-BE49-F238E27FC236}">
                  <a16:creationId xmlns:a16="http://schemas.microsoft.com/office/drawing/2014/main" id="{15BCEB19-00E7-F05B-7E96-804984158D3C}"/>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91" name="Front">
              <a:extLst>
                <a:ext uri="{FF2B5EF4-FFF2-40B4-BE49-F238E27FC236}">
                  <a16:creationId xmlns:a16="http://schemas.microsoft.com/office/drawing/2014/main" id="{8A76EBB0-EDC1-0FD8-B48F-EF15EB1A8064}"/>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92" name="Side">
              <a:extLst>
                <a:ext uri="{FF2B5EF4-FFF2-40B4-BE49-F238E27FC236}">
                  <a16:creationId xmlns:a16="http://schemas.microsoft.com/office/drawing/2014/main" id="{FCB86759-1921-253F-4EC5-617247985377}"/>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93" name="Block">
            <a:extLst>
              <a:ext uri="{FF2B5EF4-FFF2-40B4-BE49-F238E27FC236}">
                <a16:creationId xmlns:a16="http://schemas.microsoft.com/office/drawing/2014/main" id="{239DD68C-D70A-7B77-67AC-B8D0363F7206}"/>
              </a:ext>
            </a:extLst>
          </p:cNvPr>
          <p:cNvGrpSpPr/>
          <p:nvPr/>
        </p:nvGrpSpPr>
        <p:grpSpPr>
          <a:xfrm>
            <a:off x="9809065" y="5041218"/>
            <a:ext cx="421083" cy="465775"/>
            <a:chOff x="5785485" y="3344625"/>
            <a:chExt cx="421083" cy="465775"/>
          </a:xfrm>
          <a:solidFill>
            <a:srgbClr val="C5D9C0"/>
          </a:solidFill>
        </p:grpSpPr>
        <p:sp>
          <p:nvSpPr>
            <p:cNvPr id="494" name="Top">
              <a:extLst>
                <a:ext uri="{FF2B5EF4-FFF2-40B4-BE49-F238E27FC236}">
                  <a16:creationId xmlns:a16="http://schemas.microsoft.com/office/drawing/2014/main" id="{06FE3A48-E98D-D4B9-3465-594DDDB3B707}"/>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95" name="Front">
              <a:extLst>
                <a:ext uri="{FF2B5EF4-FFF2-40B4-BE49-F238E27FC236}">
                  <a16:creationId xmlns:a16="http://schemas.microsoft.com/office/drawing/2014/main" id="{DB0A1810-F1B1-7729-8B5A-7EDD208A60BE}"/>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96" name="Side">
              <a:extLst>
                <a:ext uri="{FF2B5EF4-FFF2-40B4-BE49-F238E27FC236}">
                  <a16:creationId xmlns:a16="http://schemas.microsoft.com/office/drawing/2014/main" id="{F4B26E0F-DF9E-7691-F8B1-996595B067DF}"/>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97" name="Block">
            <a:extLst>
              <a:ext uri="{FF2B5EF4-FFF2-40B4-BE49-F238E27FC236}">
                <a16:creationId xmlns:a16="http://schemas.microsoft.com/office/drawing/2014/main" id="{2562AFF0-2F71-372A-5A47-C19364E66E1C}"/>
              </a:ext>
            </a:extLst>
          </p:cNvPr>
          <p:cNvGrpSpPr/>
          <p:nvPr/>
        </p:nvGrpSpPr>
        <p:grpSpPr>
          <a:xfrm>
            <a:off x="10108985" y="5041218"/>
            <a:ext cx="421083" cy="465775"/>
            <a:chOff x="5785485" y="3344625"/>
            <a:chExt cx="421083" cy="465775"/>
          </a:xfrm>
          <a:solidFill>
            <a:srgbClr val="C5D9C0"/>
          </a:solidFill>
        </p:grpSpPr>
        <p:sp>
          <p:nvSpPr>
            <p:cNvPr id="498" name="Top">
              <a:extLst>
                <a:ext uri="{FF2B5EF4-FFF2-40B4-BE49-F238E27FC236}">
                  <a16:creationId xmlns:a16="http://schemas.microsoft.com/office/drawing/2014/main" id="{03CD74A0-EA04-DDFB-BC18-1003B045560D}"/>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99" name="Front">
              <a:extLst>
                <a:ext uri="{FF2B5EF4-FFF2-40B4-BE49-F238E27FC236}">
                  <a16:creationId xmlns:a16="http://schemas.microsoft.com/office/drawing/2014/main" id="{D38D5977-CA2A-44FC-D97C-28E3AA501529}"/>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00" name="Side">
              <a:extLst>
                <a:ext uri="{FF2B5EF4-FFF2-40B4-BE49-F238E27FC236}">
                  <a16:creationId xmlns:a16="http://schemas.microsoft.com/office/drawing/2014/main" id="{EECDF2EA-5F32-A098-EA9D-583A9709BCA6}"/>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01" name="Block">
            <a:extLst>
              <a:ext uri="{FF2B5EF4-FFF2-40B4-BE49-F238E27FC236}">
                <a16:creationId xmlns:a16="http://schemas.microsoft.com/office/drawing/2014/main" id="{A4D94736-E4C4-DE9E-36C3-307CA049F56E}"/>
              </a:ext>
            </a:extLst>
          </p:cNvPr>
          <p:cNvGrpSpPr/>
          <p:nvPr/>
        </p:nvGrpSpPr>
        <p:grpSpPr>
          <a:xfrm>
            <a:off x="9498550" y="4731007"/>
            <a:ext cx="421083" cy="465775"/>
            <a:chOff x="5785485" y="3344625"/>
            <a:chExt cx="421083" cy="465775"/>
          </a:xfrm>
          <a:solidFill>
            <a:srgbClr val="C5D9C0"/>
          </a:solidFill>
        </p:grpSpPr>
        <p:sp>
          <p:nvSpPr>
            <p:cNvPr id="502" name="Top">
              <a:extLst>
                <a:ext uri="{FF2B5EF4-FFF2-40B4-BE49-F238E27FC236}">
                  <a16:creationId xmlns:a16="http://schemas.microsoft.com/office/drawing/2014/main" id="{8497AEDB-64DA-3085-D037-18DA81334A07}"/>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03" name="Front">
              <a:extLst>
                <a:ext uri="{FF2B5EF4-FFF2-40B4-BE49-F238E27FC236}">
                  <a16:creationId xmlns:a16="http://schemas.microsoft.com/office/drawing/2014/main" id="{AC4E517E-EA74-62B1-2B68-108D01658533}"/>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4" name="Side">
              <a:extLst>
                <a:ext uri="{FF2B5EF4-FFF2-40B4-BE49-F238E27FC236}">
                  <a16:creationId xmlns:a16="http://schemas.microsoft.com/office/drawing/2014/main" id="{3E003CAA-DFD1-AC6A-6CC7-27DB5D186175}"/>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05" name="Block">
            <a:extLst>
              <a:ext uri="{FF2B5EF4-FFF2-40B4-BE49-F238E27FC236}">
                <a16:creationId xmlns:a16="http://schemas.microsoft.com/office/drawing/2014/main" id="{DDFDB1C1-BB9A-296D-F34C-49E1A7852004}"/>
              </a:ext>
            </a:extLst>
          </p:cNvPr>
          <p:cNvGrpSpPr/>
          <p:nvPr/>
        </p:nvGrpSpPr>
        <p:grpSpPr>
          <a:xfrm>
            <a:off x="9809065" y="4731007"/>
            <a:ext cx="421083" cy="465775"/>
            <a:chOff x="5785485" y="3344625"/>
            <a:chExt cx="421083" cy="465775"/>
          </a:xfrm>
          <a:solidFill>
            <a:srgbClr val="C5D9C0"/>
          </a:solidFill>
        </p:grpSpPr>
        <p:sp>
          <p:nvSpPr>
            <p:cNvPr id="506" name="Top">
              <a:extLst>
                <a:ext uri="{FF2B5EF4-FFF2-40B4-BE49-F238E27FC236}">
                  <a16:creationId xmlns:a16="http://schemas.microsoft.com/office/drawing/2014/main" id="{594981FC-DA83-DCD8-35C1-826C793A0480}"/>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07" name="Front">
              <a:extLst>
                <a:ext uri="{FF2B5EF4-FFF2-40B4-BE49-F238E27FC236}">
                  <a16:creationId xmlns:a16="http://schemas.microsoft.com/office/drawing/2014/main" id="{E94709D8-948E-21D5-220C-9836FF7A4C9D}"/>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08" name="Side">
              <a:extLst>
                <a:ext uri="{FF2B5EF4-FFF2-40B4-BE49-F238E27FC236}">
                  <a16:creationId xmlns:a16="http://schemas.microsoft.com/office/drawing/2014/main" id="{FA5A7115-F25C-40EF-4F8E-C35EB23068D1}"/>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09" name="Block">
            <a:extLst>
              <a:ext uri="{FF2B5EF4-FFF2-40B4-BE49-F238E27FC236}">
                <a16:creationId xmlns:a16="http://schemas.microsoft.com/office/drawing/2014/main" id="{D8A1CCAC-88A1-E7DC-E0EA-D4D48F0F5F4C}"/>
              </a:ext>
            </a:extLst>
          </p:cNvPr>
          <p:cNvGrpSpPr/>
          <p:nvPr/>
        </p:nvGrpSpPr>
        <p:grpSpPr>
          <a:xfrm>
            <a:off x="10108985" y="4731007"/>
            <a:ext cx="421083" cy="465775"/>
            <a:chOff x="5785485" y="3344625"/>
            <a:chExt cx="421083" cy="465775"/>
          </a:xfrm>
          <a:solidFill>
            <a:srgbClr val="C5D9C0"/>
          </a:solidFill>
        </p:grpSpPr>
        <p:sp>
          <p:nvSpPr>
            <p:cNvPr id="510" name="Top">
              <a:extLst>
                <a:ext uri="{FF2B5EF4-FFF2-40B4-BE49-F238E27FC236}">
                  <a16:creationId xmlns:a16="http://schemas.microsoft.com/office/drawing/2014/main" id="{D7500F2B-AC35-E2C9-D595-543CB6076B50}"/>
                </a:ext>
              </a:extLst>
            </p:cNvPr>
            <p:cNvSpPr/>
            <p:nvPr/>
          </p:nvSpPr>
          <p:spPr>
            <a:xfrm>
              <a:off x="5785485" y="3344625"/>
              <a:ext cx="421083" cy="155257"/>
            </a:xfrm>
            <a:prstGeom prst="parallelogram">
              <a:avLst>
                <a:gd name="adj" fmla="val 71296"/>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11" name="Front">
              <a:extLst>
                <a:ext uri="{FF2B5EF4-FFF2-40B4-BE49-F238E27FC236}">
                  <a16:creationId xmlns:a16="http://schemas.microsoft.com/office/drawing/2014/main" id="{0F93CA4E-E5D0-F5F9-F1F9-7F6C981870B9}"/>
                </a:ext>
              </a:extLst>
            </p:cNvPr>
            <p:cNvSpPr/>
            <p:nvPr/>
          </p:nvSpPr>
          <p:spPr>
            <a:xfrm>
              <a:off x="5785485" y="3499885"/>
              <a:ext cx="310515" cy="310515"/>
            </a:xfrm>
            <a:prstGeom prst="rect">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12" name="Side">
              <a:extLst>
                <a:ext uri="{FF2B5EF4-FFF2-40B4-BE49-F238E27FC236}">
                  <a16:creationId xmlns:a16="http://schemas.microsoft.com/office/drawing/2014/main" id="{2EF71870-6848-4366-8EE2-F979D3534F91}"/>
                </a:ext>
              </a:extLst>
            </p:cNvPr>
            <p:cNvSpPr/>
            <p:nvPr/>
          </p:nvSpPr>
          <p:spPr>
            <a:xfrm rot="5400000" flipH="1">
              <a:off x="5923634" y="3521273"/>
              <a:ext cx="457200" cy="108667"/>
            </a:xfrm>
            <a:prstGeom prst="parallelogram">
              <a:avLst>
                <a:gd name="adj" fmla="val 137584"/>
              </a:avLst>
            </a:prstGeom>
            <a:grpFill/>
            <a:ln w="6350">
              <a:solidFill>
                <a:srgbClr val="A7BFA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13" name="Group 512">
            <a:extLst>
              <a:ext uri="{FF2B5EF4-FFF2-40B4-BE49-F238E27FC236}">
                <a16:creationId xmlns:a16="http://schemas.microsoft.com/office/drawing/2014/main" id="{59E99187-7F61-3A38-F36E-4740A0674DC7}"/>
              </a:ext>
            </a:extLst>
          </p:cNvPr>
          <p:cNvGrpSpPr/>
          <p:nvPr/>
        </p:nvGrpSpPr>
        <p:grpSpPr>
          <a:xfrm>
            <a:off x="5440157" y="4345341"/>
            <a:ext cx="1350551" cy="2046982"/>
            <a:chOff x="4285857" y="1629614"/>
            <a:chExt cx="1923413" cy="2915248"/>
          </a:xfrm>
        </p:grpSpPr>
        <p:sp>
          <p:nvSpPr>
            <p:cNvPr id="514" name="Rectangle: Rounded Corners 513">
              <a:extLst>
                <a:ext uri="{FF2B5EF4-FFF2-40B4-BE49-F238E27FC236}">
                  <a16:creationId xmlns:a16="http://schemas.microsoft.com/office/drawing/2014/main" id="{D33EB23A-BC42-78DF-7FB0-03EE6920C77D}"/>
                </a:ext>
              </a:extLst>
            </p:cNvPr>
            <p:cNvSpPr/>
            <p:nvPr/>
          </p:nvSpPr>
          <p:spPr>
            <a:xfrm>
              <a:off x="4309351" y="1629614"/>
              <a:ext cx="1838325" cy="2915248"/>
            </a:xfrm>
            <a:prstGeom prst="roundRect">
              <a:avLst/>
            </a:prstGeom>
            <a:noFill/>
            <a:ln>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Factorized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entropy model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for z</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grpSp>
          <p:nvGrpSpPr>
            <p:cNvPr id="515" name="Group 514">
              <a:extLst>
                <a:ext uri="{FF2B5EF4-FFF2-40B4-BE49-F238E27FC236}">
                  <a16:creationId xmlns:a16="http://schemas.microsoft.com/office/drawing/2014/main" id="{5E765C82-EECC-A82C-8641-6B02147FCF6B}"/>
                </a:ext>
              </a:extLst>
            </p:cNvPr>
            <p:cNvGrpSpPr/>
            <p:nvPr/>
          </p:nvGrpSpPr>
          <p:grpSpPr>
            <a:xfrm>
              <a:off x="4285857" y="2770053"/>
              <a:ext cx="1923413" cy="1548769"/>
              <a:chOff x="4285857" y="2770053"/>
              <a:chExt cx="1923413" cy="1548769"/>
            </a:xfrm>
          </p:grpSpPr>
          <p:sp>
            <p:nvSpPr>
              <p:cNvPr id="516" name="Arc 515">
                <a:extLst>
                  <a:ext uri="{FF2B5EF4-FFF2-40B4-BE49-F238E27FC236}">
                    <a16:creationId xmlns:a16="http://schemas.microsoft.com/office/drawing/2014/main" id="{299103BE-D799-DB70-27B1-D647596DD3A1}"/>
                  </a:ext>
                </a:extLst>
              </p:cNvPr>
              <p:cNvSpPr/>
              <p:nvPr/>
            </p:nvSpPr>
            <p:spPr>
              <a:xfrm rot="16200000">
                <a:off x="4849256" y="3010389"/>
                <a:ext cx="734301" cy="546338"/>
              </a:xfrm>
              <a:prstGeom prst="arc">
                <a:avLst>
                  <a:gd name="adj1" fmla="val 16505479"/>
                  <a:gd name="adj2" fmla="val 5086195"/>
                </a:avLst>
              </a:prstGeom>
              <a:ln>
                <a:solidFill>
                  <a:schemeClr val="tx2">
                    <a:lumMod val="75000"/>
                    <a:lumOff val="2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7" name="Arc 516">
                <a:extLst>
                  <a:ext uri="{FF2B5EF4-FFF2-40B4-BE49-F238E27FC236}">
                    <a16:creationId xmlns:a16="http://schemas.microsoft.com/office/drawing/2014/main" id="{AA16DF7C-B0AF-325B-59CB-A5D2E193D9B1}"/>
                  </a:ext>
                </a:extLst>
              </p:cNvPr>
              <p:cNvSpPr/>
              <p:nvPr/>
            </p:nvSpPr>
            <p:spPr>
              <a:xfrm rot="5400000">
                <a:off x="4213862" y="2850055"/>
                <a:ext cx="807720" cy="663729"/>
              </a:xfrm>
              <a:prstGeom prst="arc">
                <a:avLst>
                  <a:gd name="adj1" fmla="val 16961380"/>
                  <a:gd name="adj2" fmla="val 20990525"/>
                </a:avLst>
              </a:prstGeom>
              <a:ln>
                <a:solidFill>
                  <a:schemeClr val="tx2">
                    <a:lumMod val="75000"/>
                    <a:lumOff val="2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8" name="Arc 517">
                <a:extLst>
                  <a:ext uri="{FF2B5EF4-FFF2-40B4-BE49-F238E27FC236}">
                    <a16:creationId xmlns:a16="http://schemas.microsoft.com/office/drawing/2014/main" id="{1D2E293C-0324-281D-26BB-E4A8D35D47BF}"/>
                  </a:ext>
                </a:extLst>
              </p:cNvPr>
              <p:cNvSpPr/>
              <p:nvPr/>
            </p:nvSpPr>
            <p:spPr>
              <a:xfrm rot="16200000" flipH="1">
                <a:off x="5440801" y="2810961"/>
                <a:ext cx="807720" cy="729218"/>
              </a:xfrm>
              <a:prstGeom prst="arc">
                <a:avLst>
                  <a:gd name="adj1" fmla="val 16961380"/>
                  <a:gd name="adj2" fmla="val 20990525"/>
                </a:avLst>
              </a:prstGeom>
              <a:ln>
                <a:solidFill>
                  <a:schemeClr val="tx2">
                    <a:lumMod val="75000"/>
                    <a:lumOff val="2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cxnSp>
            <p:nvCxnSpPr>
              <p:cNvPr id="519" name="Straight Connector 518">
                <a:extLst>
                  <a:ext uri="{FF2B5EF4-FFF2-40B4-BE49-F238E27FC236}">
                    <a16:creationId xmlns:a16="http://schemas.microsoft.com/office/drawing/2014/main" id="{BC082E57-03B8-B6D7-FE00-79ACC3FBE29B}"/>
                  </a:ext>
                </a:extLst>
              </p:cNvPr>
              <p:cNvCxnSpPr/>
              <p:nvPr/>
            </p:nvCxnSpPr>
            <p:spPr>
              <a:xfrm flipV="1">
                <a:off x="5216390" y="2770053"/>
                <a:ext cx="0" cy="993234"/>
              </a:xfrm>
              <a:prstGeom prst="line">
                <a:avLst/>
              </a:prstGeom>
              <a:ln>
                <a:solidFill>
                  <a:schemeClr val="tx2">
                    <a:lumMod val="75000"/>
                    <a:lumOff val="25000"/>
                  </a:schemeClr>
                </a:solidFill>
                <a:prstDash val="dash"/>
              </a:ln>
            </p:spPr>
            <p:style>
              <a:lnRef idx="2">
                <a:schemeClr val="accent1"/>
              </a:lnRef>
              <a:fillRef idx="0">
                <a:schemeClr val="accent1"/>
              </a:fillRef>
              <a:effectRef idx="1">
                <a:schemeClr val="accent1"/>
              </a:effectRef>
              <a:fontRef idx="minor">
                <a:schemeClr val="tx1"/>
              </a:fontRef>
            </p:style>
          </p:cxnSp>
          <p:sp>
            <p:nvSpPr>
              <p:cNvPr id="520" name="Rectangle 519">
                <a:extLst>
                  <a:ext uri="{FF2B5EF4-FFF2-40B4-BE49-F238E27FC236}">
                    <a16:creationId xmlns:a16="http://schemas.microsoft.com/office/drawing/2014/main" id="{9B34F43D-EB91-DD19-FF66-C11675A533BE}"/>
                  </a:ext>
                </a:extLst>
              </p:cNvPr>
              <p:cNvSpPr>
                <a:spLocks/>
              </p:cNvSpPr>
              <p:nvPr/>
            </p:nvSpPr>
            <p:spPr>
              <a:xfrm>
                <a:off x="5310480" y="3705223"/>
                <a:ext cx="133060" cy="613597"/>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1" name="Rectangle 520">
                <a:extLst>
                  <a:ext uri="{FF2B5EF4-FFF2-40B4-BE49-F238E27FC236}">
                    <a16:creationId xmlns:a16="http://schemas.microsoft.com/office/drawing/2014/main" id="{93643690-A346-C5E7-C700-12F58C6E9180}"/>
                  </a:ext>
                </a:extLst>
              </p:cNvPr>
              <p:cNvSpPr/>
              <p:nvPr/>
            </p:nvSpPr>
            <p:spPr>
              <a:xfrm>
                <a:off x="5443540" y="3824288"/>
                <a:ext cx="133060" cy="494534"/>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2" name="Rectangle 521">
                <a:extLst>
                  <a:ext uri="{FF2B5EF4-FFF2-40B4-BE49-F238E27FC236}">
                    <a16:creationId xmlns:a16="http://schemas.microsoft.com/office/drawing/2014/main" id="{364B4157-8BE4-F3BB-E984-C37CEBC28C97}"/>
                  </a:ext>
                </a:extLst>
              </p:cNvPr>
              <p:cNvSpPr>
                <a:spLocks/>
              </p:cNvSpPr>
              <p:nvPr/>
            </p:nvSpPr>
            <p:spPr>
              <a:xfrm>
                <a:off x="5576600" y="3952874"/>
                <a:ext cx="133060" cy="365947"/>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3" name="Rectangle 522">
                <a:extLst>
                  <a:ext uri="{FF2B5EF4-FFF2-40B4-BE49-F238E27FC236}">
                    <a16:creationId xmlns:a16="http://schemas.microsoft.com/office/drawing/2014/main" id="{5E4D86F4-3D08-8F0D-099E-FA75552FD075}"/>
                  </a:ext>
                </a:extLst>
              </p:cNvPr>
              <p:cNvSpPr>
                <a:spLocks/>
              </p:cNvSpPr>
              <p:nvPr/>
            </p:nvSpPr>
            <p:spPr>
              <a:xfrm>
                <a:off x="5709660" y="4129087"/>
                <a:ext cx="133060" cy="189733"/>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4" name="Rectangle 523">
                <a:extLst>
                  <a:ext uri="{FF2B5EF4-FFF2-40B4-BE49-F238E27FC236}">
                    <a16:creationId xmlns:a16="http://schemas.microsoft.com/office/drawing/2014/main" id="{8785E6AD-B1ED-C73A-366A-82F5E1B890B2}"/>
                  </a:ext>
                </a:extLst>
              </p:cNvPr>
              <p:cNvSpPr>
                <a:spLocks/>
              </p:cNvSpPr>
              <p:nvPr/>
            </p:nvSpPr>
            <p:spPr>
              <a:xfrm>
                <a:off x="4980007" y="3705222"/>
                <a:ext cx="133060" cy="613597"/>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5" name="Rectangle 524">
                <a:extLst>
                  <a:ext uri="{FF2B5EF4-FFF2-40B4-BE49-F238E27FC236}">
                    <a16:creationId xmlns:a16="http://schemas.microsoft.com/office/drawing/2014/main" id="{4C595852-BDAC-257A-D6C8-B193BB46F8CF}"/>
                  </a:ext>
                </a:extLst>
              </p:cNvPr>
              <p:cNvSpPr/>
              <p:nvPr/>
            </p:nvSpPr>
            <p:spPr>
              <a:xfrm>
                <a:off x="4846946" y="3824285"/>
                <a:ext cx="133060" cy="494534"/>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6" name="Rectangle 525">
                <a:extLst>
                  <a:ext uri="{FF2B5EF4-FFF2-40B4-BE49-F238E27FC236}">
                    <a16:creationId xmlns:a16="http://schemas.microsoft.com/office/drawing/2014/main" id="{A58AC232-CA95-AD79-E4DF-3F5FC4F57A7C}"/>
                  </a:ext>
                </a:extLst>
              </p:cNvPr>
              <p:cNvSpPr>
                <a:spLocks/>
              </p:cNvSpPr>
              <p:nvPr/>
            </p:nvSpPr>
            <p:spPr>
              <a:xfrm>
                <a:off x="4713886" y="3952872"/>
                <a:ext cx="133060" cy="365947"/>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27" name="Rectangle 526">
                <a:extLst>
                  <a:ext uri="{FF2B5EF4-FFF2-40B4-BE49-F238E27FC236}">
                    <a16:creationId xmlns:a16="http://schemas.microsoft.com/office/drawing/2014/main" id="{54B2F72E-D4AB-B413-B868-6D26A34C2E29}"/>
                  </a:ext>
                </a:extLst>
              </p:cNvPr>
              <p:cNvSpPr>
                <a:spLocks/>
              </p:cNvSpPr>
              <p:nvPr/>
            </p:nvSpPr>
            <p:spPr>
              <a:xfrm>
                <a:off x="4580825" y="4129086"/>
                <a:ext cx="133060" cy="189733"/>
              </a:xfrm>
              <a:prstGeom prst="rect">
                <a:avLst/>
              </a:prstGeom>
              <a:solidFill>
                <a:srgbClr val="ADC1E5"/>
              </a:solidFill>
              <a:ln w="9525">
                <a:solidFill>
                  <a:srgbClr val="53658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cxnSp>
        <p:nvCxnSpPr>
          <p:cNvPr id="529" name="Straight Arrow Connector 528">
            <a:extLst>
              <a:ext uri="{FF2B5EF4-FFF2-40B4-BE49-F238E27FC236}">
                <a16:creationId xmlns:a16="http://schemas.microsoft.com/office/drawing/2014/main" id="{69147726-7A18-BD18-F234-90BA5F6DAADB}"/>
              </a:ext>
            </a:extLst>
          </p:cNvPr>
          <p:cNvCxnSpPr>
            <a:stCxn id="240" idx="4"/>
          </p:cNvCxnSpPr>
          <p:nvPr/>
        </p:nvCxnSpPr>
        <p:spPr>
          <a:xfrm>
            <a:off x="2059520" y="5396800"/>
            <a:ext cx="588430" cy="4828"/>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532" name="Straight Arrow Connector 531">
            <a:extLst>
              <a:ext uri="{FF2B5EF4-FFF2-40B4-BE49-F238E27FC236}">
                <a16:creationId xmlns:a16="http://schemas.microsoft.com/office/drawing/2014/main" id="{9B503263-966D-8EE0-9A01-B457E66F53A4}"/>
              </a:ext>
            </a:extLst>
          </p:cNvPr>
          <p:cNvCxnSpPr>
            <a:cxnSpLocks/>
          </p:cNvCxnSpPr>
          <p:nvPr/>
        </p:nvCxnSpPr>
        <p:spPr>
          <a:xfrm>
            <a:off x="3921050" y="5419872"/>
            <a:ext cx="288000"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535" name="Straight Arrow Connector 534">
            <a:extLst>
              <a:ext uri="{FF2B5EF4-FFF2-40B4-BE49-F238E27FC236}">
                <a16:creationId xmlns:a16="http://schemas.microsoft.com/office/drawing/2014/main" id="{5A3065E3-6F8F-E0D2-1B2C-D5FDCE45782F}"/>
              </a:ext>
            </a:extLst>
          </p:cNvPr>
          <p:cNvCxnSpPr>
            <a:cxnSpLocks/>
          </p:cNvCxnSpPr>
          <p:nvPr/>
        </p:nvCxnSpPr>
        <p:spPr>
          <a:xfrm flipV="1">
            <a:off x="5101246" y="5393560"/>
            <a:ext cx="324000" cy="66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537" name="Straight Arrow Connector 536">
            <a:extLst>
              <a:ext uri="{FF2B5EF4-FFF2-40B4-BE49-F238E27FC236}">
                <a16:creationId xmlns:a16="http://schemas.microsoft.com/office/drawing/2014/main" id="{096761D0-2EEA-571E-2476-CCDD5562E7B9}"/>
              </a:ext>
            </a:extLst>
          </p:cNvPr>
          <p:cNvCxnSpPr>
            <a:cxnSpLocks/>
          </p:cNvCxnSpPr>
          <p:nvPr/>
        </p:nvCxnSpPr>
        <p:spPr>
          <a:xfrm>
            <a:off x="6800849" y="5419872"/>
            <a:ext cx="288000"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538" name="Straight Arrow Connector 537">
            <a:extLst>
              <a:ext uri="{FF2B5EF4-FFF2-40B4-BE49-F238E27FC236}">
                <a16:creationId xmlns:a16="http://schemas.microsoft.com/office/drawing/2014/main" id="{F130F7B1-1898-63A3-DEA1-50CA25296063}"/>
              </a:ext>
            </a:extLst>
          </p:cNvPr>
          <p:cNvCxnSpPr>
            <a:cxnSpLocks/>
          </p:cNvCxnSpPr>
          <p:nvPr/>
        </p:nvCxnSpPr>
        <p:spPr>
          <a:xfrm>
            <a:off x="8680449" y="5389206"/>
            <a:ext cx="762001"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540" name="TextBox 539">
                <a:extLst>
                  <a:ext uri="{FF2B5EF4-FFF2-40B4-BE49-F238E27FC236}">
                    <a16:creationId xmlns:a16="http://schemas.microsoft.com/office/drawing/2014/main" id="{F63CBFA4-AB8B-7D39-6B03-F13C342FE97F}"/>
                  </a:ext>
                </a:extLst>
              </p:cNvPr>
              <p:cNvSpPr txBox="1"/>
              <p:nvPr/>
            </p:nvSpPr>
            <p:spPr>
              <a:xfrm>
                <a:off x="1281019" y="3920267"/>
                <a:ext cx="1013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kumimoji="0" lang="en-US"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oMath>
                  </m:oMathPara>
                </a14:m>
                <a:endParaRPr kumimoji="0" lang="en-US" sz="14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(Latent)</a:t>
                </a:r>
                <a:endParaRPr kumimoji="0" lang="en-AS" sz="14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mc:Choice>
        <mc:Fallback xmlns="">
          <p:sp>
            <p:nvSpPr>
              <p:cNvPr id="540" name="TextBox 539">
                <a:extLst>
                  <a:ext uri="{FF2B5EF4-FFF2-40B4-BE49-F238E27FC236}">
                    <a16:creationId xmlns:a16="http://schemas.microsoft.com/office/drawing/2014/main" id="{F63CBFA4-AB8B-7D39-6B03-F13C342FE97F}"/>
                  </a:ext>
                </a:extLst>
              </p:cNvPr>
              <p:cNvSpPr txBox="1">
                <a:spLocks noRot="1" noChangeAspect="1" noMove="1" noResize="1" noEditPoints="1" noAdjustHandles="1" noChangeArrowheads="1" noChangeShapeType="1" noTextEdit="1"/>
              </p:cNvSpPr>
              <p:nvPr/>
            </p:nvSpPr>
            <p:spPr>
              <a:xfrm>
                <a:off x="1281019" y="3920267"/>
                <a:ext cx="1013432" cy="523220"/>
              </a:xfrm>
              <a:prstGeom prst="rect">
                <a:avLst/>
              </a:prstGeom>
              <a:blipFill>
                <a:blip r:embed="rId5"/>
                <a:stretch>
                  <a:fillRect b="-11628"/>
                </a:stretch>
              </a:blipFill>
            </p:spPr>
            <p:txBody>
              <a:bodyPr/>
              <a:lstStyle/>
              <a:p>
                <a:r>
                  <a:rPr lang="en-US">
                    <a:noFill/>
                  </a:rPr>
                  <a:t> </a:t>
                </a:r>
              </a:p>
            </p:txBody>
          </p:sp>
        </mc:Fallback>
      </mc:AlternateContent>
      <p:sp>
        <p:nvSpPr>
          <p:cNvPr id="541" name="TextBox 540">
            <a:extLst>
              <a:ext uri="{FF2B5EF4-FFF2-40B4-BE49-F238E27FC236}">
                <a16:creationId xmlns:a16="http://schemas.microsoft.com/office/drawing/2014/main" id="{7E5445C7-41B8-4538-18A4-13610B840225}"/>
              </a:ext>
            </a:extLst>
          </p:cNvPr>
          <p:cNvSpPr txBox="1"/>
          <p:nvPr/>
        </p:nvSpPr>
        <p:spPr>
          <a:xfrm>
            <a:off x="7280489" y="3874100"/>
            <a:ext cx="14914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27B63"/>
                </a:solidFill>
                <a:effectLst/>
                <a:uLnTx/>
                <a:uFillTx/>
                <a:latin typeface="Times New Roman" panose="02020603050405020304" pitchFamily="18" charset="0"/>
                <a:ea typeface="+mn-ea"/>
                <a:cs typeface="Times New Roman" panose="02020603050405020304" pitchFamily="18" charset="0"/>
              </a:rPr>
              <a:t>Hyper Synthesis</a:t>
            </a:r>
            <a:endParaRPr kumimoji="0" lang="en-AS" sz="1400" b="0" i="0" u="none" strike="noStrike" kern="1200" cap="none" spc="0" normalizeH="0" baseline="0" noProof="0" dirty="0">
              <a:ln>
                <a:noFill/>
              </a:ln>
              <a:solidFill>
                <a:srgbClr val="527B63"/>
              </a:solidFill>
              <a:effectLst/>
              <a:uLnTx/>
              <a:uFillTx/>
              <a:latin typeface="Times New Roman" panose="02020603050405020304" pitchFamily="18" charset="0"/>
              <a:ea typeface="+mn-ea"/>
              <a:cs typeface="Times New Roman" panose="02020603050405020304" pitchFamily="18" charset="0"/>
            </a:endParaRPr>
          </a:p>
        </p:txBody>
      </p:sp>
      <mc:AlternateContent xmlns:mc="http://schemas.openxmlformats.org/markup-compatibility/2006" xmlns:a14="http://schemas.microsoft.com/office/drawing/2010/main">
        <mc:Choice Requires="a14">
          <p:sp>
            <p:nvSpPr>
              <p:cNvPr id="543" name="TextBox 542">
                <a:extLst>
                  <a:ext uri="{FF2B5EF4-FFF2-40B4-BE49-F238E27FC236}">
                    <a16:creationId xmlns:a16="http://schemas.microsoft.com/office/drawing/2014/main" id="{F8809567-4835-3E1B-7DC4-0BA7DDA19A2F}"/>
                  </a:ext>
                </a:extLst>
              </p:cNvPr>
              <p:cNvSpPr txBox="1"/>
              <p:nvPr/>
            </p:nvSpPr>
            <p:spPr>
              <a:xfrm>
                <a:off x="4082976" y="4277699"/>
                <a:ext cx="149140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kumimoji="0" lang="en-US" sz="16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𝑧</m:t>
                      </m:r>
                    </m:oMath>
                  </m:oMathPara>
                </a14:m>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rPr>
                  <a:t>(</a:t>
                </a:r>
                <a:r>
                  <a:rPr kumimoji="0" lang="en-US" sz="1400" b="0" i="0" u="none" strike="noStrike" kern="1200" cap="none" spc="0" normalizeH="0" baseline="0" noProof="0" dirty="0">
                    <a:ln>
                      <a:noFill/>
                    </a:ln>
                    <a:solidFill>
                      <a:prstClr val="black"/>
                    </a:solidFill>
                    <a:effectLst/>
                    <a:uLnTx/>
                    <a:uFillTx/>
                    <a:latin typeface="Aptos" panose="02110004020202020204"/>
                    <a:ea typeface="+mn-ea"/>
                    <a:cs typeface="+mn-cs"/>
                  </a:rPr>
                  <a:t>128 </a:t>
                </a:r>
                <a:r>
                  <a:rPr kumimoji="0" lang="en-US" sz="1200" b="0" i="0" u="none" strike="noStrike" kern="1200" cap="none" spc="0" normalizeH="0" baseline="0" noProof="0" dirty="0">
                    <a:ln>
                      <a:noFill/>
                    </a:ln>
                    <a:solidFill>
                      <a:prstClr val="black"/>
                    </a:solidFill>
                    <a:effectLst/>
                    <a:uLnTx/>
                    <a:uFillTx/>
                    <a:latin typeface="Aptos" panose="02110004020202020204"/>
                    <a:ea typeface="+mn-ea"/>
                    <a:cs typeface="+mn-cs"/>
                  </a:rPr>
                  <a:t>channels</a:t>
                </a:r>
                <a:r>
                  <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rPr>
                  <a:t>)</a:t>
                </a:r>
                <a:endParaRPr kumimoji="0" lang="en-AS" sz="16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mc:Choice>
        <mc:Fallback xmlns="">
          <p:sp>
            <p:nvSpPr>
              <p:cNvPr id="543" name="TextBox 542">
                <a:extLst>
                  <a:ext uri="{FF2B5EF4-FFF2-40B4-BE49-F238E27FC236}">
                    <a16:creationId xmlns:a16="http://schemas.microsoft.com/office/drawing/2014/main" id="{F8809567-4835-3E1B-7DC4-0BA7DDA19A2F}"/>
                  </a:ext>
                </a:extLst>
              </p:cNvPr>
              <p:cNvSpPr txBox="1">
                <a:spLocks noRot="1" noChangeAspect="1" noMove="1" noResize="1" noEditPoints="1" noAdjustHandles="1" noChangeArrowheads="1" noChangeShapeType="1" noTextEdit="1"/>
              </p:cNvSpPr>
              <p:nvPr/>
            </p:nvSpPr>
            <p:spPr>
              <a:xfrm>
                <a:off x="4082976" y="4277699"/>
                <a:ext cx="1491400" cy="584775"/>
              </a:xfrm>
              <a:prstGeom prst="rect">
                <a:avLst/>
              </a:prstGeom>
              <a:blipFill>
                <a:blip r:embed="rId6"/>
                <a:stretch>
                  <a:fillRect b="-12500"/>
                </a:stretch>
              </a:blipFill>
            </p:spPr>
            <p:txBody>
              <a:bodyPr/>
              <a:lstStyle/>
              <a:p>
                <a:r>
                  <a:rPr lang="en-US">
                    <a:noFill/>
                  </a:rPr>
                  <a:t> </a:t>
                </a:r>
              </a:p>
            </p:txBody>
          </p:sp>
        </mc:Fallback>
      </mc:AlternateContent>
      <p:sp>
        <p:nvSpPr>
          <p:cNvPr id="544" name="TextBox 543">
            <a:extLst>
              <a:ext uri="{FF2B5EF4-FFF2-40B4-BE49-F238E27FC236}">
                <a16:creationId xmlns:a16="http://schemas.microsoft.com/office/drawing/2014/main" id="{58496876-34CB-2A77-29C2-130004DB0E36}"/>
              </a:ext>
            </a:extLst>
          </p:cNvPr>
          <p:cNvSpPr txBox="1"/>
          <p:nvPr/>
        </p:nvSpPr>
        <p:spPr>
          <a:xfrm>
            <a:off x="2800350" y="3831422"/>
            <a:ext cx="14914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06193"/>
                </a:solidFill>
                <a:effectLst/>
                <a:uLnTx/>
                <a:uFillTx/>
                <a:latin typeface="Times New Roman" panose="02020603050405020304" pitchFamily="18" charset="0"/>
                <a:ea typeface="+mn-ea"/>
                <a:cs typeface="Times New Roman" panose="02020603050405020304" pitchFamily="18" charset="0"/>
              </a:rPr>
              <a:t>Hyper Analysis</a:t>
            </a:r>
            <a:endParaRPr kumimoji="0" lang="en-AS" sz="1400" b="0" i="0" u="none" strike="noStrike" kern="1200" cap="none" spc="0" normalizeH="0" baseline="0" noProof="0" dirty="0">
              <a:ln>
                <a:noFill/>
              </a:ln>
              <a:solidFill>
                <a:srgbClr val="506193"/>
              </a:solidFill>
              <a:effectLst/>
              <a:uLnTx/>
              <a:uFillTx/>
              <a:latin typeface="Times New Roman" panose="02020603050405020304" pitchFamily="18" charset="0"/>
              <a:ea typeface="+mn-ea"/>
              <a:cs typeface="Times New Roman" panose="02020603050405020304" pitchFamily="18" charset="0"/>
            </a:endParaRPr>
          </a:p>
        </p:txBody>
      </p:sp>
      <mc:AlternateContent xmlns:mc="http://schemas.openxmlformats.org/markup-compatibility/2006" xmlns:a14="http://schemas.microsoft.com/office/drawing/2010/main">
        <mc:Choice Requires="a14">
          <p:sp>
            <p:nvSpPr>
              <p:cNvPr id="545" name="TextBox 544">
                <a:extLst>
                  <a:ext uri="{FF2B5EF4-FFF2-40B4-BE49-F238E27FC236}">
                    <a16:creationId xmlns:a16="http://schemas.microsoft.com/office/drawing/2014/main" id="{D8C74BF8-C52D-D07B-EE1C-7EC92E22B0EA}"/>
                  </a:ext>
                </a:extLst>
              </p:cNvPr>
              <p:cNvSpPr txBox="1"/>
              <p:nvPr/>
            </p:nvSpPr>
            <p:spPr>
              <a:xfrm>
                <a:off x="9186348" y="3692924"/>
                <a:ext cx="192701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kumimoji="0" lang="en-US" sz="1600" b="0" i="1" u="none" strike="noStrike" kern="1200" cap="none" spc="0" normalizeH="0" baseline="0" noProof="0" smtClean="0">
                          <a:ln>
                            <a:noFill/>
                          </a:ln>
                          <a:solidFill>
                            <a:prstClr val="black"/>
                          </a:solidFill>
                          <a:effectLst/>
                          <a:uLnTx/>
                          <a:uFillTx/>
                          <a:latin typeface="Cambria Math" panose="02040503050406030204" pitchFamily="18" charset="0"/>
                          <a:ea typeface="Cambria Math" panose="02040503050406030204" pitchFamily="18" charset="0"/>
                          <a:cs typeface="+mn-cs"/>
                        </a:rPr>
                        <m:t>𝜎</m:t>
                      </m:r>
                    </m:oMath>
                  </m:oMathPara>
                </a14:m>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(Scale Parameters)</a:t>
                </a:r>
                <a:endParaRPr kumimoji="0" lang="en-AS" sz="1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mc:Choice>
        <mc:Fallback xmlns="">
          <p:sp>
            <p:nvSpPr>
              <p:cNvPr id="545" name="TextBox 544">
                <a:extLst>
                  <a:ext uri="{FF2B5EF4-FFF2-40B4-BE49-F238E27FC236}">
                    <a16:creationId xmlns:a16="http://schemas.microsoft.com/office/drawing/2014/main" id="{D8C74BF8-C52D-D07B-EE1C-7EC92E22B0EA}"/>
                  </a:ext>
                </a:extLst>
              </p:cNvPr>
              <p:cNvSpPr txBox="1">
                <a:spLocks noRot="1" noChangeAspect="1" noMove="1" noResize="1" noEditPoints="1" noAdjustHandles="1" noChangeArrowheads="1" noChangeShapeType="1" noTextEdit="1"/>
              </p:cNvSpPr>
              <p:nvPr/>
            </p:nvSpPr>
            <p:spPr>
              <a:xfrm>
                <a:off x="9186348" y="3692924"/>
                <a:ext cx="1927010" cy="584775"/>
              </a:xfrm>
              <a:prstGeom prst="rect">
                <a:avLst/>
              </a:prstGeom>
              <a:blipFill>
                <a:blip r:embed="rId7"/>
                <a:stretch>
                  <a:fillRect b="-12500"/>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46" name="TextBox 545">
                <a:extLst>
                  <a:ext uri="{FF2B5EF4-FFF2-40B4-BE49-F238E27FC236}">
                    <a16:creationId xmlns:a16="http://schemas.microsoft.com/office/drawing/2014/main" id="{8FFAE0DC-CF31-E4C2-1CA8-32EA9F892C8C}"/>
                  </a:ext>
                </a:extLst>
              </p:cNvPr>
              <p:cNvSpPr txBox="1"/>
              <p:nvPr/>
            </p:nvSpPr>
            <p:spPr>
              <a:xfrm>
                <a:off x="9293028" y="6257242"/>
                <a:ext cx="158198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C997D"/>
                    </a:solidFill>
                    <a:effectLst/>
                    <a:uLnTx/>
                    <a:uFillTx/>
                    <a:latin typeface="Times New Roman" panose="02020603050405020304" pitchFamily="18" charset="0"/>
                    <a:ea typeface="+mn-ea"/>
                    <a:cs typeface="Times New Roman" panose="02020603050405020304" pitchFamily="18" charset="0"/>
                  </a:rPr>
                  <a:t>Output: Entropy parameters for</a:t>
                </a:r>
                <a14:m>
                  <m:oMath xmlns:m="http://schemas.openxmlformats.org/officeDocument/2006/math">
                    <m:r>
                      <a:rPr kumimoji="0" lang="en-US" sz="1400" b="1" i="0" u="none" strike="noStrike" kern="1200" cap="none" spc="0" normalizeH="0" baseline="0" noProof="0" smtClean="0">
                        <a:ln>
                          <a:noFill/>
                        </a:ln>
                        <a:solidFill>
                          <a:srgbClr val="7C997D"/>
                        </a:solidFill>
                        <a:effectLst/>
                        <a:uLnTx/>
                        <a:uFillTx/>
                        <a:latin typeface="Cambria Math" panose="02040503050406030204" pitchFamily="18" charset="0"/>
                        <a:ea typeface="+mn-ea"/>
                        <a:cs typeface="Times New Roman" panose="02020603050405020304" pitchFamily="18" charset="0"/>
                      </a:rPr>
                      <m:t> </m:t>
                    </m:r>
                    <m:r>
                      <a:rPr kumimoji="0" lang="en-US" sz="1400" b="1" i="1" u="none" strike="noStrike" kern="1200" cap="none" spc="0" normalizeH="0" baseline="0" noProof="0" smtClean="0">
                        <a:ln>
                          <a:noFill/>
                        </a:ln>
                        <a:solidFill>
                          <a:srgbClr val="7C997D"/>
                        </a:solidFill>
                        <a:effectLst/>
                        <a:uLnTx/>
                        <a:uFillTx/>
                        <a:latin typeface="Cambria Math" panose="02040503050406030204" pitchFamily="18" charset="0"/>
                        <a:ea typeface="+mn-ea"/>
                        <a:cs typeface="Times New Roman" panose="02020603050405020304" pitchFamily="18" charset="0"/>
                      </a:rPr>
                      <m:t>𝒚</m:t>
                    </m:r>
                  </m:oMath>
                </a14:m>
                <a:endParaRPr kumimoji="0" lang="en-US" sz="1400" b="1" i="0" u="none" strike="noStrike" kern="1200" cap="none" spc="0" normalizeH="0" baseline="0" noProof="0" dirty="0">
                  <a:ln>
                    <a:noFill/>
                  </a:ln>
                  <a:solidFill>
                    <a:srgbClr val="7C997D"/>
                  </a:solidFill>
                  <a:effectLst/>
                  <a:uLnTx/>
                  <a:uFillTx/>
                  <a:latin typeface="Times New Roman" panose="02020603050405020304" pitchFamily="18" charset="0"/>
                  <a:ea typeface="+mn-ea"/>
                  <a:cs typeface="Times New Roman" panose="02020603050405020304" pitchFamily="18" charset="0"/>
                </a:endParaRPr>
              </a:p>
            </p:txBody>
          </p:sp>
        </mc:Choice>
        <mc:Fallback xmlns="">
          <p:sp>
            <p:nvSpPr>
              <p:cNvPr id="546" name="TextBox 545">
                <a:extLst>
                  <a:ext uri="{FF2B5EF4-FFF2-40B4-BE49-F238E27FC236}">
                    <a16:creationId xmlns:a16="http://schemas.microsoft.com/office/drawing/2014/main" id="{8FFAE0DC-CF31-E4C2-1CA8-32EA9F892C8C}"/>
                  </a:ext>
                </a:extLst>
              </p:cNvPr>
              <p:cNvSpPr txBox="1">
                <a:spLocks noRot="1" noChangeAspect="1" noMove="1" noResize="1" noEditPoints="1" noAdjustHandles="1" noChangeArrowheads="1" noChangeShapeType="1" noTextEdit="1"/>
              </p:cNvSpPr>
              <p:nvPr/>
            </p:nvSpPr>
            <p:spPr>
              <a:xfrm>
                <a:off x="9293028" y="6257242"/>
                <a:ext cx="1581981" cy="523220"/>
              </a:xfrm>
              <a:prstGeom prst="rect">
                <a:avLst/>
              </a:prstGeom>
              <a:blipFill>
                <a:blip r:embed="rId8"/>
                <a:stretch>
                  <a:fillRect t="-1163" r="-769" b="-11628"/>
                </a:stretch>
              </a:blipFill>
            </p:spPr>
            <p:txBody>
              <a:bodyPr/>
              <a:lstStyle/>
              <a:p>
                <a:r>
                  <a:rPr lang="en-US">
                    <a:noFill/>
                  </a:rPr>
                  <a:t> </a:t>
                </a:r>
              </a:p>
            </p:txBody>
          </p:sp>
        </mc:Fallback>
      </mc:AlternateContent>
      <p:grpSp>
        <p:nvGrpSpPr>
          <p:cNvPr id="547" name="Block">
            <a:extLst>
              <a:ext uri="{FF2B5EF4-FFF2-40B4-BE49-F238E27FC236}">
                <a16:creationId xmlns:a16="http://schemas.microsoft.com/office/drawing/2014/main" id="{6ECD73B1-C91A-D3BE-5E6F-D9D7B98C34CD}"/>
              </a:ext>
            </a:extLst>
          </p:cNvPr>
          <p:cNvGrpSpPr/>
          <p:nvPr/>
        </p:nvGrpSpPr>
        <p:grpSpPr>
          <a:xfrm>
            <a:off x="4642063" y="5163912"/>
            <a:ext cx="421083" cy="465775"/>
            <a:chOff x="5785485" y="3344625"/>
            <a:chExt cx="421083" cy="465775"/>
          </a:xfrm>
        </p:grpSpPr>
        <p:sp>
          <p:nvSpPr>
            <p:cNvPr id="548" name="Top">
              <a:extLst>
                <a:ext uri="{FF2B5EF4-FFF2-40B4-BE49-F238E27FC236}">
                  <a16:creationId xmlns:a16="http://schemas.microsoft.com/office/drawing/2014/main" id="{04B6155A-A15C-A1A5-F7B8-E6ED58BFBA0B}"/>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49" name="Front">
              <a:extLst>
                <a:ext uri="{FF2B5EF4-FFF2-40B4-BE49-F238E27FC236}">
                  <a16:creationId xmlns:a16="http://schemas.microsoft.com/office/drawing/2014/main" id="{5E457691-6B3D-73E1-9951-51D83ED6A299}"/>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50" name="Side">
              <a:extLst>
                <a:ext uri="{FF2B5EF4-FFF2-40B4-BE49-F238E27FC236}">
                  <a16:creationId xmlns:a16="http://schemas.microsoft.com/office/drawing/2014/main" id="{229204E7-FFC6-28A8-73FF-E0BB611B2578}"/>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51" name="Block">
            <a:extLst>
              <a:ext uri="{FF2B5EF4-FFF2-40B4-BE49-F238E27FC236}">
                <a16:creationId xmlns:a16="http://schemas.microsoft.com/office/drawing/2014/main" id="{C0537895-89AB-E684-71BD-388C4914A3CA}"/>
              </a:ext>
            </a:extLst>
          </p:cNvPr>
          <p:cNvGrpSpPr/>
          <p:nvPr/>
        </p:nvGrpSpPr>
        <p:grpSpPr>
          <a:xfrm>
            <a:off x="4334088" y="4859299"/>
            <a:ext cx="421083" cy="465775"/>
            <a:chOff x="5785485" y="3344625"/>
            <a:chExt cx="421083" cy="465775"/>
          </a:xfrm>
        </p:grpSpPr>
        <p:sp>
          <p:nvSpPr>
            <p:cNvPr id="552" name="Top">
              <a:extLst>
                <a:ext uri="{FF2B5EF4-FFF2-40B4-BE49-F238E27FC236}">
                  <a16:creationId xmlns:a16="http://schemas.microsoft.com/office/drawing/2014/main" id="{AAC24DD9-2504-5259-3869-67E13B91AADB}"/>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53" name="Front">
              <a:extLst>
                <a:ext uri="{FF2B5EF4-FFF2-40B4-BE49-F238E27FC236}">
                  <a16:creationId xmlns:a16="http://schemas.microsoft.com/office/drawing/2014/main" id="{30878DB9-B311-7FA1-A73B-C0019BC13A62}"/>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54" name="Side">
              <a:extLst>
                <a:ext uri="{FF2B5EF4-FFF2-40B4-BE49-F238E27FC236}">
                  <a16:creationId xmlns:a16="http://schemas.microsoft.com/office/drawing/2014/main" id="{875CB58A-1324-B952-A8A0-FF6C38682081}"/>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55" name="Block">
            <a:extLst>
              <a:ext uri="{FF2B5EF4-FFF2-40B4-BE49-F238E27FC236}">
                <a16:creationId xmlns:a16="http://schemas.microsoft.com/office/drawing/2014/main" id="{B17264B8-4007-C65D-862F-76816D97049E}"/>
              </a:ext>
            </a:extLst>
          </p:cNvPr>
          <p:cNvGrpSpPr/>
          <p:nvPr/>
        </p:nvGrpSpPr>
        <p:grpSpPr>
          <a:xfrm>
            <a:off x="4642063" y="4859299"/>
            <a:ext cx="421083" cy="465775"/>
            <a:chOff x="5785485" y="3344625"/>
            <a:chExt cx="421083" cy="465775"/>
          </a:xfrm>
        </p:grpSpPr>
        <p:sp>
          <p:nvSpPr>
            <p:cNvPr id="556" name="Top">
              <a:extLst>
                <a:ext uri="{FF2B5EF4-FFF2-40B4-BE49-F238E27FC236}">
                  <a16:creationId xmlns:a16="http://schemas.microsoft.com/office/drawing/2014/main" id="{0149EB77-521C-50D0-D9E7-E88691056E31}"/>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57" name="Front">
              <a:extLst>
                <a:ext uri="{FF2B5EF4-FFF2-40B4-BE49-F238E27FC236}">
                  <a16:creationId xmlns:a16="http://schemas.microsoft.com/office/drawing/2014/main" id="{A4236558-E624-A77F-74F4-26A7248C9CC6}"/>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58" name="Side">
              <a:extLst>
                <a:ext uri="{FF2B5EF4-FFF2-40B4-BE49-F238E27FC236}">
                  <a16:creationId xmlns:a16="http://schemas.microsoft.com/office/drawing/2014/main" id="{7153E092-52CF-B672-F378-3ADEEA5C7B11}"/>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59" name="Block">
            <a:extLst>
              <a:ext uri="{FF2B5EF4-FFF2-40B4-BE49-F238E27FC236}">
                <a16:creationId xmlns:a16="http://schemas.microsoft.com/office/drawing/2014/main" id="{05711C6A-6D8E-F86E-4CBD-FF2E13FA0754}"/>
              </a:ext>
            </a:extLst>
          </p:cNvPr>
          <p:cNvGrpSpPr/>
          <p:nvPr/>
        </p:nvGrpSpPr>
        <p:grpSpPr>
          <a:xfrm>
            <a:off x="4232488" y="5306787"/>
            <a:ext cx="421083" cy="465775"/>
            <a:chOff x="5785485" y="3344625"/>
            <a:chExt cx="421083" cy="465775"/>
          </a:xfrm>
        </p:grpSpPr>
        <p:sp>
          <p:nvSpPr>
            <p:cNvPr id="560" name="Top">
              <a:extLst>
                <a:ext uri="{FF2B5EF4-FFF2-40B4-BE49-F238E27FC236}">
                  <a16:creationId xmlns:a16="http://schemas.microsoft.com/office/drawing/2014/main" id="{39F0FBFE-A61A-E227-FDF7-8C643F75139B}"/>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61" name="Front">
              <a:extLst>
                <a:ext uri="{FF2B5EF4-FFF2-40B4-BE49-F238E27FC236}">
                  <a16:creationId xmlns:a16="http://schemas.microsoft.com/office/drawing/2014/main" id="{5487572A-8753-F43F-B1E9-2FE7A24FE130}"/>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62" name="Side">
              <a:extLst>
                <a:ext uri="{FF2B5EF4-FFF2-40B4-BE49-F238E27FC236}">
                  <a16:creationId xmlns:a16="http://schemas.microsoft.com/office/drawing/2014/main" id="{378E1A14-3F36-7EBA-679B-4684CDAAABF1}"/>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63" name="Block">
            <a:extLst>
              <a:ext uri="{FF2B5EF4-FFF2-40B4-BE49-F238E27FC236}">
                <a16:creationId xmlns:a16="http://schemas.microsoft.com/office/drawing/2014/main" id="{FD662E69-7BE9-FE46-742E-4B29A2E70F83}"/>
              </a:ext>
            </a:extLst>
          </p:cNvPr>
          <p:cNvGrpSpPr/>
          <p:nvPr/>
        </p:nvGrpSpPr>
        <p:grpSpPr>
          <a:xfrm>
            <a:off x="4540463" y="5306787"/>
            <a:ext cx="421083" cy="465775"/>
            <a:chOff x="5785485" y="3344625"/>
            <a:chExt cx="421083" cy="465775"/>
          </a:xfrm>
        </p:grpSpPr>
        <p:sp>
          <p:nvSpPr>
            <p:cNvPr id="564" name="Top">
              <a:extLst>
                <a:ext uri="{FF2B5EF4-FFF2-40B4-BE49-F238E27FC236}">
                  <a16:creationId xmlns:a16="http://schemas.microsoft.com/office/drawing/2014/main" id="{A37BAB4F-1B05-1CD2-D733-D76F9BB0BDC7}"/>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65" name="Front">
              <a:extLst>
                <a:ext uri="{FF2B5EF4-FFF2-40B4-BE49-F238E27FC236}">
                  <a16:creationId xmlns:a16="http://schemas.microsoft.com/office/drawing/2014/main" id="{BBAAFEF1-22E6-E004-443E-BE581AD6E7AF}"/>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66" name="Side">
              <a:extLst>
                <a:ext uri="{FF2B5EF4-FFF2-40B4-BE49-F238E27FC236}">
                  <a16:creationId xmlns:a16="http://schemas.microsoft.com/office/drawing/2014/main" id="{F7EFEB8B-1610-DF55-4E0B-0C702822F457}"/>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67" name="Block">
            <a:extLst>
              <a:ext uri="{FF2B5EF4-FFF2-40B4-BE49-F238E27FC236}">
                <a16:creationId xmlns:a16="http://schemas.microsoft.com/office/drawing/2014/main" id="{6EBACA41-BDF2-0531-961E-CC8852FB8535}"/>
              </a:ext>
            </a:extLst>
          </p:cNvPr>
          <p:cNvGrpSpPr/>
          <p:nvPr/>
        </p:nvGrpSpPr>
        <p:grpSpPr>
          <a:xfrm>
            <a:off x="4232488" y="5002174"/>
            <a:ext cx="421083" cy="465775"/>
            <a:chOff x="5785485" y="3344625"/>
            <a:chExt cx="421083" cy="465775"/>
          </a:xfrm>
        </p:grpSpPr>
        <p:sp>
          <p:nvSpPr>
            <p:cNvPr id="568" name="Top">
              <a:extLst>
                <a:ext uri="{FF2B5EF4-FFF2-40B4-BE49-F238E27FC236}">
                  <a16:creationId xmlns:a16="http://schemas.microsoft.com/office/drawing/2014/main" id="{8BA2A188-82B7-2A2F-2B60-27D273F9BFCC}"/>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69" name="Front">
              <a:extLst>
                <a:ext uri="{FF2B5EF4-FFF2-40B4-BE49-F238E27FC236}">
                  <a16:creationId xmlns:a16="http://schemas.microsoft.com/office/drawing/2014/main" id="{58BED517-A3E7-2544-96A7-54120D959D0F}"/>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70" name="Side">
              <a:extLst>
                <a:ext uri="{FF2B5EF4-FFF2-40B4-BE49-F238E27FC236}">
                  <a16:creationId xmlns:a16="http://schemas.microsoft.com/office/drawing/2014/main" id="{AEF33584-9710-99DF-2F8D-488A7918DCD4}"/>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571" name="Block">
            <a:extLst>
              <a:ext uri="{FF2B5EF4-FFF2-40B4-BE49-F238E27FC236}">
                <a16:creationId xmlns:a16="http://schemas.microsoft.com/office/drawing/2014/main" id="{CEFDE79F-2B01-6932-58B8-4462AE77CF02}"/>
              </a:ext>
            </a:extLst>
          </p:cNvPr>
          <p:cNvGrpSpPr/>
          <p:nvPr/>
        </p:nvGrpSpPr>
        <p:grpSpPr>
          <a:xfrm>
            <a:off x="4540463" y="5002174"/>
            <a:ext cx="421083" cy="465775"/>
            <a:chOff x="5785485" y="3344625"/>
            <a:chExt cx="421083" cy="465775"/>
          </a:xfrm>
        </p:grpSpPr>
        <p:sp>
          <p:nvSpPr>
            <p:cNvPr id="572" name="Top">
              <a:extLst>
                <a:ext uri="{FF2B5EF4-FFF2-40B4-BE49-F238E27FC236}">
                  <a16:creationId xmlns:a16="http://schemas.microsoft.com/office/drawing/2014/main" id="{7CBE696E-CBDE-B2A8-7943-D3837E462CE8}"/>
                </a:ext>
              </a:extLst>
            </p:cNvPr>
            <p:cNvSpPr/>
            <p:nvPr/>
          </p:nvSpPr>
          <p:spPr>
            <a:xfrm>
              <a:off x="5785485" y="3344625"/>
              <a:ext cx="421083" cy="155257"/>
            </a:xfrm>
            <a:prstGeom prst="parallelogram">
              <a:avLst>
                <a:gd name="adj" fmla="val 71296"/>
              </a:avLst>
            </a:prstGeom>
            <a:solidFill>
              <a:srgbClr val="C7D4E9"/>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73" name="Front">
              <a:extLst>
                <a:ext uri="{FF2B5EF4-FFF2-40B4-BE49-F238E27FC236}">
                  <a16:creationId xmlns:a16="http://schemas.microsoft.com/office/drawing/2014/main" id="{B1BA47E2-68AD-CF36-D922-543CCA18E968}"/>
                </a:ext>
              </a:extLst>
            </p:cNvPr>
            <p:cNvSpPr/>
            <p:nvPr/>
          </p:nvSpPr>
          <p:spPr>
            <a:xfrm>
              <a:off x="5785485" y="3499885"/>
              <a:ext cx="310515" cy="310515"/>
            </a:xfrm>
            <a:prstGeom prst="rect">
              <a:avLst/>
            </a:prstGeom>
            <a:solidFill>
              <a:srgbClr val="B3C4E5"/>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74" name="Side">
              <a:extLst>
                <a:ext uri="{FF2B5EF4-FFF2-40B4-BE49-F238E27FC236}">
                  <a16:creationId xmlns:a16="http://schemas.microsoft.com/office/drawing/2014/main" id="{017ACA0D-0C74-9AFC-7D32-232C990AD159}"/>
                </a:ext>
              </a:extLst>
            </p:cNvPr>
            <p:cNvSpPr/>
            <p:nvPr/>
          </p:nvSpPr>
          <p:spPr>
            <a:xfrm rot="5400000" flipH="1">
              <a:off x="5923634" y="3521273"/>
              <a:ext cx="457200" cy="108667"/>
            </a:xfrm>
            <a:prstGeom prst="parallelogram">
              <a:avLst>
                <a:gd name="adj" fmla="val 137584"/>
              </a:avLst>
            </a:prstGeom>
            <a:solidFill>
              <a:srgbClr val="829ACD"/>
            </a:solidFill>
            <a:ln w="6350">
              <a:solidFill>
                <a:srgbClr val="788B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40" name="!!Film_Tabe_1">
            <a:extLst>
              <a:ext uri="{FF2B5EF4-FFF2-40B4-BE49-F238E27FC236}">
                <a16:creationId xmlns:a16="http://schemas.microsoft.com/office/drawing/2014/main" id="{DE43ED2A-EF5D-5C15-9FCE-01ECEF9FB941}"/>
              </a:ext>
            </a:extLst>
          </p:cNvPr>
          <p:cNvGrpSpPr/>
          <p:nvPr/>
        </p:nvGrpSpPr>
        <p:grpSpPr>
          <a:xfrm rot="16200000">
            <a:off x="-12345157" y="3201332"/>
            <a:ext cx="21467809" cy="1961092"/>
            <a:chOff x="-5996785" y="2448454"/>
            <a:chExt cx="21467809" cy="1961092"/>
          </a:xfrm>
          <a:effectLst>
            <a:outerShdw blurRad="12700" dist="50800" dir="2700000" algn="tl" rotWithShape="0">
              <a:schemeClr val="tx1">
                <a:alpha val="40000"/>
              </a:schemeClr>
            </a:outerShdw>
          </a:effectLst>
        </p:grpSpPr>
        <p:grpSp>
          <p:nvGrpSpPr>
            <p:cNvPr id="41" name="Group 40">
              <a:extLst>
                <a:ext uri="{FF2B5EF4-FFF2-40B4-BE49-F238E27FC236}">
                  <a16:creationId xmlns:a16="http://schemas.microsoft.com/office/drawing/2014/main" id="{D65D41B6-A232-F801-9BFE-B7ECE9191DB5}"/>
                </a:ext>
              </a:extLst>
            </p:cNvPr>
            <p:cNvGrpSpPr/>
            <p:nvPr/>
          </p:nvGrpSpPr>
          <p:grpSpPr>
            <a:xfrm>
              <a:off x="7372077" y="2448455"/>
              <a:ext cx="2738174" cy="1961091"/>
              <a:chOff x="4726913" y="2438401"/>
              <a:chExt cx="2738174" cy="1961091"/>
            </a:xfrm>
          </p:grpSpPr>
          <p:sp>
            <p:nvSpPr>
              <p:cNvPr id="539" name="Graphic 2" descr="Film strip outline">
                <a:extLst>
                  <a:ext uri="{FF2B5EF4-FFF2-40B4-BE49-F238E27FC236}">
                    <a16:creationId xmlns:a16="http://schemas.microsoft.com/office/drawing/2014/main" id="{16E17C64-5339-2B65-26FF-CB103E373D1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42" name="Straight Connector 541">
                <a:extLst>
                  <a:ext uri="{FF2B5EF4-FFF2-40B4-BE49-F238E27FC236}">
                    <a16:creationId xmlns:a16="http://schemas.microsoft.com/office/drawing/2014/main" id="{E839163B-F640-03BE-51E1-CC910175038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5" name="TextBox 574">
                <a:extLst>
                  <a:ext uri="{FF2B5EF4-FFF2-40B4-BE49-F238E27FC236}">
                    <a16:creationId xmlns:a16="http://schemas.microsoft.com/office/drawing/2014/main" id="{9C9938D6-CD99-9C6B-01AC-ED30BE0961F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7A96EB75-2DF5-11E2-672C-16D7C3DA2F12}"/>
                </a:ext>
              </a:extLst>
            </p:cNvPr>
            <p:cNvGrpSpPr/>
            <p:nvPr/>
          </p:nvGrpSpPr>
          <p:grpSpPr>
            <a:xfrm>
              <a:off x="4702657" y="2448455"/>
              <a:ext cx="2738174" cy="1961091"/>
              <a:chOff x="4726913" y="2438401"/>
              <a:chExt cx="2738174" cy="1961091"/>
            </a:xfrm>
          </p:grpSpPr>
          <p:sp>
            <p:nvSpPr>
              <p:cNvPr id="533" name="Graphic 2" descr="Film strip outline">
                <a:extLst>
                  <a:ext uri="{FF2B5EF4-FFF2-40B4-BE49-F238E27FC236}">
                    <a16:creationId xmlns:a16="http://schemas.microsoft.com/office/drawing/2014/main" id="{F561812A-DDA8-58C7-BC73-47B1F3CD018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4" name="Straight Connector 533">
                <a:extLst>
                  <a:ext uri="{FF2B5EF4-FFF2-40B4-BE49-F238E27FC236}">
                    <a16:creationId xmlns:a16="http://schemas.microsoft.com/office/drawing/2014/main" id="{A8153B6B-21D3-8243-2EF8-88B7AB6DB5C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6" name="TextBox 535">
                <a:extLst>
                  <a:ext uri="{FF2B5EF4-FFF2-40B4-BE49-F238E27FC236}">
                    <a16:creationId xmlns:a16="http://schemas.microsoft.com/office/drawing/2014/main" id="{FC16B9D1-E5B2-79DD-5B00-09FE85097BD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33D59C77-B8E0-F296-70F2-B7F8EACAD7FC}"/>
                </a:ext>
              </a:extLst>
            </p:cNvPr>
            <p:cNvGrpSpPr/>
            <p:nvPr/>
          </p:nvGrpSpPr>
          <p:grpSpPr>
            <a:xfrm>
              <a:off x="12732850" y="2448455"/>
              <a:ext cx="2738174" cy="1961091"/>
              <a:chOff x="4726913" y="2438401"/>
              <a:chExt cx="2738174" cy="1961091"/>
            </a:xfrm>
          </p:grpSpPr>
          <p:sp>
            <p:nvSpPr>
              <p:cNvPr id="528" name="Graphic 2" descr="Film strip outline">
                <a:extLst>
                  <a:ext uri="{FF2B5EF4-FFF2-40B4-BE49-F238E27FC236}">
                    <a16:creationId xmlns:a16="http://schemas.microsoft.com/office/drawing/2014/main" id="{EB5D1F46-742F-AC43-2FD4-B83C43E8AD7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0" name="Straight Connector 529">
                <a:extLst>
                  <a:ext uri="{FF2B5EF4-FFF2-40B4-BE49-F238E27FC236}">
                    <a16:creationId xmlns:a16="http://schemas.microsoft.com/office/drawing/2014/main" id="{568A2C37-6588-7745-37DE-74A9D874BBD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1" name="TextBox 530">
                <a:extLst>
                  <a:ext uri="{FF2B5EF4-FFF2-40B4-BE49-F238E27FC236}">
                    <a16:creationId xmlns:a16="http://schemas.microsoft.com/office/drawing/2014/main" id="{F70CE372-5936-2009-680B-37717750970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C2F14EC6-C6DE-B632-E1FC-F21BF3796F89}"/>
                </a:ext>
              </a:extLst>
            </p:cNvPr>
            <p:cNvGrpSpPr/>
            <p:nvPr/>
          </p:nvGrpSpPr>
          <p:grpSpPr>
            <a:xfrm>
              <a:off x="10063430" y="2448455"/>
              <a:ext cx="2738174" cy="1961091"/>
              <a:chOff x="4726913" y="2438401"/>
              <a:chExt cx="2738174" cy="1961091"/>
            </a:xfrm>
          </p:grpSpPr>
          <p:sp>
            <p:nvSpPr>
              <p:cNvPr id="61" name="Graphic 2" descr="Film strip outline">
                <a:extLst>
                  <a:ext uri="{FF2B5EF4-FFF2-40B4-BE49-F238E27FC236}">
                    <a16:creationId xmlns:a16="http://schemas.microsoft.com/office/drawing/2014/main" id="{42D62EEF-EE80-A6D7-F402-132B90634DC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2" name="Straight Connector 61">
                <a:extLst>
                  <a:ext uri="{FF2B5EF4-FFF2-40B4-BE49-F238E27FC236}">
                    <a16:creationId xmlns:a16="http://schemas.microsoft.com/office/drawing/2014/main" id="{A5A1C855-E92C-C84D-3F61-8407583B38A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3" name="TextBox 62">
                <a:extLst>
                  <a:ext uri="{FF2B5EF4-FFF2-40B4-BE49-F238E27FC236}">
                    <a16:creationId xmlns:a16="http://schemas.microsoft.com/office/drawing/2014/main" id="{AD0D0D98-91CB-C38A-A9A6-1EE3F22B0E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5" name="Group 44">
              <a:extLst>
                <a:ext uri="{FF2B5EF4-FFF2-40B4-BE49-F238E27FC236}">
                  <a16:creationId xmlns:a16="http://schemas.microsoft.com/office/drawing/2014/main" id="{550E8E83-0516-94A6-2C0B-3050C897B9FA}"/>
                </a:ext>
              </a:extLst>
            </p:cNvPr>
            <p:cNvGrpSpPr/>
            <p:nvPr/>
          </p:nvGrpSpPr>
          <p:grpSpPr>
            <a:xfrm>
              <a:off x="-3327365" y="2448454"/>
              <a:ext cx="2738174" cy="1961091"/>
              <a:chOff x="4726913" y="2438401"/>
              <a:chExt cx="2738174" cy="1961091"/>
            </a:xfrm>
          </p:grpSpPr>
          <p:sp>
            <p:nvSpPr>
              <p:cNvPr id="58" name="Graphic 2" descr="Film strip outline">
                <a:extLst>
                  <a:ext uri="{FF2B5EF4-FFF2-40B4-BE49-F238E27FC236}">
                    <a16:creationId xmlns:a16="http://schemas.microsoft.com/office/drawing/2014/main" id="{2881D867-70A9-B751-5730-9399E24514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9" name="Straight Connector 58">
                <a:extLst>
                  <a:ext uri="{FF2B5EF4-FFF2-40B4-BE49-F238E27FC236}">
                    <a16:creationId xmlns:a16="http://schemas.microsoft.com/office/drawing/2014/main" id="{579FE0DD-F1E8-AD02-30DA-BA58DB004CA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0" name="TextBox 59">
                <a:extLst>
                  <a:ext uri="{FF2B5EF4-FFF2-40B4-BE49-F238E27FC236}">
                    <a16:creationId xmlns:a16="http://schemas.microsoft.com/office/drawing/2014/main" id="{D1BFD589-A00A-D9B6-F96C-D3692FA06BF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6" name="Group 45">
              <a:extLst>
                <a:ext uri="{FF2B5EF4-FFF2-40B4-BE49-F238E27FC236}">
                  <a16:creationId xmlns:a16="http://schemas.microsoft.com/office/drawing/2014/main" id="{8F78D03E-A34F-C61D-8C93-05EE91868546}"/>
                </a:ext>
              </a:extLst>
            </p:cNvPr>
            <p:cNvGrpSpPr/>
            <p:nvPr/>
          </p:nvGrpSpPr>
          <p:grpSpPr>
            <a:xfrm>
              <a:off x="-5996785" y="2448454"/>
              <a:ext cx="2738174" cy="1961091"/>
              <a:chOff x="4726913" y="2438401"/>
              <a:chExt cx="2738174" cy="1961091"/>
            </a:xfrm>
          </p:grpSpPr>
          <p:sp>
            <p:nvSpPr>
              <p:cNvPr id="55" name="Graphic 2" descr="Film strip outline">
                <a:extLst>
                  <a:ext uri="{FF2B5EF4-FFF2-40B4-BE49-F238E27FC236}">
                    <a16:creationId xmlns:a16="http://schemas.microsoft.com/office/drawing/2014/main" id="{68833CFA-D05E-2074-DA28-6629949D9F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6" name="Straight Connector 55">
                <a:extLst>
                  <a:ext uri="{FF2B5EF4-FFF2-40B4-BE49-F238E27FC236}">
                    <a16:creationId xmlns:a16="http://schemas.microsoft.com/office/drawing/2014/main" id="{C1330A71-2FD4-998B-99A7-560FDBF122A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3DE65522-464B-A1B3-B4EB-A4EAFF0822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7" name="Group 46">
              <a:extLst>
                <a:ext uri="{FF2B5EF4-FFF2-40B4-BE49-F238E27FC236}">
                  <a16:creationId xmlns:a16="http://schemas.microsoft.com/office/drawing/2014/main" id="{1736A0AA-6D86-FF3C-4011-23D51AAECBA2}"/>
                </a:ext>
              </a:extLst>
            </p:cNvPr>
            <p:cNvGrpSpPr/>
            <p:nvPr/>
          </p:nvGrpSpPr>
          <p:grpSpPr>
            <a:xfrm>
              <a:off x="2033408" y="2448454"/>
              <a:ext cx="2738174" cy="1961091"/>
              <a:chOff x="4726913" y="2438401"/>
              <a:chExt cx="2738174" cy="1961091"/>
            </a:xfrm>
          </p:grpSpPr>
          <p:sp>
            <p:nvSpPr>
              <p:cNvPr id="52" name="Graphic 2" descr="Film strip outline">
                <a:extLst>
                  <a:ext uri="{FF2B5EF4-FFF2-40B4-BE49-F238E27FC236}">
                    <a16:creationId xmlns:a16="http://schemas.microsoft.com/office/drawing/2014/main" id="{91471F56-F3E8-BC35-6E1E-A476698D94D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7F4C41F5-7FBB-EA6B-35C2-49348600C88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E254D2A2-072D-4A7B-9124-FDE30B4F20A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8" name="Group 47">
              <a:extLst>
                <a:ext uri="{FF2B5EF4-FFF2-40B4-BE49-F238E27FC236}">
                  <a16:creationId xmlns:a16="http://schemas.microsoft.com/office/drawing/2014/main" id="{A5546CFB-6C13-8907-4F45-0E779C10F573}"/>
                </a:ext>
              </a:extLst>
            </p:cNvPr>
            <p:cNvGrpSpPr/>
            <p:nvPr/>
          </p:nvGrpSpPr>
          <p:grpSpPr>
            <a:xfrm>
              <a:off x="-636012" y="2448454"/>
              <a:ext cx="2738174" cy="1961091"/>
              <a:chOff x="4726913" y="2438401"/>
              <a:chExt cx="2738174" cy="1961091"/>
            </a:xfrm>
          </p:grpSpPr>
          <p:sp>
            <p:nvSpPr>
              <p:cNvPr id="49" name="Graphic 2" descr="Film strip outline">
                <a:extLst>
                  <a:ext uri="{FF2B5EF4-FFF2-40B4-BE49-F238E27FC236}">
                    <a16:creationId xmlns:a16="http://schemas.microsoft.com/office/drawing/2014/main" id="{A34CDF1A-8A5D-2755-E671-538434F840C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5C5C06E3-91B3-4367-7B02-DA1B12C3C27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4E3BE41A-CEEA-2C93-7B83-75487EEF11D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92" name="!!Film_Tabe_1">
            <a:extLst>
              <a:ext uri="{FF2B5EF4-FFF2-40B4-BE49-F238E27FC236}">
                <a16:creationId xmlns:a16="http://schemas.microsoft.com/office/drawing/2014/main" id="{FFA5DE3B-65EC-E987-5855-51B17AB27AC5}"/>
              </a:ext>
            </a:extLst>
          </p:cNvPr>
          <p:cNvGrpSpPr/>
          <p:nvPr/>
        </p:nvGrpSpPr>
        <p:grpSpPr>
          <a:xfrm rot="16200000">
            <a:off x="2944295" y="2712378"/>
            <a:ext cx="21467809" cy="1961092"/>
            <a:chOff x="-5996785" y="2448454"/>
            <a:chExt cx="21467809" cy="1961092"/>
          </a:xfrm>
          <a:effectLst>
            <a:outerShdw blurRad="12700" dist="50800" dir="2700000" algn="tl" rotWithShape="0">
              <a:schemeClr val="tx1">
                <a:alpha val="40000"/>
              </a:schemeClr>
            </a:outerShdw>
          </a:effectLst>
        </p:grpSpPr>
        <p:grpSp>
          <p:nvGrpSpPr>
            <p:cNvPr id="193" name="Group 192">
              <a:extLst>
                <a:ext uri="{FF2B5EF4-FFF2-40B4-BE49-F238E27FC236}">
                  <a16:creationId xmlns:a16="http://schemas.microsoft.com/office/drawing/2014/main" id="{0EF976A8-8DDD-67A8-BE99-26148E884163}"/>
                </a:ext>
              </a:extLst>
            </p:cNvPr>
            <p:cNvGrpSpPr/>
            <p:nvPr/>
          </p:nvGrpSpPr>
          <p:grpSpPr>
            <a:xfrm>
              <a:off x="7372077" y="2448455"/>
              <a:ext cx="2738174" cy="1961091"/>
              <a:chOff x="4726913" y="2438401"/>
              <a:chExt cx="2738174" cy="1961091"/>
            </a:xfrm>
          </p:grpSpPr>
          <p:sp>
            <p:nvSpPr>
              <p:cNvPr id="354" name="Graphic 2" descr="Film strip outline">
                <a:extLst>
                  <a:ext uri="{FF2B5EF4-FFF2-40B4-BE49-F238E27FC236}">
                    <a16:creationId xmlns:a16="http://schemas.microsoft.com/office/drawing/2014/main" id="{5B27A9C3-6A29-59A4-45D9-E1B83A16ECC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5" name="Straight Connector 354">
                <a:extLst>
                  <a:ext uri="{FF2B5EF4-FFF2-40B4-BE49-F238E27FC236}">
                    <a16:creationId xmlns:a16="http://schemas.microsoft.com/office/drawing/2014/main" id="{93A2DB17-3D43-B2C3-5F98-14EB5E487CE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6" name="TextBox 355">
                <a:extLst>
                  <a:ext uri="{FF2B5EF4-FFF2-40B4-BE49-F238E27FC236}">
                    <a16:creationId xmlns:a16="http://schemas.microsoft.com/office/drawing/2014/main" id="{CBE72347-D9EF-3936-9089-2711D7E5316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4" name="Group 193">
              <a:extLst>
                <a:ext uri="{FF2B5EF4-FFF2-40B4-BE49-F238E27FC236}">
                  <a16:creationId xmlns:a16="http://schemas.microsoft.com/office/drawing/2014/main" id="{210FA92D-C5B1-05A5-F1F0-C9115C352ED0}"/>
                </a:ext>
              </a:extLst>
            </p:cNvPr>
            <p:cNvGrpSpPr/>
            <p:nvPr/>
          </p:nvGrpSpPr>
          <p:grpSpPr>
            <a:xfrm>
              <a:off x="4702657" y="2448455"/>
              <a:ext cx="2738174" cy="1961091"/>
              <a:chOff x="4726913" y="2438401"/>
              <a:chExt cx="2738174" cy="1961091"/>
            </a:xfrm>
          </p:grpSpPr>
          <p:sp>
            <p:nvSpPr>
              <p:cNvPr id="347" name="Graphic 2" descr="Film strip outline">
                <a:extLst>
                  <a:ext uri="{FF2B5EF4-FFF2-40B4-BE49-F238E27FC236}">
                    <a16:creationId xmlns:a16="http://schemas.microsoft.com/office/drawing/2014/main" id="{56914F3E-98F0-27A7-4186-6786535CAF1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8" name="Straight Connector 347">
                <a:extLst>
                  <a:ext uri="{FF2B5EF4-FFF2-40B4-BE49-F238E27FC236}">
                    <a16:creationId xmlns:a16="http://schemas.microsoft.com/office/drawing/2014/main" id="{B9E1186C-38EE-3190-1046-9C157D38308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3" name="TextBox 352">
                <a:extLst>
                  <a:ext uri="{FF2B5EF4-FFF2-40B4-BE49-F238E27FC236}">
                    <a16:creationId xmlns:a16="http://schemas.microsoft.com/office/drawing/2014/main" id="{13E053EE-C25A-99E9-60B9-669F4636A8D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5" name="Group 194">
              <a:extLst>
                <a:ext uri="{FF2B5EF4-FFF2-40B4-BE49-F238E27FC236}">
                  <a16:creationId xmlns:a16="http://schemas.microsoft.com/office/drawing/2014/main" id="{4159EF66-D07A-DC03-6BA8-0AF240761C03}"/>
                </a:ext>
              </a:extLst>
            </p:cNvPr>
            <p:cNvGrpSpPr/>
            <p:nvPr/>
          </p:nvGrpSpPr>
          <p:grpSpPr>
            <a:xfrm>
              <a:off x="12732850" y="2448455"/>
              <a:ext cx="2738174" cy="1961091"/>
              <a:chOff x="4726913" y="2438401"/>
              <a:chExt cx="2738174" cy="1961091"/>
            </a:xfrm>
          </p:grpSpPr>
          <p:sp>
            <p:nvSpPr>
              <p:cNvPr id="344" name="Graphic 2" descr="Film strip outline">
                <a:extLst>
                  <a:ext uri="{FF2B5EF4-FFF2-40B4-BE49-F238E27FC236}">
                    <a16:creationId xmlns:a16="http://schemas.microsoft.com/office/drawing/2014/main" id="{2E431890-8906-9762-4B7C-FFCC63DE743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5" name="Straight Connector 344">
                <a:extLst>
                  <a:ext uri="{FF2B5EF4-FFF2-40B4-BE49-F238E27FC236}">
                    <a16:creationId xmlns:a16="http://schemas.microsoft.com/office/drawing/2014/main" id="{CC3F0414-02E9-D68A-6FFB-626522297D5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6" name="TextBox 345">
                <a:extLst>
                  <a:ext uri="{FF2B5EF4-FFF2-40B4-BE49-F238E27FC236}">
                    <a16:creationId xmlns:a16="http://schemas.microsoft.com/office/drawing/2014/main" id="{F8AB6BE2-FC4E-D9C3-DA2E-F026576F355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6" name="Group 195">
              <a:extLst>
                <a:ext uri="{FF2B5EF4-FFF2-40B4-BE49-F238E27FC236}">
                  <a16:creationId xmlns:a16="http://schemas.microsoft.com/office/drawing/2014/main" id="{3C4DE7CB-023C-1542-CE9B-D552D77E3252}"/>
                </a:ext>
              </a:extLst>
            </p:cNvPr>
            <p:cNvGrpSpPr/>
            <p:nvPr/>
          </p:nvGrpSpPr>
          <p:grpSpPr>
            <a:xfrm>
              <a:off x="10063430" y="2448455"/>
              <a:ext cx="2738174" cy="1961091"/>
              <a:chOff x="4726913" y="2438401"/>
              <a:chExt cx="2738174" cy="1961091"/>
            </a:xfrm>
          </p:grpSpPr>
          <p:sp>
            <p:nvSpPr>
              <p:cNvPr id="341" name="Graphic 2" descr="Film strip outline">
                <a:extLst>
                  <a:ext uri="{FF2B5EF4-FFF2-40B4-BE49-F238E27FC236}">
                    <a16:creationId xmlns:a16="http://schemas.microsoft.com/office/drawing/2014/main" id="{B7A4F096-A762-2F8B-6B8B-EA94802E3B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2" name="Straight Connector 341">
                <a:extLst>
                  <a:ext uri="{FF2B5EF4-FFF2-40B4-BE49-F238E27FC236}">
                    <a16:creationId xmlns:a16="http://schemas.microsoft.com/office/drawing/2014/main" id="{18612FD1-D45E-937F-59ED-89342E5955D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3" name="TextBox 342">
                <a:extLst>
                  <a:ext uri="{FF2B5EF4-FFF2-40B4-BE49-F238E27FC236}">
                    <a16:creationId xmlns:a16="http://schemas.microsoft.com/office/drawing/2014/main" id="{3DC1F50C-F788-AE06-DA44-4F59014F207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7" name="Group 196">
              <a:extLst>
                <a:ext uri="{FF2B5EF4-FFF2-40B4-BE49-F238E27FC236}">
                  <a16:creationId xmlns:a16="http://schemas.microsoft.com/office/drawing/2014/main" id="{88DB7835-12E6-D915-FBA2-2E2E935D4E5E}"/>
                </a:ext>
              </a:extLst>
            </p:cNvPr>
            <p:cNvGrpSpPr/>
            <p:nvPr/>
          </p:nvGrpSpPr>
          <p:grpSpPr>
            <a:xfrm>
              <a:off x="-3327365" y="2448454"/>
              <a:ext cx="2738174" cy="1961091"/>
              <a:chOff x="4726913" y="2438401"/>
              <a:chExt cx="2738174" cy="1961091"/>
            </a:xfrm>
          </p:grpSpPr>
          <p:sp>
            <p:nvSpPr>
              <p:cNvPr id="338" name="Graphic 2" descr="Film strip outline">
                <a:extLst>
                  <a:ext uri="{FF2B5EF4-FFF2-40B4-BE49-F238E27FC236}">
                    <a16:creationId xmlns:a16="http://schemas.microsoft.com/office/drawing/2014/main" id="{FB7B9A0C-E4C1-003D-FDD2-5C2DC785754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39" name="Straight Connector 338">
                <a:extLst>
                  <a:ext uri="{FF2B5EF4-FFF2-40B4-BE49-F238E27FC236}">
                    <a16:creationId xmlns:a16="http://schemas.microsoft.com/office/drawing/2014/main" id="{8A1167A5-2E12-ACE1-BD32-C432B328A4D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40" name="TextBox 339">
                <a:extLst>
                  <a:ext uri="{FF2B5EF4-FFF2-40B4-BE49-F238E27FC236}">
                    <a16:creationId xmlns:a16="http://schemas.microsoft.com/office/drawing/2014/main" id="{65850328-C845-56C1-A3AF-64DAB2B6999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8" name="Group 197">
              <a:extLst>
                <a:ext uri="{FF2B5EF4-FFF2-40B4-BE49-F238E27FC236}">
                  <a16:creationId xmlns:a16="http://schemas.microsoft.com/office/drawing/2014/main" id="{761AF2A9-F1DD-3BDD-94D1-C30782511315}"/>
                </a:ext>
              </a:extLst>
            </p:cNvPr>
            <p:cNvGrpSpPr/>
            <p:nvPr/>
          </p:nvGrpSpPr>
          <p:grpSpPr>
            <a:xfrm>
              <a:off x="-5996785" y="2448454"/>
              <a:ext cx="2738174" cy="1961091"/>
              <a:chOff x="4726913" y="2438401"/>
              <a:chExt cx="2738174" cy="1961091"/>
            </a:xfrm>
          </p:grpSpPr>
          <p:sp>
            <p:nvSpPr>
              <p:cNvPr id="207" name="Graphic 2" descr="Film strip outline">
                <a:extLst>
                  <a:ext uri="{FF2B5EF4-FFF2-40B4-BE49-F238E27FC236}">
                    <a16:creationId xmlns:a16="http://schemas.microsoft.com/office/drawing/2014/main" id="{02BF6F59-16E7-8881-AE71-0F4CFE02E09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8" name="Straight Connector 207">
                <a:extLst>
                  <a:ext uri="{FF2B5EF4-FFF2-40B4-BE49-F238E27FC236}">
                    <a16:creationId xmlns:a16="http://schemas.microsoft.com/office/drawing/2014/main" id="{CF6CA200-53EB-3857-6487-CD4174BC39B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7" name="TextBox 336">
                <a:extLst>
                  <a:ext uri="{FF2B5EF4-FFF2-40B4-BE49-F238E27FC236}">
                    <a16:creationId xmlns:a16="http://schemas.microsoft.com/office/drawing/2014/main" id="{B7E51D33-7147-5836-D2A8-4F8EAF06D0F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9" name="Group 198">
              <a:extLst>
                <a:ext uri="{FF2B5EF4-FFF2-40B4-BE49-F238E27FC236}">
                  <a16:creationId xmlns:a16="http://schemas.microsoft.com/office/drawing/2014/main" id="{0294A59F-976E-97A1-4D00-A02A16E96C4C}"/>
                </a:ext>
              </a:extLst>
            </p:cNvPr>
            <p:cNvGrpSpPr/>
            <p:nvPr/>
          </p:nvGrpSpPr>
          <p:grpSpPr>
            <a:xfrm>
              <a:off x="2033408" y="2448454"/>
              <a:ext cx="2738174" cy="1961091"/>
              <a:chOff x="4726913" y="2438401"/>
              <a:chExt cx="2738174" cy="1961091"/>
            </a:xfrm>
          </p:grpSpPr>
          <p:sp>
            <p:nvSpPr>
              <p:cNvPr id="204" name="Graphic 2" descr="Film strip outline">
                <a:extLst>
                  <a:ext uri="{FF2B5EF4-FFF2-40B4-BE49-F238E27FC236}">
                    <a16:creationId xmlns:a16="http://schemas.microsoft.com/office/drawing/2014/main" id="{2B33A5F5-2DA0-8CDD-62B3-12394B9A33D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5" name="Straight Connector 204">
                <a:extLst>
                  <a:ext uri="{FF2B5EF4-FFF2-40B4-BE49-F238E27FC236}">
                    <a16:creationId xmlns:a16="http://schemas.microsoft.com/office/drawing/2014/main" id="{E4E52FD6-2614-E44C-C526-57058AE3686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6" name="TextBox 205">
                <a:extLst>
                  <a:ext uri="{FF2B5EF4-FFF2-40B4-BE49-F238E27FC236}">
                    <a16:creationId xmlns:a16="http://schemas.microsoft.com/office/drawing/2014/main" id="{E872980B-3F2A-4F02-B568-8D949BB419F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0" name="Group 199">
              <a:extLst>
                <a:ext uri="{FF2B5EF4-FFF2-40B4-BE49-F238E27FC236}">
                  <a16:creationId xmlns:a16="http://schemas.microsoft.com/office/drawing/2014/main" id="{033DD6C6-8C37-2DBB-2938-8AE7D8D388BA}"/>
                </a:ext>
              </a:extLst>
            </p:cNvPr>
            <p:cNvGrpSpPr/>
            <p:nvPr/>
          </p:nvGrpSpPr>
          <p:grpSpPr>
            <a:xfrm>
              <a:off x="-636012" y="2448454"/>
              <a:ext cx="2738174" cy="1961091"/>
              <a:chOff x="4726913" y="2438401"/>
              <a:chExt cx="2738174" cy="1961091"/>
            </a:xfrm>
          </p:grpSpPr>
          <p:sp>
            <p:nvSpPr>
              <p:cNvPr id="201" name="Graphic 2" descr="Film strip outline">
                <a:extLst>
                  <a:ext uri="{FF2B5EF4-FFF2-40B4-BE49-F238E27FC236}">
                    <a16:creationId xmlns:a16="http://schemas.microsoft.com/office/drawing/2014/main" id="{8C716D84-1736-70CA-B12B-DEB29143A3B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2" name="Straight Connector 201">
                <a:extLst>
                  <a:ext uri="{FF2B5EF4-FFF2-40B4-BE49-F238E27FC236}">
                    <a16:creationId xmlns:a16="http://schemas.microsoft.com/office/drawing/2014/main" id="{8702F52C-F139-244E-F0B6-F91C69AA70B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3" name="TextBox 202">
                <a:extLst>
                  <a:ext uri="{FF2B5EF4-FFF2-40B4-BE49-F238E27FC236}">
                    <a16:creationId xmlns:a16="http://schemas.microsoft.com/office/drawing/2014/main" id="{8D455839-CA8C-8973-042A-C78B7F63C98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0532037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Effect transition="in" filter="wipe(left)">
                                      <p:cBhvr>
                                        <p:cTn id="7" dur="500"/>
                                        <p:tgtEl>
                                          <p:spTgt spid="3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1">
                                            <p:txEl>
                                              <p:pRg st="2" end="2"/>
                                            </p:txEl>
                                          </p:spTgt>
                                        </p:tgtEl>
                                        <p:attrNameLst>
                                          <p:attrName>style.visibility</p:attrName>
                                        </p:attrNameLst>
                                      </p:cBhvr>
                                      <p:to>
                                        <p:strVal val="visible"/>
                                      </p:to>
                                    </p:set>
                                    <p:animEffect transition="in" filter="wipe(left)">
                                      <p:cBhvr>
                                        <p:cTn id="12" dur="500"/>
                                        <p:tgtEl>
                                          <p:spTgt spid="31">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1">
                                            <p:txEl>
                                              <p:pRg st="4" end="4"/>
                                            </p:txEl>
                                          </p:spTgt>
                                        </p:tgtEl>
                                        <p:attrNameLst>
                                          <p:attrName>style.visibility</p:attrName>
                                        </p:attrNameLst>
                                      </p:cBhvr>
                                      <p:to>
                                        <p:strVal val="visible"/>
                                      </p:to>
                                    </p:set>
                                    <p:animEffect transition="in" filter="wipe(left)">
                                      <p:cBhvr>
                                        <p:cTn id="17" dur="500"/>
                                        <p:tgtEl>
                                          <p:spTgt spid="31">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1">
                                            <p:txEl>
                                              <p:pRg st="5" end="5"/>
                                            </p:txEl>
                                          </p:spTgt>
                                        </p:tgtEl>
                                        <p:attrNameLst>
                                          <p:attrName>style.visibility</p:attrName>
                                        </p:attrNameLst>
                                      </p:cBhvr>
                                      <p:to>
                                        <p:strVal val="visible"/>
                                      </p:to>
                                    </p:set>
                                    <p:animEffect transition="in" filter="wipe(left)">
                                      <p:cBhvr>
                                        <p:cTn id="22" dur="500"/>
                                        <p:tgtEl>
                                          <p:spTgt spid="31">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31">
                                            <p:txEl>
                                              <p:pRg st="6" end="6"/>
                                            </p:txEl>
                                          </p:spTgt>
                                        </p:tgtEl>
                                        <p:attrNameLst>
                                          <p:attrName>style.visibility</p:attrName>
                                        </p:attrNameLst>
                                      </p:cBhvr>
                                      <p:to>
                                        <p:strVal val="visible"/>
                                      </p:to>
                                    </p:set>
                                    <p:animEffect transition="in" filter="wipe(left)">
                                      <p:cBhvr>
                                        <p:cTn id="27" dur="500"/>
                                        <p:tgtEl>
                                          <p:spTgt spid="31">
                                            <p:txEl>
                                              <p:pRg st="6" end="6"/>
                                            </p:txEl>
                                          </p:spTgt>
                                        </p:tgtEl>
                                      </p:cBhvr>
                                    </p:animEffect>
                                  </p:childTnLst>
                                </p:cTn>
                              </p:par>
                            </p:childTnLst>
                          </p:cTn>
                        </p:par>
                        <p:par>
                          <p:cTn id="28" fill="hold">
                            <p:stCondLst>
                              <p:cond delay="500"/>
                            </p:stCondLst>
                            <p:childTnLst>
                              <p:par>
                                <p:cTn id="29" presetID="10" presetClass="entr" presetSubtype="0" fill="hold" grpId="0" nodeType="afterEffect">
                                  <p:stCondLst>
                                    <p:cond delay="0"/>
                                  </p:stCondLst>
                                  <p:childTnLst>
                                    <p:set>
                                      <p:cBhvr>
                                        <p:cTn id="30" dur="1" fill="hold">
                                          <p:stCondLst>
                                            <p:cond delay="0"/>
                                          </p:stCondLst>
                                        </p:cTn>
                                        <p:tgtEl>
                                          <p:spTgt spid="540"/>
                                        </p:tgtEl>
                                        <p:attrNameLst>
                                          <p:attrName>style.visibility</p:attrName>
                                        </p:attrNameLst>
                                      </p:cBhvr>
                                      <p:to>
                                        <p:strVal val="visible"/>
                                      </p:to>
                                    </p:set>
                                    <p:animEffect transition="in" filter="fade">
                                      <p:cBhvr>
                                        <p:cTn id="31" dur="150"/>
                                        <p:tgtEl>
                                          <p:spTgt spid="540"/>
                                        </p:tgtEl>
                                      </p:cBhvr>
                                    </p:animEffect>
                                  </p:childTnLst>
                                </p:cTn>
                              </p:par>
                              <p:par>
                                <p:cTn id="32" presetID="10" presetClass="entr" presetSubtype="0" fill="hold" nodeType="withEffect">
                                  <p:stCondLst>
                                    <p:cond delay="0"/>
                                  </p:stCondLst>
                                  <p:childTnLst>
                                    <p:set>
                                      <p:cBhvr>
                                        <p:cTn id="33" dur="1" fill="hold">
                                          <p:stCondLst>
                                            <p:cond delay="0"/>
                                          </p:stCondLst>
                                        </p:cTn>
                                        <p:tgtEl>
                                          <p:spTgt spid="249"/>
                                        </p:tgtEl>
                                        <p:attrNameLst>
                                          <p:attrName>style.visibility</p:attrName>
                                        </p:attrNameLst>
                                      </p:cBhvr>
                                      <p:to>
                                        <p:strVal val="visible"/>
                                      </p:to>
                                    </p:set>
                                    <p:animEffect transition="in" filter="fade">
                                      <p:cBhvr>
                                        <p:cTn id="34" dur="150"/>
                                        <p:tgtEl>
                                          <p:spTgt spid="249"/>
                                        </p:tgtEl>
                                      </p:cBhvr>
                                    </p:animEffect>
                                  </p:childTnLst>
                                </p:cTn>
                              </p:par>
                            </p:childTnLst>
                          </p:cTn>
                        </p:par>
                        <p:par>
                          <p:cTn id="35" fill="hold">
                            <p:stCondLst>
                              <p:cond delay="650"/>
                            </p:stCondLst>
                            <p:childTnLst>
                              <p:par>
                                <p:cTn id="36" presetID="10" presetClass="entr" presetSubtype="0" fill="hold" nodeType="afterEffect">
                                  <p:stCondLst>
                                    <p:cond delay="0"/>
                                  </p:stCondLst>
                                  <p:childTnLst>
                                    <p:set>
                                      <p:cBhvr>
                                        <p:cTn id="37" dur="1" fill="hold">
                                          <p:stCondLst>
                                            <p:cond delay="0"/>
                                          </p:stCondLst>
                                        </p:cTn>
                                        <p:tgtEl>
                                          <p:spTgt spid="253"/>
                                        </p:tgtEl>
                                        <p:attrNameLst>
                                          <p:attrName>style.visibility</p:attrName>
                                        </p:attrNameLst>
                                      </p:cBhvr>
                                      <p:to>
                                        <p:strVal val="visible"/>
                                      </p:to>
                                    </p:set>
                                    <p:animEffect transition="in" filter="fade">
                                      <p:cBhvr>
                                        <p:cTn id="38" dur="150"/>
                                        <p:tgtEl>
                                          <p:spTgt spid="253"/>
                                        </p:tgtEl>
                                      </p:cBhvr>
                                    </p:animEffec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241"/>
                                        </p:tgtEl>
                                        <p:attrNameLst>
                                          <p:attrName>style.visibility</p:attrName>
                                        </p:attrNameLst>
                                      </p:cBhvr>
                                      <p:to>
                                        <p:strVal val="visible"/>
                                      </p:to>
                                    </p:set>
                                    <p:animEffect transition="in" filter="fade">
                                      <p:cBhvr>
                                        <p:cTn id="42" dur="150"/>
                                        <p:tgtEl>
                                          <p:spTgt spid="241"/>
                                        </p:tgtEl>
                                      </p:cBhvr>
                                    </p:animEffect>
                                  </p:childTnLst>
                                </p:cTn>
                              </p:par>
                            </p:childTnLst>
                          </p:cTn>
                        </p:par>
                        <p:par>
                          <p:cTn id="43" fill="hold">
                            <p:stCondLst>
                              <p:cond delay="950"/>
                            </p:stCondLst>
                            <p:childTnLst>
                              <p:par>
                                <p:cTn id="44" presetID="10" presetClass="entr" presetSubtype="0" fill="hold" nodeType="afterEffect">
                                  <p:stCondLst>
                                    <p:cond delay="0"/>
                                  </p:stCondLst>
                                  <p:childTnLst>
                                    <p:set>
                                      <p:cBhvr>
                                        <p:cTn id="45" dur="1" fill="hold">
                                          <p:stCondLst>
                                            <p:cond delay="0"/>
                                          </p:stCondLst>
                                        </p:cTn>
                                        <p:tgtEl>
                                          <p:spTgt spid="245"/>
                                        </p:tgtEl>
                                        <p:attrNameLst>
                                          <p:attrName>style.visibility</p:attrName>
                                        </p:attrNameLst>
                                      </p:cBhvr>
                                      <p:to>
                                        <p:strVal val="visible"/>
                                      </p:to>
                                    </p:set>
                                    <p:animEffect transition="in" filter="fade">
                                      <p:cBhvr>
                                        <p:cTn id="46" dur="150"/>
                                        <p:tgtEl>
                                          <p:spTgt spid="245"/>
                                        </p:tgtEl>
                                      </p:cBhvr>
                                    </p:animEffect>
                                  </p:childTnLst>
                                </p:cTn>
                              </p:par>
                            </p:childTnLst>
                          </p:cTn>
                        </p:par>
                        <p:par>
                          <p:cTn id="47" fill="hold">
                            <p:stCondLst>
                              <p:cond delay="1100"/>
                            </p:stCondLst>
                            <p:childTnLst>
                              <p:par>
                                <p:cTn id="48" presetID="10" presetClass="entr" presetSubtype="0" fill="hold" nodeType="afterEffect">
                                  <p:stCondLst>
                                    <p:cond delay="0"/>
                                  </p:stCondLst>
                                  <p:childTnLst>
                                    <p:set>
                                      <p:cBhvr>
                                        <p:cTn id="49" dur="1" fill="hold">
                                          <p:stCondLst>
                                            <p:cond delay="0"/>
                                          </p:stCondLst>
                                        </p:cTn>
                                        <p:tgtEl>
                                          <p:spTgt spid="233"/>
                                        </p:tgtEl>
                                        <p:attrNameLst>
                                          <p:attrName>style.visibility</p:attrName>
                                        </p:attrNameLst>
                                      </p:cBhvr>
                                      <p:to>
                                        <p:strVal val="visible"/>
                                      </p:to>
                                    </p:set>
                                    <p:animEffect transition="in" filter="fade">
                                      <p:cBhvr>
                                        <p:cTn id="50" dur="150"/>
                                        <p:tgtEl>
                                          <p:spTgt spid="233"/>
                                        </p:tgtEl>
                                      </p:cBhvr>
                                    </p:animEffect>
                                  </p:childTnLst>
                                </p:cTn>
                              </p:par>
                            </p:childTnLst>
                          </p:cTn>
                        </p:par>
                        <p:par>
                          <p:cTn id="51" fill="hold">
                            <p:stCondLst>
                              <p:cond delay="1250"/>
                            </p:stCondLst>
                            <p:childTnLst>
                              <p:par>
                                <p:cTn id="52" presetID="10" presetClass="entr" presetSubtype="0" fill="hold" nodeType="afterEffect">
                                  <p:stCondLst>
                                    <p:cond delay="0"/>
                                  </p:stCondLst>
                                  <p:childTnLst>
                                    <p:set>
                                      <p:cBhvr>
                                        <p:cTn id="53" dur="1" fill="hold">
                                          <p:stCondLst>
                                            <p:cond delay="0"/>
                                          </p:stCondLst>
                                        </p:cTn>
                                        <p:tgtEl>
                                          <p:spTgt spid="237"/>
                                        </p:tgtEl>
                                        <p:attrNameLst>
                                          <p:attrName>style.visibility</p:attrName>
                                        </p:attrNameLst>
                                      </p:cBhvr>
                                      <p:to>
                                        <p:strVal val="visible"/>
                                      </p:to>
                                    </p:set>
                                    <p:animEffect transition="in" filter="fade">
                                      <p:cBhvr>
                                        <p:cTn id="54" dur="150"/>
                                        <p:tgtEl>
                                          <p:spTgt spid="237"/>
                                        </p:tgtEl>
                                      </p:cBhvr>
                                    </p:animEffect>
                                  </p:childTnLst>
                                </p:cTn>
                              </p:par>
                            </p:childTnLst>
                          </p:cTn>
                        </p:par>
                        <p:par>
                          <p:cTn id="55" fill="hold">
                            <p:stCondLst>
                              <p:cond delay="1400"/>
                            </p:stCondLst>
                            <p:childTnLst>
                              <p:par>
                                <p:cTn id="56" presetID="10" presetClass="entr" presetSubtype="0" fill="hold" nodeType="afterEffect">
                                  <p:stCondLst>
                                    <p:cond delay="0"/>
                                  </p:stCondLst>
                                  <p:childTnLst>
                                    <p:set>
                                      <p:cBhvr>
                                        <p:cTn id="57" dur="1" fill="hold">
                                          <p:stCondLst>
                                            <p:cond delay="0"/>
                                          </p:stCondLst>
                                        </p:cTn>
                                        <p:tgtEl>
                                          <p:spTgt spid="225"/>
                                        </p:tgtEl>
                                        <p:attrNameLst>
                                          <p:attrName>style.visibility</p:attrName>
                                        </p:attrNameLst>
                                      </p:cBhvr>
                                      <p:to>
                                        <p:strVal val="visible"/>
                                      </p:to>
                                    </p:set>
                                    <p:animEffect transition="in" filter="fade">
                                      <p:cBhvr>
                                        <p:cTn id="58" dur="150"/>
                                        <p:tgtEl>
                                          <p:spTgt spid="225"/>
                                        </p:tgtEl>
                                      </p:cBhvr>
                                    </p:animEffect>
                                  </p:childTnLst>
                                </p:cTn>
                              </p:par>
                            </p:childTnLst>
                          </p:cTn>
                        </p:par>
                        <p:par>
                          <p:cTn id="59" fill="hold">
                            <p:stCondLst>
                              <p:cond delay="1550"/>
                            </p:stCondLst>
                            <p:childTnLst>
                              <p:par>
                                <p:cTn id="60" presetID="10" presetClass="entr" presetSubtype="0" fill="hold" nodeType="afterEffect">
                                  <p:stCondLst>
                                    <p:cond delay="0"/>
                                  </p:stCondLst>
                                  <p:childTnLst>
                                    <p:set>
                                      <p:cBhvr>
                                        <p:cTn id="61" dur="1" fill="hold">
                                          <p:stCondLst>
                                            <p:cond delay="0"/>
                                          </p:stCondLst>
                                        </p:cTn>
                                        <p:tgtEl>
                                          <p:spTgt spid="229"/>
                                        </p:tgtEl>
                                        <p:attrNameLst>
                                          <p:attrName>style.visibility</p:attrName>
                                        </p:attrNameLst>
                                      </p:cBhvr>
                                      <p:to>
                                        <p:strVal val="visible"/>
                                      </p:to>
                                    </p:set>
                                    <p:animEffect transition="in" filter="fade">
                                      <p:cBhvr>
                                        <p:cTn id="62" dur="150"/>
                                        <p:tgtEl>
                                          <p:spTgt spid="229"/>
                                        </p:tgtEl>
                                      </p:cBhvr>
                                    </p:animEffect>
                                  </p:childTnLst>
                                </p:cTn>
                              </p:par>
                            </p:childTnLst>
                          </p:cTn>
                        </p:par>
                        <p:par>
                          <p:cTn id="63" fill="hold">
                            <p:stCondLst>
                              <p:cond delay="1700"/>
                            </p:stCondLst>
                            <p:childTnLst>
                              <p:par>
                                <p:cTn id="64" presetID="10" presetClass="entr" presetSubtype="0" fill="hold" nodeType="afterEffect">
                                  <p:stCondLst>
                                    <p:cond delay="0"/>
                                  </p:stCondLst>
                                  <p:childTnLst>
                                    <p:set>
                                      <p:cBhvr>
                                        <p:cTn id="65" dur="1" fill="hold">
                                          <p:stCondLst>
                                            <p:cond delay="0"/>
                                          </p:stCondLst>
                                        </p:cTn>
                                        <p:tgtEl>
                                          <p:spTgt spid="281"/>
                                        </p:tgtEl>
                                        <p:attrNameLst>
                                          <p:attrName>style.visibility</p:attrName>
                                        </p:attrNameLst>
                                      </p:cBhvr>
                                      <p:to>
                                        <p:strVal val="visible"/>
                                      </p:to>
                                    </p:set>
                                    <p:animEffect transition="in" filter="fade">
                                      <p:cBhvr>
                                        <p:cTn id="66" dur="150"/>
                                        <p:tgtEl>
                                          <p:spTgt spid="281"/>
                                        </p:tgtEl>
                                      </p:cBhvr>
                                    </p:animEffect>
                                  </p:childTnLst>
                                </p:cTn>
                              </p:par>
                              <p:par>
                                <p:cTn id="67" presetID="10" presetClass="entr" presetSubtype="0" fill="hold" nodeType="withEffect">
                                  <p:stCondLst>
                                    <p:cond delay="0"/>
                                  </p:stCondLst>
                                  <p:childTnLst>
                                    <p:set>
                                      <p:cBhvr>
                                        <p:cTn id="68" dur="1" fill="hold">
                                          <p:stCondLst>
                                            <p:cond delay="0"/>
                                          </p:stCondLst>
                                        </p:cTn>
                                        <p:tgtEl>
                                          <p:spTgt spid="285"/>
                                        </p:tgtEl>
                                        <p:attrNameLst>
                                          <p:attrName>style.visibility</p:attrName>
                                        </p:attrNameLst>
                                      </p:cBhvr>
                                      <p:to>
                                        <p:strVal val="visible"/>
                                      </p:to>
                                    </p:set>
                                    <p:animEffect transition="in" filter="fade">
                                      <p:cBhvr>
                                        <p:cTn id="69" dur="150"/>
                                        <p:tgtEl>
                                          <p:spTgt spid="285"/>
                                        </p:tgtEl>
                                      </p:cBhvr>
                                    </p:animEffect>
                                  </p:childTnLst>
                                </p:cTn>
                              </p:par>
                            </p:childTnLst>
                          </p:cTn>
                        </p:par>
                        <p:par>
                          <p:cTn id="70" fill="hold">
                            <p:stCondLst>
                              <p:cond delay="1850"/>
                            </p:stCondLst>
                            <p:childTnLst>
                              <p:par>
                                <p:cTn id="71" presetID="10" presetClass="entr" presetSubtype="0" fill="hold" nodeType="afterEffect">
                                  <p:stCondLst>
                                    <p:cond delay="0"/>
                                  </p:stCondLst>
                                  <p:childTnLst>
                                    <p:set>
                                      <p:cBhvr>
                                        <p:cTn id="72" dur="1" fill="hold">
                                          <p:stCondLst>
                                            <p:cond delay="0"/>
                                          </p:stCondLst>
                                        </p:cTn>
                                        <p:tgtEl>
                                          <p:spTgt spid="273"/>
                                        </p:tgtEl>
                                        <p:attrNameLst>
                                          <p:attrName>style.visibility</p:attrName>
                                        </p:attrNameLst>
                                      </p:cBhvr>
                                      <p:to>
                                        <p:strVal val="visible"/>
                                      </p:to>
                                    </p:set>
                                    <p:animEffect transition="in" filter="fade">
                                      <p:cBhvr>
                                        <p:cTn id="73" dur="150"/>
                                        <p:tgtEl>
                                          <p:spTgt spid="273"/>
                                        </p:tgtEl>
                                      </p:cBhvr>
                                    </p:animEffect>
                                  </p:childTnLst>
                                </p:cTn>
                              </p:par>
                              <p:par>
                                <p:cTn id="74" presetID="10" presetClass="entr" presetSubtype="0" fill="hold" nodeType="withEffect">
                                  <p:stCondLst>
                                    <p:cond delay="0"/>
                                  </p:stCondLst>
                                  <p:childTnLst>
                                    <p:set>
                                      <p:cBhvr>
                                        <p:cTn id="75" dur="1" fill="hold">
                                          <p:stCondLst>
                                            <p:cond delay="0"/>
                                          </p:stCondLst>
                                        </p:cTn>
                                        <p:tgtEl>
                                          <p:spTgt spid="277"/>
                                        </p:tgtEl>
                                        <p:attrNameLst>
                                          <p:attrName>style.visibility</p:attrName>
                                        </p:attrNameLst>
                                      </p:cBhvr>
                                      <p:to>
                                        <p:strVal val="visible"/>
                                      </p:to>
                                    </p:set>
                                    <p:animEffect transition="in" filter="fade">
                                      <p:cBhvr>
                                        <p:cTn id="76" dur="150"/>
                                        <p:tgtEl>
                                          <p:spTgt spid="277"/>
                                        </p:tgtEl>
                                      </p:cBhvr>
                                    </p:animEffect>
                                  </p:childTnLst>
                                </p:cTn>
                              </p:par>
                            </p:childTnLst>
                          </p:cTn>
                        </p:par>
                        <p:par>
                          <p:cTn id="77" fill="hold">
                            <p:stCondLst>
                              <p:cond delay="2000"/>
                            </p:stCondLst>
                            <p:childTnLst>
                              <p:par>
                                <p:cTn id="78" presetID="10" presetClass="entr" presetSubtype="0" fill="hold" nodeType="afterEffect">
                                  <p:stCondLst>
                                    <p:cond delay="0"/>
                                  </p:stCondLst>
                                  <p:childTnLst>
                                    <p:set>
                                      <p:cBhvr>
                                        <p:cTn id="79" dur="1" fill="hold">
                                          <p:stCondLst>
                                            <p:cond delay="0"/>
                                          </p:stCondLst>
                                        </p:cTn>
                                        <p:tgtEl>
                                          <p:spTgt spid="265"/>
                                        </p:tgtEl>
                                        <p:attrNameLst>
                                          <p:attrName>style.visibility</p:attrName>
                                        </p:attrNameLst>
                                      </p:cBhvr>
                                      <p:to>
                                        <p:strVal val="visible"/>
                                      </p:to>
                                    </p:set>
                                    <p:animEffect transition="in" filter="fade">
                                      <p:cBhvr>
                                        <p:cTn id="80" dur="150"/>
                                        <p:tgtEl>
                                          <p:spTgt spid="265"/>
                                        </p:tgtEl>
                                      </p:cBhvr>
                                    </p:animEffect>
                                  </p:childTnLst>
                                </p:cTn>
                              </p:par>
                              <p:par>
                                <p:cTn id="81" presetID="10" presetClass="entr" presetSubtype="0" fill="hold" nodeType="withEffect">
                                  <p:stCondLst>
                                    <p:cond delay="0"/>
                                  </p:stCondLst>
                                  <p:childTnLst>
                                    <p:set>
                                      <p:cBhvr>
                                        <p:cTn id="82" dur="1" fill="hold">
                                          <p:stCondLst>
                                            <p:cond delay="0"/>
                                          </p:stCondLst>
                                        </p:cTn>
                                        <p:tgtEl>
                                          <p:spTgt spid="269"/>
                                        </p:tgtEl>
                                        <p:attrNameLst>
                                          <p:attrName>style.visibility</p:attrName>
                                        </p:attrNameLst>
                                      </p:cBhvr>
                                      <p:to>
                                        <p:strVal val="visible"/>
                                      </p:to>
                                    </p:set>
                                    <p:animEffect transition="in" filter="fade">
                                      <p:cBhvr>
                                        <p:cTn id="83" dur="150"/>
                                        <p:tgtEl>
                                          <p:spTgt spid="269"/>
                                        </p:tgtEl>
                                      </p:cBhvr>
                                    </p:animEffect>
                                  </p:childTnLst>
                                </p:cTn>
                              </p:par>
                            </p:childTnLst>
                          </p:cTn>
                        </p:par>
                        <p:par>
                          <p:cTn id="84" fill="hold">
                            <p:stCondLst>
                              <p:cond delay="2150"/>
                            </p:stCondLst>
                            <p:childTnLst>
                              <p:par>
                                <p:cTn id="85" presetID="10" presetClass="entr" presetSubtype="0" fill="hold" nodeType="afterEffect">
                                  <p:stCondLst>
                                    <p:cond delay="0"/>
                                  </p:stCondLst>
                                  <p:childTnLst>
                                    <p:set>
                                      <p:cBhvr>
                                        <p:cTn id="86" dur="1" fill="hold">
                                          <p:stCondLst>
                                            <p:cond delay="0"/>
                                          </p:stCondLst>
                                        </p:cTn>
                                        <p:tgtEl>
                                          <p:spTgt spid="257"/>
                                        </p:tgtEl>
                                        <p:attrNameLst>
                                          <p:attrName>style.visibility</p:attrName>
                                        </p:attrNameLst>
                                      </p:cBhvr>
                                      <p:to>
                                        <p:strVal val="visible"/>
                                      </p:to>
                                    </p:set>
                                    <p:animEffect transition="in" filter="fade">
                                      <p:cBhvr>
                                        <p:cTn id="87" dur="150"/>
                                        <p:tgtEl>
                                          <p:spTgt spid="257"/>
                                        </p:tgtEl>
                                      </p:cBhvr>
                                    </p:animEffect>
                                  </p:childTnLst>
                                </p:cTn>
                              </p:par>
                              <p:par>
                                <p:cTn id="88" presetID="10" presetClass="entr" presetSubtype="0" fill="hold" nodeType="withEffect">
                                  <p:stCondLst>
                                    <p:cond delay="0"/>
                                  </p:stCondLst>
                                  <p:childTnLst>
                                    <p:set>
                                      <p:cBhvr>
                                        <p:cTn id="89" dur="1" fill="hold">
                                          <p:stCondLst>
                                            <p:cond delay="0"/>
                                          </p:stCondLst>
                                        </p:cTn>
                                        <p:tgtEl>
                                          <p:spTgt spid="261"/>
                                        </p:tgtEl>
                                        <p:attrNameLst>
                                          <p:attrName>style.visibility</p:attrName>
                                        </p:attrNameLst>
                                      </p:cBhvr>
                                      <p:to>
                                        <p:strVal val="visible"/>
                                      </p:to>
                                    </p:set>
                                    <p:animEffect transition="in" filter="fade">
                                      <p:cBhvr>
                                        <p:cTn id="90" dur="150"/>
                                        <p:tgtEl>
                                          <p:spTgt spid="261"/>
                                        </p:tgtEl>
                                      </p:cBhvr>
                                    </p:animEffect>
                                  </p:childTnLst>
                                </p:cTn>
                              </p:par>
                            </p:childTnLst>
                          </p:cTn>
                        </p:par>
                        <p:par>
                          <p:cTn id="91" fill="hold">
                            <p:stCondLst>
                              <p:cond delay="2300"/>
                            </p:stCondLst>
                            <p:childTnLst>
                              <p:par>
                                <p:cTn id="92" presetID="10" presetClass="entr" presetSubtype="0" fill="hold" nodeType="afterEffect">
                                  <p:stCondLst>
                                    <p:cond delay="0"/>
                                  </p:stCondLst>
                                  <p:childTnLst>
                                    <p:set>
                                      <p:cBhvr>
                                        <p:cTn id="93" dur="1" fill="hold">
                                          <p:stCondLst>
                                            <p:cond delay="0"/>
                                          </p:stCondLst>
                                        </p:cTn>
                                        <p:tgtEl>
                                          <p:spTgt spid="313"/>
                                        </p:tgtEl>
                                        <p:attrNameLst>
                                          <p:attrName>style.visibility</p:attrName>
                                        </p:attrNameLst>
                                      </p:cBhvr>
                                      <p:to>
                                        <p:strVal val="visible"/>
                                      </p:to>
                                    </p:set>
                                    <p:animEffect transition="in" filter="fade">
                                      <p:cBhvr>
                                        <p:cTn id="94" dur="150"/>
                                        <p:tgtEl>
                                          <p:spTgt spid="313"/>
                                        </p:tgtEl>
                                      </p:cBhvr>
                                    </p:animEffect>
                                  </p:childTnLst>
                                </p:cTn>
                              </p:par>
                              <p:par>
                                <p:cTn id="95" presetID="10" presetClass="entr" presetSubtype="0" fill="hold" nodeType="withEffect">
                                  <p:stCondLst>
                                    <p:cond delay="0"/>
                                  </p:stCondLst>
                                  <p:childTnLst>
                                    <p:set>
                                      <p:cBhvr>
                                        <p:cTn id="96" dur="1" fill="hold">
                                          <p:stCondLst>
                                            <p:cond delay="0"/>
                                          </p:stCondLst>
                                        </p:cTn>
                                        <p:tgtEl>
                                          <p:spTgt spid="317"/>
                                        </p:tgtEl>
                                        <p:attrNameLst>
                                          <p:attrName>style.visibility</p:attrName>
                                        </p:attrNameLst>
                                      </p:cBhvr>
                                      <p:to>
                                        <p:strVal val="visible"/>
                                      </p:to>
                                    </p:set>
                                    <p:animEffect transition="in" filter="fade">
                                      <p:cBhvr>
                                        <p:cTn id="97" dur="150"/>
                                        <p:tgtEl>
                                          <p:spTgt spid="317"/>
                                        </p:tgtEl>
                                      </p:cBhvr>
                                    </p:animEffect>
                                  </p:childTnLst>
                                </p:cTn>
                              </p:par>
                            </p:childTnLst>
                          </p:cTn>
                        </p:par>
                        <p:par>
                          <p:cTn id="98" fill="hold">
                            <p:stCondLst>
                              <p:cond delay="2450"/>
                            </p:stCondLst>
                            <p:childTnLst>
                              <p:par>
                                <p:cTn id="99" presetID="10" presetClass="entr" presetSubtype="0" fill="hold" nodeType="afterEffect">
                                  <p:stCondLst>
                                    <p:cond delay="0"/>
                                  </p:stCondLst>
                                  <p:childTnLst>
                                    <p:set>
                                      <p:cBhvr>
                                        <p:cTn id="100" dur="1" fill="hold">
                                          <p:stCondLst>
                                            <p:cond delay="0"/>
                                          </p:stCondLst>
                                        </p:cTn>
                                        <p:tgtEl>
                                          <p:spTgt spid="305"/>
                                        </p:tgtEl>
                                        <p:attrNameLst>
                                          <p:attrName>style.visibility</p:attrName>
                                        </p:attrNameLst>
                                      </p:cBhvr>
                                      <p:to>
                                        <p:strVal val="visible"/>
                                      </p:to>
                                    </p:set>
                                    <p:animEffect transition="in" filter="fade">
                                      <p:cBhvr>
                                        <p:cTn id="101" dur="150"/>
                                        <p:tgtEl>
                                          <p:spTgt spid="305"/>
                                        </p:tgtEl>
                                      </p:cBhvr>
                                    </p:animEffect>
                                  </p:childTnLst>
                                </p:cTn>
                              </p:par>
                              <p:par>
                                <p:cTn id="102" presetID="10" presetClass="entr" presetSubtype="0" fill="hold" nodeType="withEffect">
                                  <p:stCondLst>
                                    <p:cond delay="0"/>
                                  </p:stCondLst>
                                  <p:childTnLst>
                                    <p:set>
                                      <p:cBhvr>
                                        <p:cTn id="103" dur="1" fill="hold">
                                          <p:stCondLst>
                                            <p:cond delay="0"/>
                                          </p:stCondLst>
                                        </p:cTn>
                                        <p:tgtEl>
                                          <p:spTgt spid="309"/>
                                        </p:tgtEl>
                                        <p:attrNameLst>
                                          <p:attrName>style.visibility</p:attrName>
                                        </p:attrNameLst>
                                      </p:cBhvr>
                                      <p:to>
                                        <p:strVal val="visible"/>
                                      </p:to>
                                    </p:set>
                                    <p:animEffect transition="in" filter="fade">
                                      <p:cBhvr>
                                        <p:cTn id="104" dur="150"/>
                                        <p:tgtEl>
                                          <p:spTgt spid="309"/>
                                        </p:tgtEl>
                                      </p:cBhvr>
                                    </p:animEffect>
                                  </p:childTnLst>
                                </p:cTn>
                              </p:par>
                              <p:par>
                                <p:cTn id="105" presetID="10" presetClass="entr" presetSubtype="0" fill="hold" nodeType="withEffect">
                                  <p:stCondLst>
                                    <p:cond delay="0"/>
                                  </p:stCondLst>
                                  <p:childTnLst>
                                    <p:set>
                                      <p:cBhvr>
                                        <p:cTn id="106" dur="1" fill="hold">
                                          <p:stCondLst>
                                            <p:cond delay="0"/>
                                          </p:stCondLst>
                                        </p:cTn>
                                        <p:tgtEl>
                                          <p:spTgt spid="297"/>
                                        </p:tgtEl>
                                        <p:attrNameLst>
                                          <p:attrName>style.visibility</p:attrName>
                                        </p:attrNameLst>
                                      </p:cBhvr>
                                      <p:to>
                                        <p:strVal val="visible"/>
                                      </p:to>
                                    </p:set>
                                    <p:animEffect transition="in" filter="fade">
                                      <p:cBhvr>
                                        <p:cTn id="107" dur="150"/>
                                        <p:tgtEl>
                                          <p:spTgt spid="297"/>
                                        </p:tgtEl>
                                      </p:cBhvr>
                                    </p:animEffect>
                                  </p:childTnLst>
                                </p:cTn>
                              </p:par>
                              <p:par>
                                <p:cTn id="108" presetID="10" presetClass="entr" presetSubtype="0" fill="hold" nodeType="withEffect">
                                  <p:stCondLst>
                                    <p:cond delay="0"/>
                                  </p:stCondLst>
                                  <p:childTnLst>
                                    <p:set>
                                      <p:cBhvr>
                                        <p:cTn id="109" dur="1" fill="hold">
                                          <p:stCondLst>
                                            <p:cond delay="0"/>
                                          </p:stCondLst>
                                        </p:cTn>
                                        <p:tgtEl>
                                          <p:spTgt spid="301"/>
                                        </p:tgtEl>
                                        <p:attrNameLst>
                                          <p:attrName>style.visibility</p:attrName>
                                        </p:attrNameLst>
                                      </p:cBhvr>
                                      <p:to>
                                        <p:strVal val="visible"/>
                                      </p:to>
                                    </p:set>
                                    <p:animEffect transition="in" filter="fade">
                                      <p:cBhvr>
                                        <p:cTn id="110" dur="150"/>
                                        <p:tgtEl>
                                          <p:spTgt spid="301"/>
                                        </p:tgtEl>
                                      </p:cBhvr>
                                    </p:animEffect>
                                  </p:childTnLst>
                                </p:cTn>
                              </p:par>
                              <p:par>
                                <p:cTn id="111" presetID="10" presetClass="entr" presetSubtype="0" fill="hold" nodeType="withEffect">
                                  <p:stCondLst>
                                    <p:cond delay="0"/>
                                  </p:stCondLst>
                                  <p:childTnLst>
                                    <p:set>
                                      <p:cBhvr>
                                        <p:cTn id="112" dur="1" fill="hold">
                                          <p:stCondLst>
                                            <p:cond delay="0"/>
                                          </p:stCondLst>
                                        </p:cTn>
                                        <p:tgtEl>
                                          <p:spTgt spid="289"/>
                                        </p:tgtEl>
                                        <p:attrNameLst>
                                          <p:attrName>style.visibility</p:attrName>
                                        </p:attrNameLst>
                                      </p:cBhvr>
                                      <p:to>
                                        <p:strVal val="visible"/>
                                      </p:to>
                                    </p:set>
                                    <p:animEffect transition="in" filter="fade">
                                      <p:cBhvr>
                                        <p:cTn id="113" dur="150"/>
                                        <p:tgtEl>
                                          <p:spTgt spid="289"/>
                                        </p:tgtEl>
                                      </p:cBhvr>
                                    </p:animEffect>
                                  </p:childTnLst>
                                </p:cTn>
                              </p:par>
                              <p:par>
                                <p:cTn id="114" presetID="10" presetClass="entr" presetSubtype="0" fill="hold" nodeType="withEffect">
                                  <p:stCondLst>
                                    <p:cond delay="0"/>
                                  </p:stCondLst>
                                  <p:childTnLst>
                                    <p:set>
                                      <p:cBhvr>
                                        <p:cTn id="115" dur="1" fill="hold">
                                          <p:stCondLst>
                                            <p:cond delay="0"/>
                                          </p:stCondLst>
                                        </p:cTn>
                                        <p:tgtEl>
                                          <p:spTgt spid="293"/>
                                        </p:tgtEl>
                                        <p:attrNameLst>
                                          <p:attrName>style.visibility</p:attrName>
                                        </p:attrNameLst>
                                      </p:cBhvr>
                                      <p:to>
                                        <p:strVal val="visible"/>
                                      </p:to>
                                    </p:set>
                                    <p:animEffect transition="in" filter="fade">
                                      <p:cBhvr>
                                        <p:cTn id="116" dur="150"/>
                                        <p:tgtEl>
                                          <p:spTgt spid="293"/>
                                        </p:tgtEl>
                                      </p:cBhvr>
                                    </p:animEffect>
                                  </p:childTnLst>
                                </p:cTn>
                              </p:par>
                            </p:childTnLst>
                          </p:cTn>
                        </p:par>
                        <p:par>
                          <p:cTn id="117" fill="hold">
                            <p:stCondLst>
                              <p:cond delay="2600"/>
                            </p:stCondLst>
                            <p:childTnLst>
                              <p:par>
                                <p:cTn id="118" presetID="22" presetClass="entr" presetSubtype="8" fill="hold" nodeType="afterEffect">
                                  <p:stCondLst>
                                    <p:cond delay="0"/>
                                  </p:stCondLst>
                                  <p:childTnLst>
                                    <p:set>
                                      <p:cBhvr>
                                        <p:cTn id="119" dur="1" fill="hold">
                                          <p:stCondLst>
                                            <p:cond delay="0"/>
                                          </p:stCondLst>
                                        </p:cTn>
                                        <p:tgtEl>
                                          <p:spTgt spid="529"/>
                                        </p:tgtEl>
                                        <p:attrNameLst>
                                          <p:attrName>style.visibility</p:attrName>
                                        </p:attrNameLst>
                                      </p:cBhvr>
                                      <p:to>
                                        <p:strVal val="visible"/>
                                      </p:to>
                                    </p:set>
                                    <p:animEffect transition="in" filter="wipe(left)">
                                      <p:cBhvr>
                                        <p:cTn id="120" dur="250"/>
                                        <p:tgtEl>
                                          <p:spTgt spid="529"/>
                                        </p:tgtEl>
                                      </p:cBhvr>
                                    </p:animEffect>
                                  </p:childTnLst>
                                </p:cTn>
                              </p:par>
                            </p:childTnLst>
                          </p:cTn>
                        </p:par>
                        <p:par>
                          <p:cTn id="121" fill="hold">
                            <p:stCondLst>
                              <p:cond delay="2850"/>
                            </p:stCondLst>
                            <p:childTnLst>
                              <p:par>
                                <p:cTn id="122" presetID="10" presetClass="entr" presetSubtype="0" fill="hold" grpId="0" nodeType="afterEffect">
                                  <p:stCondLst>
                                    <p:cond delay="0"/>
                                  </p:stCondLst>
                                  <p:childTnLst>
                                    <p:set>
                                      <p:cBhvr>
                                        <p:cTn id="123" dur="1" fill="hold">
                                          <p:stCondLst>
                                            <p:cond delay="0"/>
                                          </p:stCondLst>
                                        </p:cTn>
                                        <p:tgtEl>
                                          <p:spTgt spid="544"/>
                                        </p:tgtEl>
                                        <p:attrNameLst>
                                          <p:attrName>style.visibility</p:attrName>
                                        </p:attrNameLst>
                                      </p:cBhvr>
                                      <p:to>
                                        <p:strVal val="visible"/>
                                      </p:to>
                                    </p:set>
                                    <p:animEffect transition="in" filter="fade">
                                      <p:cBhvr>
                                        <p:cTn id="124" dur="150"/>
                                        <p:tgtEl>
                                          <p:spTgt spid="544"/>
                                        </p:tgtEl>
                                      </p:cBhvr>
                                    </p:animEffect>
                                  </p:childTnLst>
                                </p:cTn>
                              </p:par>
                              <p:par>
                                <p:cTn id="125" presetID="10" presetClass="entr" presetSubtype="0" fill="hold" nodeType="withEffect">
                                  <p:stCondLst>
                                    <p:cond delay="0"/>
                                  </p:stCondLst>
                                  <p:childTnLst>
                                    <p:set>
                                      <p:cBhvr>
                                        <p:cTn id="126" dur="1" fill="hold">
                                          <p:stCondLst>
                                            <p:cond delay="0"/>
                                          </p:stCondLst>
                                        </p:cTn>
                                        <p:tgtEl>
                                          <p:spTgt spid="209"/>
                                        </p:tgtEl>
                                        <p:attrNameLst>
                                          <p:attrName>style.visibility</p:attrName>
                                        </p:attrNameLst>
                                      </p:cBhvr>
                                      <p:to>
                                        <p:strVal val="visible"/>
                                      </p:to>
                                    </p:set>
                                    <p:animEffect transition="in" filter="fade">
                                      <p:cBhvr>
                                        <p:cTn id="127" dur="150"/>
                                        <p:tgtEl>
                                          <p:spTgt spid="209"/>
                                        </p:tgtEl>
                                      </p:cBhvr>
                                    </p:animEffect>
                                  </p:childTnLst>
                                </p:cTn>
                              </p:par>
                            </p:childTnLst>
                          </p:cTn>
                        </p:par>
                        <p:par>
                          <p:cTn id="128" fill="hold">
                            <p:stCondLst>
                              <p:cond delay="3000"/>
                            </p:stCondLst>
                            <p:childTnLst>
                              <p:par>
                                <p:cTn id="129" presetID="10" presetClass="entr" presetSubtype="0" fill="hold" nodeType="afterEffect">
                                  <p:stCondLst>
                                    <p:cond delay="0"/>
                                  </p:stCondLst>
                                  <p:childTnLst>
                                    <p:set>
                                      <p:cBhvr>
                                        <p:cTn id="130" dur="1" fill="hold">
                                          <p:stCondLst>
                                            <p:cond delay="0"/>
                                          </p:stCondLst>
                                        </p:cTn>
                                        <p:tgtEl>
                                          <p:spTgt spid="213"/>
                                        </p:tgtEl>
                                        <p:attrNameLst>
                                          <p:attrName>style.visibility</p:attrName>
                                        </p:attrNameLst>
                                      </p:cBhvr>
                                      <p:to>
                                        <p:strVal val="visible"/>
                                      </p:to>
                                    </p:set>
                                    <p:animEffect transition="in" filter="fade">
                                      <p:cBhvr>
                                        <p:cTn id="131" dur="150"/>
                                        <p:tgtEl>
                                          <p:spTgt spid="213"/>
                                        </p:tgtEl>
                                      </p:cBhvr>
                                    </p:animEffect>
                                  </p:childTnLst>
                                </p:cTn>
                              </p:par>
                            </p:childTnLst>
                          </p:cTn>
                        </p:par>
                        <p:par>
                          <p:cTn id="132" fill="hold">
                            <p:stCondLst>
                              <p:cond delay="3150"/>
                            </p:stCondLst>
                            <p:childTnLst>
                              <p:par>
                                <p:cTn id="133" presetID="10" presetClass="entr" presetSubtype="0" fill="hold" nodeType="afterEffect">
                                  <p:stCondLst>
                                    <p:cond delay="0"/>
                                  </p:stCondLst>
                                  <p:childTnLst>
                                    <p:set>
                                      <p:cBhvr>
                                        <p:cTn id="134" dur="1" fill="hold">
                                          <p:stCondLst>
                                            <p:cond delay="0"/>
                                          </p:stCondLst>
                                        </p:cTn>
                                        <p:tgtEl>
                                          <p:spTgt spid="217"/>
                                        </p:tgtEl>
                                        <p:attrNameLst>
                                          <p:attrName>style.visibility</p:attrName>
                                        </p:attrNameLst>
                                      </p:cBhvr>
                                      <p:to>
                                        <p:strVal val="visible"/>
                                      </p:to>
                                    </p:set>
                                    <p:animEffect transition="in" filter="fade">
                                      <p:cBhvr>
                                        <p:cTn id="135" dur="150"/>
                                        <p:tgtEl>
                                          <p:spTgt spid="217"/>
                                        </p:tgtEl>
                                      </p:cBhvr>
                                    </p:animEffect>
                                  </p:childTnLst>
                                </p:cTn>
                              </p:par>
                            </p:childTnLst>
                          </p:cTn>
                        </p:par>
                        <p:par>
                          <p:cTn id="136" fill="hold">
                            <p:stCondLst>
                              <p:cond delay="3300"/>
                            </p:stCondLst>
                            <p:childTnLst>
                              <p:par>
                                <p:cTn id="137" presetID="10" presetClass="entr" presetSubtype="0" fill="hold" nodeType="afterEffect">
                                  <p:stCondLst>
                                    <p:cond delay="0"/>
                                  </p:stCondLst>
                                  <p:childTnLst>
                                    <p:set>
                                      <p:cBhvr>
                                        <p:cTn id="138" dur="1" fill="hold">
                                          <p:stCondLst>
                                            <p:cond delay="0"/>
                                          </p:stCondLst>
                                        </p:cTn>
                                        <p:tgtEl>
                                          <p:spTgt spid="221"/>
                                        </p:tgtEl>
                                        <p:attrNameLst>
                                          <p:attrName>style.visibility</p:attrName>
                                        </p:attrNameLst>
                                      </p:cBhvr>
                                      <p:to>
                                        <p:strVal val="visible"/>
                                      </p:to>
                                    </p:set>
                                    <p:animEffect transition="in" filter="fade">
                                      <p:cBhvr>
                                        <p:cTn id="139" dur="150"/>
                                        <p:tgtEl>
                                          <p:spTgt spid="221"/>
                                        </p:tgtEl>
                                      </p:cBhvr>
                                    </p:animEffect>
                                  </p:childTnLst>
                                </p:cTn>
                              </p:par>
                            </p:childTnLst>
                          </p:cTn>
                        </p:par>
                        <p:par>
                          <p:cTn id="140" fill="hold">
                            <p:stCondLst>
                              <p:cond delay="3450"/>
                            </p:stCondLst>
                            <p:childTnLst>
                              <p:par>
                                <p:cTn id="141" presetID="22" presetClass="entr" presetSubtype="8" fill="hold" nodeType="afterEffect">
                                  <p:stCondLst>
                                    <p:cond delay="0"/>
                                  </p:stCondLst>
                                  <p:childTnLst>
                                    <p:set>
                                      <p:cBhvr>
                                        <p:cTn id="142" dur="1" fill="hold">
                                          <p:stCondLst>
                                            <p:cond delay="0"/>
                                          </p:stCondLst>
                                        </p:cTn>
                                        <p:tgtEl>
                                          <p:spTgt spid="532"/>
                                        </p:tgtEl>
                                        <p:attrNameLst>
                                          <p:attrName>style.visibility</p:attrName>
                                        </p:attrNameLst>
                                      </p:cBhvr>
                                      <p:to>
                                        <p:strVal val="visible"/>
                                      </p:to>
                                    </p:set>
                                    <p:animEffect transition="in" filter="wipe(left)">
                                      <p:cBhvr>
                                        <p:cTn id="143" dur="250"/>
                                        <p:tgtEl>
                                          <p:spTgt spid="532"/>
                                        </p:tgtEl>
                                      </p:cBhvr>
                                    </p:animEffect>
                                  </p:childTnLst>
                                </p:cTn>
                              </p:par>
                            </p:childTnLst>
                          </p:cTn>
                        </p:par>
                        <p:par>
                          <p:cTn id="144" fill="hold">
                            <p:stCondLst>
                              <p:cond delay="3700"/>
                            </p:stCondLst>
                            <p:childTnLst>
                              <p:par>
                                <p:cTn id="145" presetID="10" presetClass="entr" presetSubtype="0" fill="hold" grpId="0" nodeType="afterEffect">
                                  <p:stCondLst>
                                    <p:cond delay="0"/>
                                  </p:stCondLst>
                                  <p:childTnLst>
                                    <p:set>
                                      <p:cBhvr>
                                        <p:cTn id="146" dur="1" fill="hold">
                                          <p:stCondLst>
                                            <p:cond delay="0"/>
                                          </p:stCondLst>
                                        </p:cTn>
                                        <p:tgtEl>
                                          <p:spTgt spid="543"/>
                                        </p:tgtEl>
                                        <p:attrNameLst>
                                          <p:attrName>style.visibility</p:attrName>
                                        </p:attrNameLst>
                                      </p:cBhvr>
                                      <p:to>
                                        <p:strVal val="visible"/>
                                      </p:to>
                                    </p:set>
                                    <p:animEffect transition="in" filter="fade">
                                      <p:cBhvr>
                                        <p:cTn id="147" dur="150"/>
                                        <p:tgtEl>
                                          <p:spTgt spid="543"/>
                                        </p:tgtEl>
                                      </p:cBhvr>
                                    </p:animEffect>
                                  </p:childTnLst>
                                </p:cTn>
                              </p:par>
                              <p:par>
                                <p:cTn id="148" presetID="10" presetClass="entr" presetSubtype="0" fill="hold" nodeType="withEffect">
                                  <p:stCondLst>
                                    <p:cond delay="0"/>
                                  </p:stCondLst>
                                  <p:childTnLst>
                                    <p:set>
                                      <p:cBhvr>
                                        <p:cTn id="149" dur="1" fill="hold">
                                          <p:stCondLst>
                                            <p:cond delay="0"/>
                                          </p:stCondLst>
                                        </p:cTn>
                                        <p:tgtEl>
                                          <p:spTgt spid="551"/>
                                        </p:tgtEl>
                                        <p:attrNameLst>
                                          <p:attrName>style.visibility</p:attrName>
                                        </p:attrNameLst>
                                      </p:cBhvr>
                                      <p:to>
                                        <p:strVal val="visible"/>
                                      </p:to>
                                    </p:set>
                                    <p:animEffect transition="in" filter="fade">
                                      <p:cBhvr>
                                        <p:cTn id="150" dur="150"/>
                                        <p:tgtEl>
                                          <p:spTgt spid="551"/>
                                        </p:tgtEl>
                                      </p:cBhvr>
                                    </p:animEffect>
                                  </p:childTnLst>
                                </p:cTn>
                              </p:par>
                            </p:childTnLst>
                          </p:cTn>
                        </p:par>
                        <p:par>
                          <p:cTn id="151" fill="hold">
                            <p:stCondLst>
                              <p:cond delay="3850"/>
                            </p:stCondLst>
                            <p:childTnLst>
                              <p:par>
                                <p:cTn id="152" presetID="10" presetClass="entr" presetSubtype="0" fill="hold" nodeType="afterEffect">
                                  <p:stCondLst>
                                    <p:cond delay="0"/>
                                  </p:stCondLst>
                                  <p:childTnLst>
                                    <p:set>
                                      <p:cBhvr>
                                        <p:cTn id="153" dur="1" fill="hold">
                                          <p:stCondLst>
                                            <p:cond delay="0"/>
                                          </p:stCondLst>
                                        </p:cTn>
                                        <p:tgtEl>
                                          <p:spTgt spid="555"/>
                                        </p:tgtEl>
                                        <p:attrNameLst>
                                          <p:attrName>style.visibility</p:attrName>
                                        </p:attrNameLst>
                                      </p:cBhvr>
                                      <p:to>
                                        <p:strVal val="visible"/>
                                      </p:to>
                                    </p:set>
                                    <p:animEffect transition="in" filter="fade">
                                      <p:cBhvr>
                                        <p:cTn id="154" dur="150"/>
                                        <p:tgtEl>
                                          <p:spTgt spid="555"/>
                                        </p:tgtEl>
                                      </p:cBhvr>
                                    </p:animEffect>
                                  </p:childTnLst>
                                </p:cTn>
                              </p:par>
                            </p:childTnLst>
                          </p:cTn>
                        </p:par>
                        <p:par>
                          <p:cTn id="155" fill="hold">
                            <p:stCondLst>
                              <p:cond delay="4000"/>
                            </p:stCondLst>
                            <p:childTnLst>
                              <p:par>
                                <p:cTn id="156" presetID="10" presetClass="entr" presetSubtype="0" fill="hold" nodeType="afterEffect">
                                  <p:stCondLst>
                                    <p:cond delay="0"/>
                                  </p:stCondLst>
                                  <p:childTnLst>
                                    <p:set>
                                      <p:cBhvr>
                                        <p:cTn id="157" dur="1" fill="hold">
                                          <p:stCondLst>
                                            <p:cond delay="0"/>
                                          </p:stCondLst>
                                        </p:cTn>
                                        <p:tgtEl>
                                          <p:spTgt spid="349"/>
                                        </p:tgtEl>
                                        <p:attrNameLst>
                                          <p:attrName>style.visibility</p:attrName>
                                        </p:attrNameLst>
                                      </p:cBhvr>
                                      <p:to>
                                        <p:strVal val="visible"/>
                                      </p:to>
                                    </p:set>
                                    <p:animEffect transition="in" filter="fade">
                                      <p:cBhvr>
                                        <p:cTn id="158" dur="150"/>
                                        <p:tgtEl>
                                          <p:spTgt spid="349"/>
                                        </p:tgtEl>
                                      </p:cBhvr>
                                    </p:animEffect>
                                  </p:childTnLst>
                                </p:cTn>
                              </p:par>
                            </p:childTnLst>
                          </p:cTn>
                        </p:par>
                        <p:par>
                          <p:cTn id="159" fill="hold">
                            <p:stCondLst>
                              <p:cond delay="4150"/>
                            </p:stCondLst>
                            <p:childTnLst>
                              <p:par>
                                <p:cTn id="160" presetID="10" presetClass="entr" presetSubtype="0" fill="hold" nodeType="afterEffect">
                                  <p:stCondLst>
                                    <p:cond delay="0"/>
                                  </p:stCondLst>
                                  <p:childTnLst>
                                    <p:set>
                                      <p:cBhvr>
                                        <p:cTn id="161" dur="1" fill="hold">
                                          <p:stCondLst>
                                            <p:cond delay="0"/>
                                          </p:stCondLst>
                                        </p:cTn>
                                        <p:tgtEl>
                                          <p:spTgt spid="547"/>
                                        </p:tgtEl>
                                        <p:attrNameLst>
                                          <p:attrName>style.visibility</p:attrName>
                                        </p:attrNameLst>
                                      </p:cBhvr>
                                      <p:to>
                                        <p:strVal val="visible"/>
                                      </p:to>
                                    </p:set>
                                    <p:animEffect transition="in" filter="fade">
                                      <p:cBhvr>
                                        <p:cTn id="162" dur="150"/>
                                        <p:tgtEl>
                                          <p:spTgt spid="547"/>
                                        </p:tgtEl>
                                      </p:cBhvr>
                                    </p:animEffect>
                                  </p:childTnLst>
                                </p:cTn>
                              </p:par>
                            </p:childTnLst>
                          </p:cTn>
                        </p:par>
                        <p:par>
                          <p:cTn id="163" fill="hold">
                            <p:stCondLst>
                              <p:cond delay="4300"/>
                            </p:stCondLst>
                            <p:childTnLst>
                              <p:par>
                                <p:cTn id="164" presetID="10" presetClass="entr" presetSubtype="0" fill="hold" nodeType="afterEffect">
                                  <p:stCondLst>
                                    <p:cond delay="0"/>
                                  </p:stCondLst>
                                  <p:childTnLst>
                                    <p:set>
                                      <p:cBhvr>
                                        <p:cTn id="165" dur="1" fill="hold">
                                          <p:stCondLst>
                                            <p:cond delay="0"/>
                                          </p:stCondLst>
                                        </p:cTn>
                                        <p:tgtEl>
                                          <p:spTgt spid="567"/>
                                        </p:tgtEl>
                                        <p:attrNameLst>
                                          <p:attrName>style.visibility</p:attrName>
                                        </p:attrNameLst>
                                      </p:cBhvr>
                                      <p:to>
                                        <p:strVal val="visible"/>
                                      </p:to>
                                    </p:set>
                                    <p:animEffect transition="in" filter="fade">
                                      <p:cBhvr>
                                        <p:cTn id="166" dur="150"/>
                                        <p:tgtEl>
                                          <p:spTgt spid="567"/>
                                        </p:tgtEl>
                                      </p:cBhvr>
                                    </p:animEffect>
                                  </p:childTnLst>
                                </p:cTn>
                              </p:par>
                            </p:childTnLst>
                          </p:cTn>
                        </p:par>
                        <p:par>
                          <p:cTn id="167" fill="hold">
                            <p:stCondLst>
                              <p:cond delay="4450"/>
                            </p:stCondLst>
                            <p:childTnLst>
                              <p:par>
                                <p:cTn id="168" presetID="10" presetClass="entr" presetSubtype="0" fill="hold" nodeType="afterEffect">
                                  <p:stCondLst>
                                    <p:cond delay="0"/>
                                  </p:stCondLst>
                                  <p:childTnLst>
                                    <p:set>
                                      <p:cBhvr>
                                        <p:cTn id="169" dur="1" fill="hold">
                                          <p:stCondLst>
                                            <p:cond delay="0"/>
                                          </p:stCondLst>
                                        </p:cTn>
                                        <p:tgtEl>
                                          <p:spTgt spid="571"/>
                                        </p:tgtEl>
                                        <p:attrNameLst>
                                          <p:attrName>style.visibility</p:attrName>
                                        </p:attrNameLst>
                                      </p:cBhvr>
                                      <p:to>
                                        <p:strVal val="visible"/>
                                      </p:to>
                                    </p:set>
                                    <p:animEffect transition="in" filter="fade">
                                      <p:cBhvr>
                                        <p:cTn id="170" dur="150"/>
                                        <p:tgtEl>
                                          <p:spTgt spid="571"/>
                                        </p:tgtEl>
                                      </p:cBhvr>
                                    </p:animEffect>
                                  </p:childTnLst>
                                </p:cTn>
                              </p:par>
                            </p:childTnLst>
                          </p:cTn>
                        </p:par>
                        <p:par>
                          <p:cTn id="171" fill="hold">
                            <p:stCondLst>
                              <p:cond delay="4600"/>
                            </p:stCondLst>
                            <p:childTnLst>
                              <p:par>
                                <p:cTn id="172" presetID="10" presetClass="entr" presetSubtype="0" fill="hold" nodeType="afterEffect">
                                  <p:stCondLst>
                                    <p:cond delay="0"/>
                                  </p:stCondLst>
                                  <p:childTnLst>
                                    <p:set>
                                      <p:cBhvr>
                                        <p:cTn id="173" dur="1" fill="hold">
                                          <p:stCondLst>
                                            <p:cond delay="0"/>
                                          </p:stCondLst>
                                        </p:cTn>
                                        <p:tgtEl>
                                          <p:spTgt spid="559"/>
                                        </p:tgtEl>
                                        <p:attrNameLst>
                                          <p:attrName>style.visibility</p:attrName>
                                        </p:attrNameLst>
                                      </p:cBhvr>
                                      <p:to>
                                        <p:strVal val="visible"/>
                                      </p:to>
                                    </p:set>
                                    <p:animEffect transition="in" filter="fade">
                                      <p:cBhvr>
                                        <p:cTn id="174" dur="150"/>
                                        <p:tgtEl>
                                          <p:spTgt spid="559"/>
                                        </p:tgtEl>
                                      </p:cBhvr>
                                    </p:animEffect>
                                  </p:childTnLst>
                                </p:cTn>
                              </p:par>
                            </p:childTnLst>
                          </p:cTn>
                        </p:par>
                        <p:par>
                          <p:cTn id="175" fill="hold">
                            <p:stCondLst>
                              <p:cond delay="4750"/>
                            </p:stCondLst>
                            <p:childTnLst>
                              <p:par>
                                <p:cTn id="176" presetID="10" presetClass="entr" presetSubtype="0" fill="hold" nodeType="afterEffect">
                                  <p:stCondLst>
                                    <p:cond delay="0"/>
                                  </p:stCondLst>
                                  <p:childTnLst>
                                    <p:set>
                                      <p:cBhvr>
                                        <p:cTn id="177" dur="1" fill="hold">
                                          <p:stCondLst>
                                            <p:cond delay="0"/>
                                          </p:stCondLst>
                                        </p:cTn>
                                        <p:tgtEl>
                                          <p:spTgt spid="563"/>
                                        </p:tgtEl>
                                        <p:attrNameLst>
                                          <p:attrName>style.visibility</p:attrName>
                                        </p:attrNameLst>
                                      </p:cBhvr>
                                      <p:to>
                                        <p:strVal val="visible"/>
                                      </p:to>
                                    </p:set>
                                    <p:animEffect transition="in" filter="fade">
                                      <p:cBhvr>
                                        <p:cTn id="178" dur="150"/>
                                        <p:tgtEl>
                                          <p:spTgt spid="563"/>
                                        </p:tgtEl>
                                      </p:cBhvr>
                                    </p:animEffect>
                                  </p:childTnLst>
                                </p:cTn>
                              </p:par>
                            </p:childTnLst>
                          </p:cTn>
                        </p:par>
                        <p:par>
                          <p:cTn id="179" fill="hold">
                            <p:stCondLst>
                              <p:cond delay="4900"/>
                            </p:stCondLst>
                            <p:childTnLst>
                              <p:par>
                                <p:cTn id="180" presetID="22" presetClass="entr" presetSubtype="8" fill="hold" nodeType="afterEffect">
                                  <p:stCondLst>
                                    <p:cond delay="0"/>
                                  </p:stCondLst>
                                  <p:childTnLst>
                                    <p:set>
                                      <p:cBhvr>
                                        <p:cTn id="181" dur="1" fill="hold">
                                          <p:stCondLst>
                                            <p:cond delay="0"/>
                                          </p:stCondLst>
                                        </p:cTn>
                                        <p:tgtEl>
                                          <p:spTgt spid="535"/>
                                        </p:tgtEl>
                                        <p:attrNameLst>
                                          <p:attrName>style.visibility</p:attrName>
                                        </p:attrNameLst>
                                      </p:cBhvr>
                                      <p:to>
                                        <p:strVal val="visible"/>
                                      </p:to>
                                    </p:set>
                                    <p:animEffect transition="in" filter="wipe(left)">
                                      <p:cBhvr>
                                        <p:cTn id="182" dur="250"/>
                                        <p:tgtEl>
                                          <p:spTgt spid="535"/>
                                        </p:tgtEl>
                                      </p:cBhvr>
                                    </p:animEffect>
                                  </p:childTnLst>
                                </p:cTn>
                              </p:par>
                            </p:childTnLst>
                          </p:cTn>
                        </p:par>
                        <p:par>
                          <p:cTn id="183" fill="hold">
                            <p:stCondLst>
                              <p:cond delay="5150"/>
                            </p:stCondLst>
                            <p:childTnLst>
                              <p:par>
                                <p:cTn id="184" presetID="10" presetClass="entr" presetSubtype="0" fill="hold" nodeType="afterEffect">
                                  <p:stCondLst>
                                    <p:cond delay="0"/>
                                  </p:stCondLst>
                                  <p:childTnLst>
                                    <p:set>
                                      <p:cBhvr>
                                        <p:cTn id="185" dur="1" fill="hold">
                                          <p:stCondLst>
                                            <p:cond delay="0"/>
                                          </p:stCondLst>
                                        </p:cTn>
                                        <p:tgtEl>
                                          <p:spTgt spid="513"/>
                                        </p:tgtEl>
                                        <p:attrNameLst>
                                          <p:attrName>style.visibility</p:attrName>
                                        </p:attrNameLst>
                                      </p:cBhvr>
                                      <p:to>
                                        <p:strVal val="visible"/>
                                      </p:to>
                                    </p:set>
                                    <p:animEffect transition="in" filter="fade">
                                      <p:cBhvr>
                                        <p:cTn id="186" dur="150"/>
                                        <p:tgtEl>
                                          <p:spTgt spid="513"/>
                                        </p:tgtEl>
                                      </p:cBhvr>
                                    </p:animEffect>
                                  </p:childTnLst>
                                </p:cTn>
                              </p:par>
                            </p:childTnLst>
                          </p:cTn>
                        </p:par>
                        <p:par>
                          <p:cTn id="187" fill="hold">
                            <p:stCondLst>
                              <p:cond delay="5300"/>
                            </p:stCondLst>
                            <p:childTnLst>
                              <p:par>
                                <p:cTn id="188" presetID="22" presetClass="entr" presetSubtype="8" fill="hold" nodeType="afterEffect">
                                  <p:stCondLst>
                                    <p:cond delay="0"/>
                                  </p:stCondLst>
                                  <p:childTnLst>
                                    <p:set>
                                      <p:cBhvr>
                                        <p:cTn id="189" dur="1" fill="hold">
                                          <p:stCondLst>
                                            <p:cond delay="0"/>
                                          </p:stCondLst>
                                        </p:cTn>
                                        <p:tgtEl>
                                          <p:spTgt spid="537"/>
                                        </p:tgtEl>
                                        <p:attrNameLst>
                                          <p:attrName>style.visibility</p:attrName>
                                        </p:attrNameLst>
                                      </p:cBhvr>
                                      <p:to>
                                        <p:strVal val="visible"/>
                                      </p:to>
                                    </p:set>
                                    <p:animEffect transition="in" filter="wipe(left)">
                                      <p:cBhvr>
                                        <p:cTn id="190" dur="250"/>
                                        <p:tgtEl>
                                          <p:spTgt spid="537"/>
                                        </p:tgtEl>
                                      </p:cBhvr>
                                    </p:animEffect>
                                  </p:childTnLst>
                                </p:cTn>
                              </p:par>
                            </p:childTnLst>
                          </p:cTn>
                        </p:par>
                        <p:par>
                          <p:cTn id="191" fill="hold">
                            <p:stCondLst>
                              <p:cond delay="5550"/>
                            </p:stCondLst>
                            <p:childTnLst>
                              <p:par>
                                <p:cTn id="192" presetID="10" presetClass="entr" presetSubtype="0" fill="hold" grpId="0" nodeType="afterEffect">
                                  <p:stCondLst>
                                    <p:cond delay="0"/>
                                  </p:stCondLst>
                                  <p:childTnLst>
                                    <p:set>
                                      <p:cBhvr>
                                        <p:cTn id="193" dur="1" fill="hold">
                                          <p:stCondLst>
                                            <p:cond delay="0"/>
                                          </p:stCondLst>
                                        </p:cTn>
                                        <p:tgtEl>
                                          <p:spTgt spid="541"/>
                                        </p:tgtEl>
                                        <p:attrNameLst>
                                          <p:attrName>style.visibility</p:attrName>
                                        </p:attrNameLst>
                                      </p:cBhvr>
                                      <p:to>
                                        <p:strVal val="visible"/>
                                      </p:to>
                                    </p:set>
                                    <p:animEffect transition="in" filter="fade">
                                      <p:cBhvr>
                                        <p:cTn id="194" dur="150"/>
                                        <p:tgtEl>
                                          <p:spTgt spid="541"/>
                                        </p:tgtEl>
                                      </p:cBhvr>
                                    </p:animEffect>
                                  </p:childTnLst>
                                </p:cTn>
                              </p:par>
                              <p:par>
                                <p:cTn id="195" presetID="10" presetClass="entr" presetSubtype="0" fill="hold" nodeType="withEffect">
                                  <p:stCondLst>
                                    <p:cond delay="0"/>
                                  </p:stCondLst>
                                  <p:childTnLst>
                                    <p:set>
                                      <p:cBhvr>
                                        <p:cTn id="196" dur="1" fill="hold">
                                          <p:stCondLst>
                                            <p:cond delay="0"/>
                                          </p:stCondLst>
                                        </p:cTn>
                                        <p:tgtEl>
                                          <p:spTgt spid="321"/>
                                        </p:tgtEl>
                                        <p:attrNameLst>
                                          <p:attrName>style.visibility</p:attrName>
                                        </p:attrNameLst>
                                      </p:cBhvr>
                                      <p:to>
                                        <p:strVal val="visible"/>
                                      </p:to>
                                    </p:set>
                                    <p:animEffect transition="in" filter="fade">
                                      <p:cBhvr>
                                        <p:cTn id="197" dur="150"/>
                                        <p:tgtEl>
                                          <p:spTgt spid="321"/>
                                        </p:tgtEl>
                                      </p:cBhvr>
                                    </p:animEffect>
                                  </p:childTnLst>
                                </p:cTn>
                              </p:par>
                            </p:childTnLst>
                          </p:cTn>
                        </p:par>
                        <p:par>
                          <p:cTn id="198" fill="hold">
                            <p:stCondLst>
                              <p:cond delay="5700"/>
                            </p:stCondLst>
                            <p:childTnLst>
                              <p:par>
                                <p:cTn id="199" presetID="10" presetClass="entr" presetSubtype="0" fill="hold" nodeType="afterEffect">
                                  <p:stCondLst>
                                    <p:cond delay="0"/>
                                  </p:stCondLst>
                                  <p:childTnLst>
                                    <p:set>
                                      <p:cBhvr>
                                        <p:cTn id="200" dur="1" fill="hold">
                                          <p:stCondLst>
                                            <p:cond delay="0"/>
                                          </p:stCondLst>
                                        </p:cTn>
                                        <p:tgtEl>
                                          <p:spTgt spid="325"/>
                                        </p:tgtEl>
                                        <p:attrNameLst>
                                          <p:attrName>style.visibility</p:attrName>
                                        </p:attrNameLst>
                                      </p:cBhvr>
                                      <p:to>
                                        <p:strVal val="visible"/>
                                      </p:to>
                                    </p:set>
                                    <p:animEffect transition="in" filter="fade">
                                      <p:cBhvr>
                                        <p:cTn id="201" dur="150"/>
                                        <p:tgtEl>
                                          <p:spTgt spid="325"/>
                                        </p:tgtEl>
                                      </p:cBhvr>
                                    </p:animEffect>
                                  </p:childTnLst>
                                </p:cTn>
                              </p:par>
                            </p:childTnLst>
                          </p:cTn>
                        </p:par>
                        <p:par>
                          <p:cTn id="202" fill="hold">
                            <p:stCondLst>
                              <p:cond delay="5850"/>
                            </p:stCondLst>
                            <p:childTnLst>
                              <p:par>
                                <p:cTn id="203" presetID="10" presetClass="entr" presetSubtype="0" fill="hold" nodeType="afterEffect">
                                  <p:stCondLst>
                                    <p:cond delay="0"/>
                                  </p:stCondLst>
                                  <p:childTnLst>
                                    <p:set>
                                      <p:cBhvr>
                                        <p:cTn id="204" dur="1" fill="hold">
                                          <p:stCondLst>
                                            <p:cond delay="0"/>
                                          </p:stCondLst>
                                        </p:cTn>
                                        <p:tgtEl>
                                          <p:spTgt spid="329"/>
                                        </p:tgtEl>
                                        <p:attrNameLst>
                                          <p:attrName>style.visibility</p:attrName>
                                        </p:attrNameLst>
                                      </p:cBhvr>
                                      <p:to>
                                        <p:strVal val="visible"/>
                                      </p:to>
                                    </p:set>
                                    <p:animEffect transition="in" filter="fade">
                                      <p:cBhvr>
                                        <p:cTn id="205" dur="150"/>
                                        <p:tgtEl>
                                          <p:spTgt spid="329"/>
                                        </p:tgtEl>
                                      </p:cBhvr>
                                    </p:animEffect>
                                  </p:childTnLst>
                                </p:cTn>
                              </p:par>
                            </p:childTnLst>
                          </p:cTn>
                        </p:par>
                        <p:par>
                          <p:cTn id="206" fill="hold">
                            <p:stCondLst>
                              <p:cond delay="6000"/>
                            </p:stCondLst>
                            <p:childTnLst>
                              <p:par>
                                <p:cTn id="207" presetID="10" presetClass="entr" presetSubtype="0" fill="hold" nodeType="afterEffect">
                                  <p:stCondLst>
                                    <p:cond delay="0"/>
                                  </p:stCondLst>
                                  <p:childTnLst>
                                    <p:set>
                                      <p:cBhvr>
                                        <p:cTn id="208" dur="1" fill="hold">
                                          <p:stCondLst>
                                            <p:cond delay="0"/>
                                          </p:stCondLst>
                                        </p:cTn>
                                        <p:tgtEl>
                                          <p:spTgt spid="333"/>
                                        </p:tgtEl>
                                        <p:attrNameLst>
                                          <p:attrName>style.visibility</p:attrName>
                                        </p:attrNameLst>
                                      </p:cBhvr>
                                      <p:to>
                                        <p:strVal val="visible"/>
                                      </p:to>
                                    </p:set>
                                    <p:animEffect transition="in" filter="fade">
                                      <p:cBhvr>
                                        <p:cTn id="209" dur="150"/>
                                        <p:tgtEl>
                                          <p:spTgt spid="333"/>
                                        </p:tgtEl>
                                      </p:cBhvr>
                                    </p:animEffect>
                                  </p:childTnLst>
                                </p:cTn>
                              </p:par>
                            </p:childTnLst>
                          </p:cTn>
                        </p:par>
                        <p:par>
                          <p:cTn id="210" fill="hold">
                            <p:stCondLst>
                              <p:cond delay="6150"/>
                            </p:stCondLst>
                            <p:childTnLst>
                              <p:par>
                                <p:cTn id="211" presetID="22" presetClass="entr" presetSubtype="8" fill="hold" nodeType="afterEffect">
                                  <p:stCondLst>
                                    <p:cond delay="0"/>
                                  </p:stCondLst>
                                  <p:childTnLst>
                                    <p:set>
                                      <p:cBhvr>
                                        <p:cTn id="212" dur="1" fill="hold">
                                          <p:stCondLst>
                                            <p:cond delay="0"/>
                                          </p:stCondLst>
                                        </p:cTn>
                                        <p:tgtEl>
                                          <p:spTgt spid="538"/>
                                        </p:tgtEl>
                                        <p:attrNameLst>
                                          <p:attrName>style.visibility</p:attrName>
                                        </p:attrNameLst>
                                      </p:cBhvr>
                                      <p:to>
                                        <p:strVal val="visible"/>
                                      </p:to>
                                    </p:set>
                                    <p:animEffect transition="in" filter="wipe(left)">
                                      <p:cBhvr>
                                        <p:cTn id="213" dur="250"/>
                                        <p:tgtEl>
                                          <p:spTgt spid="538"/>
                                        </p:tgtEl>
                                      </p:cBhvr>
                                    </p:animEffect>
                                  </p:childTnLst>
                                </p:cTn>
                              </p:par>
                            </p:childTnLst>
                          </p:cTn>
                        </p:par>
                        <p:par>
                          <p:cTn id="214" fill="hold">
                            <p:stCondLst>
                              <p:cond delay="6400"/>
                            </p:stCondLst>
                            <p:childTnLst>
                              <p:par>
                                <p:cTn id="215" presetID="10" presetClass="entr" presetSubtype="0" fill="hold" grpId="0" nodeType="afterEffect">
                                  <p:stCondLst>
                                    <p:cond delay="0"/>
                                  </p:stCondLst>
                                  <p:childTnLst>
                                    <p:set>
                                      <p:cBhvr>
                                        <p:cTn id="216" dur="1" fill="hold">
                                          <p:stCondLst>
                                            <p:cond delay="0"/>
                                          </p:stCondLst>
                                        </p:cTn>
                                        <p:tgtEl>
                                          <p:spTgt spid="545"/>
                                        </p:tgtEl>
                                        <p:attrNameLst>
                                          <p:attrName>style.visibility</p:attrName>
                                        </p:attrNameLst>
                                      </p:cBhvr>
                                      <p:to>
                                        <p:strVal val="visible"/>
                                      </p:to>
                                    </p:set>
                                    <p:animEffect transition="in" filter="fade">
                                      <p:cBhvr>
                                        <p:cTn id="217" dur="250"/>
                                        <p:tgtEl>
                                          <p:spTgt spid="545"/>
                                        </p:tgtEl>
                                      </p:cBhvr>
                                    </p:animEffect>
                                  </p:childTnLst>
                                </p:cTn>
                              </p:par>
                            </p:childTnLst>
                          </p:cTn>
                        </p:par>
                        <p:par>
                          <p:cTn id="218" fill="hold">
                            <p:stCondLst>
                              <p:cond delay="6650"/>
                            </p:stCondLst>
                            <p:childTnLst>
                              <p:par>
                                <p:cTn id="219" presetID="10" presetClass="entr" presetSubtype="0" fill="hold" nodeType="afterEffect">
                                  <p:stCondLst>
                                    <p:cond delay="0"/>
                                  </p:stCondLst>
                                  <p:childTnLst>
                                    <p:set>
                                      <p:cBhvr>
                                        <p:cTn id="220" dur="1" fill="hold">
                                          <p:stCondLst>
                                            <p:cond delay="0"/>
                                          </p:stCondLst>
                                        </p:cTn>
                                        <p:tgtEl>
                                          <p:spTgt spid="405"/>
                                        </p:tgtEl>
                                        <p:attrNameLst>
                                          <p:attrName>style.visibility</p:attrName>
                                        </p:attrNameLst>
                                      </p:cBhvr>
                                      <p:to>
                                        <p:strVal val="visible"/>
                                      </p:to>
                                    </p:set>
                                    <p:animEffect transition="in" filter="fade">
                                      <p:cBhvr>
                                        <p:cTn id="221" dur="150"/>
                                        <p:tgtEl>
                                          <p:spTgt spid="405"/>
                                        </p:tgtEl>
                                      </p:cBhvr>
                                    </p:animEffect>
                                  </p:childTnLst>
                                </p:cTn>
                              </p:par>
                            </p:childTnLst>
                          </p:cTn>
                        </p:par>
                        <p:par>
                          <p:cTn id="222" fill="hold">
                            <p:stCondLst>
                              <p:cond delay="6800"/>
                            </p:stCondLst>
                            <p:childTnLst>
                              <p:par>
                                <p:cTn id="223" presetID="10" presetClass="entr" presetSubtype="0" fill="hold" nodeType="afterEffect">
                                  <p:stCondLst>
                                    <p:cond delay="0"/>
                                  </p:stCondLst>
                                  <p:childTnLst>
                                    <p:set>
                                      <p:cBhvr>
                                        <p:cTn id="224" dur="1" fill="hold">
                                          <p:stCondLst>
                                            <p:cond delay="0"/>
                                          </p:stCondLst>
                                        </p:cTn>
                                        <p:tgtEl>
                                          <p:spTgt spid="409"/>
                                        </p:tgtEl>
                                        <p:attrNameLst>
                                          <p:attrName>style.visibility</p:attrName>
                                        </p:attrNameLst>
                                      </p:cBhvr>
                                      <p:to>
                                        <p:strVal val="visible"/>
                                      </p:to>
                                    </p:set>
                                    <p:animEffect transition="in" filter="fade">
                                      <p:cBhvr>
                                        <p:cTn id="225" dur="150"/>
                                        <p:tgtEl>
                                          <p:spTgt spid="409"/>
                                        </p:tgtEl>
                                      </p:cBhvr>
                                    </p:animEffect>
                                  </p:childTnLst>
                                </p:cTn>
                              </p:par>
                            </p:childTnLst>
                          </p:cTn>
                        </p:par>
                        <p:par>
                          <p:cTn id="226" fill="hold">
                            <p:stCondLst>
                              <p:cond delay="6950"/>
                            </p:stCondLst>
                            <p:childTnLst>
                              <p:par>
                                <p:cTn id="227" presetID="10" presetClass="entr" presetSubtype="0" fill="hold" nodeType="afterEffect">
                                  <p:stCondLst>
                                    <p:cond delay="0"/>
                                  </p:stCondLst>
                                  <p:childTnLst>
                                    <p:set>
                                      <p:cBhvr>
                                        <p:cTn id="228" dur="1" fill="hold">
                                          <p:stCondLst>
                                            <p:cond delay="0"/>
                                          </p:stCondLst>
                                        </p:cTn>
                                        <p:tgtEl>
                                          <p:spTgt spid="413"/>
                                        </p:tgtEl>
                                        <p:attrNameLst>
                                          <p:attrName>style.visibility</p:attrName>
                                        </p:attrNameLst>
                                      </p:cBhvr>
                                      <p:to>
                                        <p:strVal val="visible"/>
                                      </p:to>
                                    </p:set>
                                    <p:animEffect transition="in" filter="fade">
                                      <p:cBhvr>
                                        <p:cTn id="229" dur="150"/>
                                        <p:tgtEl>
                                          <p:spTgt spid="413"/>
                                        </p:tgtEl>
                                      </p:cBhvr>
                                    </p:animEffect>
                                  </p:childTnLst>
                                </p:cTn>
                              </p:par>
                            </p:childTnLst>
                          </p:cTn>
                        </p:par>
                        <p:par>
                          <p:cTn id="230" fill="hold">
                            <p:stCondLst>
                              <p:cond delay="7100"/>
                            </p:stCondLst>
                            <p:childTnLst>
                              <p:par>
                                <p:cTn id="231" presetID="10" presetClass="entr" presetSubtype="0" fill="hold" nodeType="afterEffect">
                                  <p:stCondLst>
                                    <p:cond delay="0"/>
                                  </p:stCondLst>
                                  <p:childTnLst>
                                    <p:set>
                                      <p:cBhvr>
                                        <p:cTn id="232" dur="1" fill="hold">
                                          <p:stCondLst>
                                            <p:cond delay="0"/>
                                          </p:stCondLst>
                                        </p:cTn>
                                        <p:tgtEl>
                                          <p:spTgt spid="393"/>
                                        </p:tgtEl>
                                        <p:attrNameLst>
                                          <p:attrName>style.visibility</p:attrName>
                                        </p:attrNameLst>
                                      </p:cBhvr>
                                      <p:to>
                                        <p:strVal val="visible"/>
                                      </p:to>
                                    </p:set>
                                    <p:animEffect transition="in" filter="fade">
                                      <p:cBhvr>
                                        <p:cTn id="233" dur="150"/>
                                        <p:tgtEl>
                                          <p:spTgt spid="393"/>
                                        </p:tgtEl>
                                      </p:cBhvr>
                                    </p:animEffect>
                                  </p:childTnLst>
                                </p:cTn>
                              </p:par>
                            </p:childTnLst>
                          </p:cTn>
                        </p:par>
                        <p:par>
                          <p:cTn id="234" fill="hold">
                            <p:stCondLst>
                              <p:cond delay="7250"/>
                            </p:stCondLst>
                            <p:childTnLst>
                              <p:par>
                                <p:cTn id="235" presetID="10" presetClass="entr" presetSubtype="0" fill="hold" nodeType="afterEffect">
                                  <p:stCondLst>
                                    <p:cond delay="0"/>
                                  </p:stCondLst>
                                  <p:childTnLst>
                                    <p:set>
                                      <p:cBhvr>
                                        <p:cTn id="236" dur="1" fill="hold">
                                          <p:stCondLst>
                                            <p:cond delay="0"/>
                                          </p:stCondLst>
                                        </p:cTn>
                                        <p:tgtEl>
                                          <p:spTgt spid="397"/>
                                        </p:tgtEl>
                                        <p:attrNameLst>
                                          <p:attrName>style.visibility</p:attrName>
                                        </p:attrNameLst>
                                      </p:cBhvr>
                                      <p:to>
                                        <p:strVal val="visible"/>
                                      </p:to>
                                    </p:set>
                                    <p:animEffect transition="in" filter="fade">
                                      <p:cBhvr>
                                        <p:cTn id="237" dur="150"/>
                                        <p:tgtEl>
                                          <p:spTgt spid="397"/>
                                        </p:tgtEl>
                                      </p:cBhvr>
                                    </p:animEffect>
                                  </p:childTnLst>
                                </p:cTn>
                              </p:par>
                            </p:childTnLst>
                          </p:cTn>
                        </p:par>
                        <p:par>
                          <p:cTn id="238" fill="hold">
                            <p:stCondLst>
                              <p:cond delay="7400"/>
                            </p:stCondLst>
                            <p:childTnLst>
                              <p:par>
                                <p:cTn id="239" presetID="10" presetClass="entr" presetSubtype="0" fill="hold" nodeType="afterEffect">
                                  <p:stCondLst>
                                    <p:cond delay="0"/>
                                  </p:stCondLst>
                                  <p:childTnLst>
                                    <p:set>
                                      <p:cBhvr>
                                        <p:cTn id="240" dur="1" fill="hold">
                                          <p:stCondLst>
                                            <p:cond delay="0"/>
                                          </p:stCondLst>
                                        </p:cTn>
                                        <p:tgtEl>
                                          <p:spTgt spid="401"/>
                                        </p:tgtEl>
                                        <p:attrNameLst>
                                          <p:attrName>style.visibility</p:attrName>
                                        </p:attrNameLst>
                                      </p:cBhvr>
                                      <p:to>
                                        <p:strVal val="visible"/>
                                      </p:to>
                                    </p:set>
                                    <p:animEffect transition="in" filter="fade">
                                      <p:cBhvr>
                                        <p:cTn id="241" dur="150"/>
                                        <p:tgtEl>
                                          <p:spTgt spid="401"/>
                                        </p:tgtEl>
                                      </p:cBhvr>
                                    </p:animEffect>
                                  </p:childTnLst>
                                </p:cTn>
                              </p:par>
                            </p:childTnLst>
                          </p:cTn>
                        </p:par>
                        <p:par>
                          <p:cTn id="242" fill="hold">
                            <p:stCondLst>
                              <p:cond delay="7550"/>
                            </p:stCondLst>
                            <p:childTnLst>
                              <p:par>
                                <p:cTn id="243" presetID="10" presetClass="entr" presetSubtype="0" fill="hold" nodeType="afterEffect">
                                  <p:stCondLst>
                                    <p:cond delay="0"/>
                                  </p:stCondLst>
                                  <p:childTnLst>
                                    <p:set>
                                      <p:cBhvr>
                                        <p:cTn id="244" dur="1" fill="hold">
                                          <p:stCondLst>
                                            <p:cond delay="0"/>
                                          </p:stCondLst>
                                        </p:cTn>
                                        <p:tgtEl>
                                          <p:spTgt spid="381"/>
                                        </p:tgtEl>
                                        <p:attrNameLst>
                                          <p:attrName>style.visibility</p:attrName>
                                        </p:attrNameLst>
                                      </p:cBhvr>
                                      <p:to>
                                        <p:strVal val="visible"/>
                                      </p:to>
                                    </p:set>
                                    <p:animEffect transition="in" filter="fade">
                                      <p:cBhvr>
                                        <p:cTn id="245" dur="150"/>
                                        <p:tgtEl>
                                          <p:spTgt spid="381"/>
                                        </p:tgtEl>
                                      </p:cBhvr>
                                    </p:animEffect>
                                  </p:childTnLst>
                                </p:cTn>
                              </p:par>
                            </p:childTnLst>
                          </p:cTn>
                        </p:par>
                        <p:par>
                          <p:cTn id="246" fill="hold">
                            <p:stCondLst>
                              <p:cond delay="7700"/>
                            </p:stCondLst>
                            <p:childTnLst>
                              <p:par>
                                <p:cTn id="247" presetID="10" presetClass="entr" presetSubtype="0" fill="hold" nodeType="afterEffect">
                                  <p:stCondLst>
                                    <p:cond delay="0"/>
                                  </p:stCondLst>
                                  <p:childTnLst>
                                    <p:set>
                                      <p:cBhvr>
                                        <p:cTn id="248" dur="1" fill="hold">
                                          <p:stCondLst>
                                            <p:cond delay="0"/>
                                          </p:stCondLst>
                                        </p:cTn>
                                        <p:tgtEl>
                                          <p:spTgt spid="385"/>
                                        </p:tgtEl>
                                        <p:attrNameLst>
                                          <p:attrName>style.visibility</p:attrName>
                                        </p:attrNameLst>
                                      </p:cBhvr>
                                      <p:to>
                                        <p:strVal val="visible"/>
                                      </p:to>
                                    </p:set>
                                    <p:animEffect transition="in" filter="fade">
                                      <p:cBhvr>
                                        <p:cTn id="249" dur="150"/>
                                        <p:tgtEl>
                                          <p:spTgt spid="385"/>
                                        </p:tgtEl>
                                      </p:cBhvr>
                                    </p:animEffect>
                                  </p:childTnLst>
                                </p:cTn>
                              </p:par>
                            </p:childTnLst>
                          </p:cTn>
                        </p:par>
                        <p:par>
                          <p:cTn id="250" fill="hold">
                            <p:stCondLst>
                              <p:cond delay="7850"/>
                            </p:stCondLst>
                            <p:childTnLst>
                              <p:par>
                                <p:cTn id="251" presetID="10" presetClass="entr" presetSubtype="0" fill="hold" nodeType="afterEffect">
                                  <p:stCondLst>
                                    <p:cond delay="0"/>
                                  </p:stCondLst>
                                  <p:childTnLst>
                                    <p:set>
                                      <p:cBhvr>
                                        <p:cTn id="252" dur="1" fill="hold">
                                          <p:stCondLst>
                                            <p:cond delay="0"/>
                                          </p:stCondLst>
                                        </p:cTn>
                                        <p:tgtEl>
                                          <p:spTgt spid="389"/>
                                        </p:tgtEl>
                                        <p:attrNameLst>
                                          <p:attrName>style.visibility</p:attrName>
                                        </p:attrNameLst>
                                      </p:cBhvr>
                                      <p:to>
                                        <p:strVal val="visible"/>
                                      </p:to>
                                    </p:set>
                                    <p:animEffect transition="in" filter="fade">
                                      <p:cBhvr>
                                        <p:cTn id="253" dur="150"/>
                                        <p:tgtEl>
                                          <p:spTgt spid="389"/>
                                        </p:tgtEl>
                                      </p:cBhvr>
                                    </p:animEffect>
                                  </p:childTnLst>
                                </p:cTn>
                              </p:par>
                            </p:childTnLst>
                          </p:cTn>
                        </p:par>
                        <p:par>
                          <p:cTn id="254" fill="hold">
                            <p:stCondLst>
                              <p:cond delay="8000"/>
                            </p:stCondLst>
                            <p:childTnLst>
                              <p:par>
                                <p:cTn id="255" presetID="10" presetClass="entr" presetSubtype="0" fill="hold" nodeType="afterEffect">
                                  <p:stCondLst>
                                    <p:cond delay="0"/>
                                  </p:stCondLst>
                                  <p:childTnLst>
                                    <p:set>
                                      <p:cBhvr>
                                        <p:cTn id="256" dur="1" fill="hold">
                                          <p:stCondLst>
                                            <p:cond delay="0"/>
                                          </p:stCondLst>
                                        </p:cTn>
                                        <p:tgtEl>
                                          <p:spTgt spid="369"/>
                                        </p:tgtEl>
                                        <p:attrNameLst>
                                          <p:attrName>style.visibility</p:attrName>
                                        </p:attrNameLst>
                                      </p:cBhvr>
                                      <p:to>
                                        <p:strVal val="visible"/>
                                      </p:to>
                                    </p:set>
                                    <p:animEffect transition="in" filter="fade">
                                      <p:cBhvr>
                                        <p:cTn id="257" dur="150"/>
                                        <p:tgtEl>
                                          <p:spTgt spid="369"/>
                                        </p:tgtEl>
                                      </p:cBhvr>
                                    </p:animEffect>
                                  </p:childTnLst>
                                </p:cTn>
                              </p:par>
                            </p:childTnLst>
                          </p:cTn>
                        </p:par>
                        <p:par>
                          <p:cTn id="258" fill="hold">
                            <p:stCondLst>
                              <p:cond delay="8150"/>
                            </p:stCondLst>
                            <p:childTnLst>
                              <p:par>
                                <p:cTn id="259" presetID="10" presetClass="entr" presetSubtype="0" fill="hold" nodeType="afterEffect">
                                  <p:stCondLst>
                                    <p:cond delay="0"/>
                                  </p:stCondLst>
                                  <p:childTnLst>
                                    <p:set>
                                      <p:cBhvr>
                                        <p:cTn id="260" dur="1" fill="hold">
                                          <p:stCondLst>
                                            <p:cond delay="0"/>
                                          </p:stCondLst>
                                        </p:cTn>
                                        <p:tgtEl>
                                          <p:spTgt spid="373"/>
                                        </p:tgtEl>
                                        <p:attrNameLst>
                                          <p:attrName>style.visibility</p:attrName>
                                        </p:attrNameLst>
                                      </p:cBhvr>
                                      <p:to>
                                        <p:strVal val="visible"/>
                                      </p:to>
                                    </p:set>
                                    <p:animEffect transition="in" filter="fade">
                                      <p:cBhvr>
                                        <p:cTn id="261" dur="150"/>
                                        <p:tgtEl>
                                          <p:spTgt spid="373"/>
                                        </p:tgtEl>
                                      </p:cBhvr>
                                    </p:animEffect>
                                  </p:childTnLst>
                                </p:cTn>
                              </p:par>
                            </p:childTnLst>
                          </p:cTn>
                        </p:par>
                        <p:par>
                          <p:cTn id="262" fill="hold">
                            <p:stCondLst>
                              <p:cond delay="8300"/>
                            </p:stCondLst>
                            <p:childTnLst>
                              <p:par>
                                <p:cTn id="263" presetID="10" presetClass="entr" presetSubtype="0" fill="hold" nodeType="afterEffect">
                                  <p:stCondLst>
                                    <p:cond delay="0"/>
                                  </p:stCondLst>
                                  <p:childTnLst>
                                    <p:set>
                                      <p:cBhvr>
                                        <p:cTn id="264" dur="1" fill="hold">
                                          <p:stCondLst>
                                            <p:cond delay="0"/>
                                          </p:stCondLst>
                                        </p:cTn>
                                        <p:tgtEl>
                                          <p:spTgt spid="377"/>
                                        </p:tgtEl>
                                        <p:attrNameLst>
                                          <p:attrName>style.visibility</p:attrName>
                                        </p:attrNameLst>
                                      </p:cBhvr>
                                      <p:to>
                                        <p:strVal val="visible"/>
                                      </p:to>
                                    </p:set>
                                    <p:animEffect transition="in" filter="fade">
                                      <p:cBhvr>
                                        <p:cTn id="265" dur="150"/>
                                        <p:tgtEl>
                                          <p:spTgt spid="377"/>
                                        </p:tgtEl>
                                      </p:cBhvr>
                                    </p:animEffect>
                                  </p:childTnLst>
                                </p:cTn>
                              </p:par>
                              <p:par>
                                <p:cTn id="266" presetID="10" presetClass="entr" presetSubtype="0" fill="hold" nodeType="withEffect">
                                  <p:stCondLst>
                                    <p:cond delay="0"/>
                                  </p:stCondLst>
                                  <p:childTnLst>
                                    <p:set>
                                      <p:cBhvr>
                                        <p:cTn id="267" dur="1" fill="hold">
                                          <p:stCondLst>
                                            <p:cond delay="0"/>
                                          </p:stCondLst>
                                        </p:cTn>
                                        <p:tgtEl>
                                          <p:spTgt spid="453"/>
                                        </p:tgtEl>
                                        <p:attrNameLst>
                                          <p:attrName>style.visibility</p:attrName>
                                        </p:attrNameLst>
                                      </p:cBhvr>
                                      <p:to>
                                        <p:strVal val="visible"/>
                                      </p:to>
                                    </p:set>
                                    <p:animEffect transition="in" filter="fade">
                                      <p:cBhvr>
                                        <p:cTn id="268" dur="150"/>
                                        <p:tgtEl>
                                          <p:spTgt spid="453"/>
                                        </p:tgtEl>
                                      </p:cBhvr>
                                    </p:animEffect>
                                  </p:childTnLst>
                                </p:cTn>
                              </p:par>
                            </p:childTnLst>
                          </p:cTn>
                        </p:par>
                        <p:par>
                          <p:cTn id="269" fill="hold">
                            <p:stCondLst>
                              <p:cond delay="8450"/>
                            </p:stCondLst>
                            <p:childTnLst>
                              <p:par>
                                <p:cTn id="270" presetID="10" presetClass="entr" presetSubtype="0" fill="hold" nodeType="afterEffect">
                                  <p:stCondLst>
                                    <p:cond delay="0"/>
                                  </p:stCondLst>
                                  <p:childTnLst>
                                    <p:set>
                                      <p:cBhvr>
                                        <p:cTn id="271" dur="1" fill="hold">
                                          <p:stCondLst>
                                            <p:cond delay="0"/>
                                          </p:stCondLst>
                                        </p:cTn>
                                        <p:tgtEl>
                                          <p:spTgt spid="457"/>
                                        </p:tgtEl>
                                        <p:attrNameLst>
                                          <p:attrName>style.visibility</p:attrName>
                                        </p:attrNameLst>
                                      </p:cBhvr>
                                      <p:to>
                                        <p:strVal val="visible"/>
                                      </p:to>
                                    </p:set>
                                    <p:animEffect transition="in" filter="fade">
                                      <p:cBhvr>
                                        <p:cTn id="272" dur="150"/>
                                        <p:tgtEl>
                                          <p:spTgt spid="457"/>
                                        </p:tgtEl>
                                      </p:cBhvr>
                                    </p:animEffect>
                                  </p:childTnLst>
                                </p:cTn>
                              </p:par>
                              <p:par>
                                <p:cTn id="273" presetID="10" presetClass="entr" presetSubtype="0" fill="hold" nodeType="withEffect">
                                  <p:stCondLst>
                                    <p:cond delay="0"/>
                                  </p:stCondLst>
                                  <p:childTnLst>
                                    <p:set>
                                      <p:cBhvr>
                                        <p:cTn id="274" dur="1" fill="hold">
                                          <p:stCondLst>
                                            <p:cond delay="0"/>
                                          </p:stCondLst>
                                        </p:cTn>
                                        <p:tgtEl>
                                          <p:spTgt spid="461"/>
                                        </p:tgtEl>
                                        <p:attrNameLst>
                                          <p:attrName>style.visibility</p:attrName>
                                        </p:attrNameLst>
                                      </p:cBhvr>
                                      <p:to>
                                        <p:strVal val="visible"/>
                                      </p:to>
                                    </p:set>
                                    <p:animEffect transition="in" filter="fade">
                                      <p:cBhvr>
                                        <p:cTn id="275" dur="150"/>
                                        <p:tgtEl>
                                          <p:spTgt spid="461"/>
                                        </p:tgtEl>
                                      </p:cBhvr>
                                    </p:animEffect>
                                  </p:childTnLst>
                                </p:cTn>
                              </p:par>
                              <p:par>
                                <p:cTn id="276" presetID="10" presetClass="entr" presetSubtype="0" fill="hold" nodeType="withEffect">
                                  <p:stCondLst>
                                    <p:cond delay="0"/>
                                  </p:stCondLst>
                                  <p:childTnLst>
                                    <p:set>
                                      <p:cBhvr>
                                        <p:cTn id="277" dur="1" fill="hold">
                                          <p:stCondLst>
                                            <p:cond delay="0"/>
                                          </p:stCondLst>
                                        </p:cTn>
                                        <p:tgtEl>
                                          <p:spTgt spid="441"/>
                                        </p:tgtEl>
                                        <p:attrNameLst>
                                          <p:attrName>style.visibility</p:attrName>
                                        </p:attrNameLst>
                                      </p:cBhvr>
                                      <p:to>
                                        <p:strVal val="visible"/>
                                      </p:to>
                                    </p:set>
                                    <p:animEffect transition="in" filter="fade">
                                      <p:cBhvr>
                                        <p:cTn id="278" dur="150"/>
                                        <p:tgtEl>
                                          <p:spTgt spid="441"/>
                                        </p:tgtEl>
                                      </p:cBhvr>
                                    </p:animEffect>
                                  </p:childTnLst>
                                </p:cTn>
                              </p:par>
                            </p:childTnLst>
                          </p:cTn>
                        </p:par>
                        <p:par>
                          <p:cTn id="279" fill="hold">
                            <p:stCondLst>
                              <p:cond delay="8600"/>
                            </p:stCondLst>
                            <p:childTnLst>
                              <p:par>
                                <p:cTn id="280" presetID="10" presetClass="entr" presetSubtype="0" fill="hold" nodeType="afterEffect">
                                  <p:stCondLst>
                                    <p:cond delay="0"/>
                                  </p:stCondLst>
                                  <p:childTnLst>
                                    <p:set>
                                      <p:cBhvr>
                                        <p:cTn id="281" dur="1" fill="hold">
                                          <p:stCondLst>
                                            <p:cond delay="0"/>
                                          </p:stCondLst>
                                        </p:cTn>
                                        <p:tgtEl>
                                          <p:spTgt spid="445"/>
                                        </p:tgtEl>
                                        <p:attrNameLst>
                                          <p:attrName>style.visibility</p:attrName>
                                        </p:attrNameLst>
                                      </p:cBhvr>
                                      <p:to>
                                        <p:strVal val="visible"/>
                                      </p:to>
                                    </p:set>
                                    <p:animEffect transition="in" filter="fade">
                                      <p:cBhvr>
                                        <p:cTn id="282" dur="150"/>
                                        <p:tgtEl>
                                          <p:spTgt spid="445"/>
                                        </p:tgtEl>
                                      </p:cBhvr>
                                    </p:animEffect>
                                  </p:childTnLst>
                                </p:cTn>
                              </p:par>
                              <p:par>
                                <p:cTn id="283" presetID="10" presetClass="entr" presetSubtype="0" fill="hold" nodeType="withEffect">
                                  <p:stCondLst>
                                    <p:cond delay="0"/>
                                  </p:stCondLst>
                                  <p:childTnLst>
                                    <p:set>
                                      <p:cBhvr>
                                        <p:cTn id="284" dur="1" fill="hold">
                                          <p:stCondLst>
                                            <p:cond delay="0"/>
                                          </p:stCondLst>
                                        </p:cTn>
                                        <p:tgtEl>
                                          <p:spTgt spid="449"/>
                                        </p:tgtEl>
                                        <p:attrNameLst>
                                          <p:attrName>style.visibility</p:attrName>
                                        </p:attrNameLst>
                                      </p:cBhvr>
                                      <p:to>
                                        <p:strVal val="visible"/>
                                      </p:to>
                                    </p:set>
                                    <p:animEffect transition="in" filter="fade">
                                      <p:cBhvr>
                                        <p:cTn id="285" dur="150"/>
                                        <p:tgtEl>
                                          <p:spTgt spid="449"/>
                                        </p:tgtEl>
                                      </p:cBhvr>
                                    </p:animEffect>
                                  </p:childTnLst>
                                </p:cTn>
                              </p:par>
                              <p:par>
                                <p:cTn id="286" presetID="10" presetClass="entr" presetSubtype="0" fill="hold" nodeType="withEffect">
                                  <p:stCondLst>
                                    <p:cond delay="0"/>
                                  </p:stCondLst>
                                  <p:childTnLst>
                                    <p:set>
                                      <p:cBhvr>
                                        <p:cTn id="287" dur="1" fill="hold">
                                          <p:stCondLst>
                                            <p:cond delay="0"/>
                                          </p:stCondLst>
                                        </p:cTn>
                                        <p:tgtEl>
                                          <p:spTgt spid="429"/>
                                        </p:tgtEl>
                                        <p:attrNameLst>
                                          <p:attrName>style.visibility</p:attrName>
                                        </p:attrNameLst>
                                      </p:cBhvr>
                                      <p:to>
                                        <p:strVal val="visible"/>
                                      </p:to>
                                    </p:set>
                                    <p:animEffect transition="in" filter="fade">
                                      <p:cBhvr>
                                        <p:cTn id="288" dur="150"/>
                                        <p:tgtEl>
                                          <p:spTgt spid="429"/>
                                        </p:tgtEl>
                                      </p:cBhvr>
                                    </p:animEffect>
                                  </p:childTnLst>
                                </p:cTn>
                              </p:par>
                            </p:childTnLst>
                          </p:cTn>
                        </p:par>
                        <p:par>
                          <p:cTn id="289" fill="hold">
                            <p:stCondLst>
                              <p:cond delay="8750"/>
                            </p:stCondLst>
                            <p:childTnLst>
                              <p:par>
                                <p:cTn id="290" presetID="10" presetClass="entr" presetSubtype="0" fill="hold" nodeType="afterEffect">
                                  <p:stCondLst>
                                    <p:cond delay="0"/>
                                  </p:stCondLst>
                                  <p:childTnLst>
                                    <p:set>
                                      <p:cBhvr>
                                        <p:cTn id="291" dur="1" fill="hold">
                                          <p:stCondLst>
                                            <p:cond delay="0"/>
                                          </p:stCondLst>
                                        </p:cTn>
                                        <p:tgtEl>
                                          <p:spTgt spid="433"/>
                                        </p:tgtEl>
                                        <p:attrNameLst>
                                          <p:attrName>style.visibility</p:attrName>
                                        </p:attrNameLst>
                                      </p:cBhvr>
                                      <p:to>
                                        <p:strVal val="visible"/>
                                      </p:to>
                                    </p:set>
                                    <p:animEffect transition="in" filter="fade">
                                      <p:cBhvr>
                                        <p:cTn id="292" dur="150"/>
                                        <p:tgtEl>
                                          <p:spTgt spid="433"/>
                                        </p:tgtEl>
                                      </p:cBhvr>
                                    </p:animEffect>
                                  </p:childTnLst>
                                </p:cTn>
                              </p:par>
                              <p:par>
                                <p:cTn id="293" presetID="10" presetClass="entr" presetSubtype="0" fill="hold" nodeType="withEffect">
                                  <p:stCondLst>
                                    <p:cond delay="0"/>
                                  </p:stCondLst>
                                  <p:childTnLst>
                                    <p:set>
                                      <p:cBhvr>
                                        <p:cTn id="294" dur="1" fill="hold">
                                          <p:stCondLst>
                                            <p:cond delay="0"/>
                                          </p:stCondLst>
                                        </p:cTn>
                                        <p:tgtEl>
                                          <p:spTgt spid="437"/>
                                        </p:tgtEl>
                                        <p:attrNameLst>
                                          <p:attrName>style.visibility</p:attrName>
                                        </p:attrNameLst>
                                      </p:cBhvr>
                                      <p:to>
                                        <p:strVal val="visible"/>
                                      </p:to>
                                    </p:set>
                                    <p:animEffect transition="in" filter="fade">
                                      <p:cBhvr>
                                        <p:cTn id="295" dur="150"/>
                                        <p:tgtEl>
                                          <p:spTgt spid="437"/>
                                        </p:tgtEl>
                                      </p:cBhvr>
                                    </p:animEffect>
                                  </p:childTnLst>
                                </p:cTn>
                              </p:par>
                              <p:par>
                                <p:cTn id="296" presetID="10" presetClass="entr" presetSubtype="0" fill="hold" nodeType="withEffect">
                                  <p:stCondLst>
                                    <p:cond delay="0"/>
                                  </p:stCondLst>
                                  <p:childTnLst>
                                    <p:set>
                                      <p:cBhvr>
                                        <p:cTn id="297" dur="1" fill="hold">
                                          <p:stCondLst>
                                            <p:cond delay="0"/>
                                          </p:stCondLst>
                                        </p:cTn>
                                        <p:tgtEl>
                                          <p:spTgt spid="417"/>
                                        </p:tgtEl>
                                        <p:attrNameLst>
                                          <p:attrName>style.visibility</p:attrName>
                                        </p:attrNameLst>
                                      </p:cBhvr>
                                      <p:to>
                                        <p:strVal val="visible"/>
                                      </p:to>
                                    </p:set>
                                    <p:animEffect transition="in" filter="fade">
                                      <p:cBhvr>
                                        <p:cTn id="298" dur="150"/>
                                        <p:tgtEl>
                                          <p:spTgt spid="417"/>
                                        </p:tgtEl>
                                      </p:cBhvr>
                                    </p:animEffect>
                                  </p:childTnLst>
                                </p:cTn>
                              </p:par>
                            </p:childTnLst>
                          </p:cTn>
                        </p:par>
                        <p:par>
                          <p:cTn id="299" fill="hold">
                            <p:stCondLst>
                              <p:cond delay="8900"/>
                            </p:stCondLst>
                            <p:childTnLst>
                              <p:par>
                                <p:cTn id="300" presetID="10" presetClass="entr" presetSubtype="0" fill="hold" nodeType="afterEffect">
                                  <p:stCondLst>
                                    <p:cond delay="0"/>
                                  </p:stCondLst>
                                  <p:childTnLst>
                                    <p:set>
                                      <p:cBhvr>
                                        <p:cTn id="301" dur="1" fill="hold">
                                          <p:stCondLst>
                                            <p:cond delay="0"/>
                                          </p:stCondLst>
                                        </p:cTn>
                                        <p:tgtEl>
                                          <p:spTgt spid="421"/>
                                        </p:tgtEl>
                                        <p:attrNameLst>
                                          <p:attrName>style.visibility</p:attrName>
                                        </p:attrNameLst>
                                      </p:cBhvr>
                                      <p:to>
                                        <p:strVal val="visible"/>
                                      </p:to>
                                    </p:set>
                                    <p:animEffect transition="in" filter="fade">
                                      <p:cBhvr>
                                        <p:cTn id="302" dur="150"/>
                                        <p:tgtEl>
                                          <p:spTgt spid="421"/>
                                        </p:tgtEl>
                                      </p:cBhvr>
                                    </p:animEffect>
                                  </p:childTnLst>
                                </p:cTn>
                              </p:par>
                              <p:par>
                                <p:cTn id="303" presetID="10" presetClass="entr" presetSubtype="0" fill="hold" nodeType="withEffect">
                                  <p:stCondLst>
                                    <p:cond delay="0"/>
                                  </p:stCondLst>
                                  <p:childTnLst>
                                    <p:set>
                                      <p:cBhvr>
                                        <p:cTn id="304" dur="1" fill="hold">
                                          <p:stCondLst>
                                            <p:cond delay="0"/>
                                          </p:stCondLst>
                                        </p:cTn>
                                        <p:tgtEl>
                                          <p:spTgt spid="425"/>
                                        </p:tgtEl>
                                        <p:attrNameLst>
                                          <p:attrName>style.visibility</p:attrName>
                                        </p:attrNameLst>
                                      </p:cBhvr>
                                      <p:to>
                                        <p:strVal val="visible"/>
                                      </p:to>
                                    </p:set>
                                    <p:animEffect transition="in" filter="fade">
                                      <p:cBhvr>
                                        <p:cTn id="305" dur="150"/>
                                        <p:tgtEl>
                                          <p:spTgt spid="425"/>
                                        </p:tgtEl>
                                      </p:cBhvr>
                                    </p:animEffect>
                                  </p:childTnLst>
                                </p:cTn>
                              </p:par>
                              <p:par>
                                <p:cTn id="306" presetID="10" presetClass="entr" presetSubtype="0" fill="hold" nodeType="withEffect">
                                  <p:stCondLst>
                                    <p:cond delay="0"/>
                                  </p:stCondLst>
                                  <p:childTnLst>
                                    <p:set>
                                      <p:cBhvr>
                                        <p:cTn id="307" dur="1" fill="hold">
                                          <p:stCondLst>
                                            <p:cond delay="0"/>
                                          </p:stCondLst>
                                        </p:cTn>
                                        <p:tgtEl>
                                          <p:spTgt spid="501"/>
                                        </p:tgtEl>
                                        <p:attrNameLst>
                                          <p:attrName>style.visibility</p:attrName>
                                        </p:attrNameLst>
                                      </p:cBhvr>
                                      <p:to>
                                        <p:strVal val="visible"/>
                                      </p:to>
                                    </p:set>
                                    <p:animEffect transition="in" filter="fade">
                                      <p:cBhvr>
                                        <p:cTn id="308" dur="150"/>
                                        <p:tgtEl>
                                          <p:spTgt spid="501"/>
                                        </p:tgtEl>
                                      </p:cBhvr>
                                    </p:animEffect>
                                  </p:childTnLst>
                                </p:cTn>
                              </p:par>
                              <p:par>
                                <p:cTn id="309" presetID="10" presetClass="entr" presetSubtype="0" fill="hold" nodeType="withEffect">
                                  <p:stCondLst>
                                    <p:cond delay="0"/>
                                  </p:stCondLst>
                                  <p:childTnLst>
                                    <p:set>
                                      <p:cBhvr>
                                        <p:cTn id="310" dur="1" fill="hold">
                                          <p:stCondLst>
                                            <p:cond delay="0"/>
                                          </p:stCondLst>
                                        </p:cTn>
                                        <p:tgtEl>
                                          <p:spTgt spid="505"/>
                                        </p:tgtEl>
                                        <p:attrNameLst>
                                          <p:attrName>style.visibility</p:attrName>
                                        </p:attrNameLst>
                                      </p:cBhvr>
                                      <p:to>
                                        <p:strVal val="visible"/>
                                      </p:to>
                                    </p:set>
                                    <p:animEffect transition="in" filter="fade">
                                      <p:cBhvr>
                                        <p:cTn id="311" dur="150"/>
                                        <p:tgtEl>
                                          <p:spTgt spid="505"/>
                                        </p:tgtEl>
                                      </p:cBhvr>
                                    </p:animEffect>
                                  </p:childTnLst>
                                </p:cTn>
                              </p:par>
                              <p:par>
                                <p:cTn id="312" presetID="10" presetClass="entr" presetSubtype="0" fill="hold" nodeType="withEffect">
                                  <p:stCondLst>
                                    <p:cond delay="0"/>
                                  </p:stCondLst>
                                  <p:childTnLst>
                                    <p:set>
                                      <p:cBhvr>
                                        <p:cTn id="313" dur="1" fill="hold">
                                          <p:stCondLst>
                                            <p:cond delay="0"/>
                                          </p:stCondLst>
                                        </p:cTn>
                                        <p:tgtEl>
                                          <p:spTgt spid="509"/>
                                        </p:tgtEl>
                                        <p:attrNameLst>
                                          <p:attrName>style.visibility</p:attrName>
                                        </p:attrNameLst>
                                      </p:cBhvr>
                                      <p:to>
                                        <p:strVal val="visible"/>
                                      </p:to>
                                    </p:set>
                                    <p:animEffect transition="in" filter="fade">
                                      <p:cBhvr>
                                        <p:cTn id="314" dur="150"/>
                                        <p:tgtEl>
                                          <p:spTgt spid="509"/>
                                        </p:tgtEl>
                                      </p:cBhvr>
                                    </p:animEffect>
                                  </p:childTnLst>
                                </p:cTn>
                              </p:par>
                              <p:par>
                                <p:cTn id="315" presetID="10" presetClass="entr" presetSubtype="0" fill="hold" nodeType="withEffect">
                                  <p:stCondLst>
                                    <p:cond delay="0"/>
                                  </p:stCondLst>
                                  <p:childTnLst>
                                    <p:set>
                                      <p:cBhvr>
                                        <p:cTn id="316" dur="1" fill="hold">
                                          <p:stCondLst>
                                            <p:cond delay="0"/>
                                          </p:stCondLst>
                                        </p:cTn>
                                        <p:tgtEl>
                                          <p:spTgt spid="489"/>
                                        </p:tgtEl>
                                        <p:attrNameLst>
                                          <p:attrName>style.visibility</p:attrName>
                                        </p:attrNameLst>
                                      </p:cBhvr>
                                      <p:to>
                                        <p:strVal val="visible"/>
                                      </p:to>
                                    </p:set>
                                    <p:animEffect transition="in" filter="fade">
                                      <p:cBhvr>
                                        <p:cTn id="317" dur="150"/>
                                        <p:tgtEl>
                                          <p:spTgt spid="489"/>
                                        </p:tgtEl>
                                      </p:cBhvr>
                                    </p:animEffect>
                                  </p:childTnLst>
                                </p:cTn>
                              </p:par>
                              <p:par>
                                <p:cTn id="318" presetID="10" presetClass="entr" presetSubtype="0" fill="hold" nodeType="withEffect">
                                  <p:stCondLst>
                                    <p:cond delay="0"/>
                                  </p:stCondLst>
                                  <p:childTnLst>
                                    <p:set>
                                      <p:cBhvr>
                                        <p:cTn id="319" dur="1" fill="hold">
                                          <p:stCondLst>
                                            <p:cond delay="0"/>
                                          </p:stCondLst>
                                        </p:cTn>
                                        <p:tgtEl>
                                          <p:spTgt spid="493"/>
                                        </p:tgtEl>
                                        <p:attrNameLst>
                                          <p:attrName>style.visibility</p:attrName>
                                        </p:attrNameLst>
                                      </p:cBhvr>
                                      <p:to>
                                        <p:strVal val="visible"/>
                                      </p:to>
                                    </p:set>
                                    <p:animEffect transition="in" filter="fade">
                                      <p:cBhvr>
                                        <p:cTn id="320" dur="150"/>
                                        <p:tgtEl>
                                          <p:spTgt spid="493"/>
                                        </p:tgtEl>
                                      </p:cBhvr>
                                    </p:animEffect>
                                  </p:childTnLst>
                                </p:cTn>
                              </p:par>
                              <p:par>
                                <p:cTn id="321" presetID="10" presetClass="entr" presetSubtype="0" fill="hold" nodeType="withEffect">
                                  <p:stCondLst>
                                    <p:cond delay="0"/>
                                  </p:stCondLst>
                                  <p:childTnLst>
                                    <p:set>
                                      <p:cBhvr>
                                        <p:cTn id="322" dur="1" fill="hold">
                                          <p:stCondLst>
                                            <p:cond delay="0"/>
                                          </p:stCondLst>
                                        </p:cTn>
                                        <p:tgtEl>
                                          <p:spTgt spid="497"/>
                                        </p:tgtEl>
                                        <p:attrNameLst>
                                          <p:attrName>style.visibility</p:attrName>
                                        </p:attrNameLst>
                                      </p:cBhvr>
                                      <p:to>
                                        <p:strVal val="visible"/>
                                      </p:to>
                                    </p:set>
                                    <p:animEffect transition="in" filter="fade">
                                      <p:cBhvr>
                                        <p:cTn id="323" dur="150"/>
                                        <p:tgtEl>
                                          <p:spTgt spid="497"/>
                                        </p:tgtEl>
                                      </p:cBhvr>
                                    </p:animEffect>
                                  </p:childTnLst>
                                </p:cTn>
                              </p:par>
                              <p:par>
                                <p:cTn id="324" presetID="10" presetClass="entr" presetSubtype="0" fill="hold" nodeType="withEffect">
                                  <p:stCondLst>
                                    <p:cond delay="0"/>
                                  </p:stCondLst>
                                  <p:childTnLst>
                                    <p:set>
                                      <p:cBhvr>
                                        <p:cTn id="325" dur="1" fill="hold">
                                          <p:stCondLst>
                                            <p:cond delay="0"/>
                                          </p:stCondLst>
                                        </p:cTn>
                                        <p:tgtEl>
                                          <p:spTgt spid="477"/>
                                        </p:tgtEl>
                                        <p:attrNameLst>
                                          <p:attrName>style.visibility</p:attrName>
                                        </p:attrNameLst>
                                      </p:cBhvr>
                                      <p:to>
                                        <p:strVal val="visible"/>
                                      </p:to>
                                    </p:set>
                                    <p:animEffect transition="in" filter="fade">
                                      <p:cBhvr>
                                        <p:cTn id="326" dur="150"/>
                                        <p:tgtEl>
                                          <p:spTgt spid="477"/>
                                        </p:tgtEl>
                                      </p:cBhvr>
                                    </p:animEffect>
                                  </p:childTnLst>
                                </p:cTn>
                              </p:par>
                              <p:par>
                                <p:cTn id="327" presetID="10" presetClass="entr" presetSubtype="0" fill="hold" nodeType="withEffect">
                                  <p:stCondLst>
                                    <p:cond delay="0"/>
                                  </p:stCondLst>
                                  <p:childTnLst>
                                    <p:set>
                                      <p:cBhvr>
                                        <p:cTn id="328" dur="1" fill="hold">
                                          <p:stCondLst>
                                            <p:cond delay="0"/>
                                          </p:stCondLst>
                                        </p:cTn>
                                        <p:tgtEl>
                                          <p:spTgt spid="481"/>
                                        </p:tgtEl>
                                        <p:attrNameLst>
                                          <p:attrName>style.visibility</p:attrName>
                                        </p:attrNameLst>
                                      </p:cBhvr>
                                      <p:to>
                                        <p:strVal val="visible"/>
                                      </p:to>
                                    </p:set>
                                    <p:animEffect transition="in" filter="fade">
                                      <p:cBhvr>
                                        <p:cTn id="329" dur="150"/>
                                        <p:tgtEl>
                                          <p:spTgt spid="481"/>
                                        </p:tgtEl>
                                      </p:cBhvr>
                                    </p:animEffect>
                                  </p:childTnLst>
                                </p:cTn>
                              </p:par>
                              <p:par>
                                <p:cTn id="330" presetID="10" presetClass="entr" presetSubtype="0" fill="hold" nodeType="withEffect">
                                  <p:stCondLst>
                                    <p:cond delay="0"/>
                                  </p:stCondLst>
                                  <p:childTnLst>
                                    <p:set>
                                      <p:cBhvr>
                                        <p:cTn id="331" dur="1" fill="hold">
                                          <p:stCondLst>
                                            <p:cond delay="0"/>
                                          </p:stCondLst>
                                        </p:cTn>
                                        <p:tgtEl>
                                          <p:spTgt spid="485"/>
                                        </p:tgtEl>
                                        <p:attrNameLst>
                                          <p:attrName>style.visibility</p:attrName>
                                        </p:attrNameLst>
                                      </p:cBhvr>
                                      <p:to>
                                        <p:strVal val="visible"/>
                                      </p:to>
                                    </p:set>
                                    <p:animEffect transition="in" filter="fade">
                                      <p:cBhvr>
                                        <p:cTn id="332" dur="150"/>
                                        <p:tgtEl>
                                          <p:spTgt spid="485"/>
                                        </p:tgtEl>
                                      </p:cBhvr>
                                    </p:animEffect>
                                  </p:childTnLst>
                                </p:cTn>
                              </p:par>
                              <p:par>
                                <p:cTn id="333" presetID="10" presetClass="entr" presetSubtype="0" fill="hold" nodeType="withEffect">
                                  <p:stCondLst>
                                    <p:cond delay="0"/>
                                  </p:stCondLst>
                                  <p:childTnLst>
                                    <p:set>
                                      <p:cBhvr>
                                        <p:cTn id="334" dur="1" fill="hold">
                                          <p:stCondLst>
                                            <p:cond delay="0"/>
                                          </p:stCondLst>
                                        </p:cTn>
                                        <p:tgtEl>
                                          <p:spTgt spid="465"/>
                                        </p:tgtEl>
                                        <p:attrNameLst>
                                          <p:attrName>style.visibility</p:attrName>
                                        </p:attrNameLst>
                                      </p:cBhvr>
                                      <p:to>
                                        <p:strVal val="visible"/>
                                      </p:to>
                                    </p:set>
                                    <p:animEffect transition="in" filter="fade">
                                      <p:cBhvr>
                                        <p:cTn id="335" dur="150"/>
                                        <p:tgtEl>
                                          <p:spTgt spid="465"/>
                                        </p:tgtEl>
                                      </p:cBhvr>
                                    </p:animEffect>
                                  </p:childTnLst>
                                </p:cTn>
                              </p:par>
                              <p:par>
                                <p:cTn id="336" presetID="10" presetClass="entr" presetSubtype="0" fill="hold" nodeType="withEffect">
                                  <p:stCondLst>
                                    <p:cond delay="0"/>
                                  </p:stCondLst>
                                  <p:childTnLst>
                                    <p:set>
                                      <p:cBhvr>
                                        <p:cTn id="337" dur="1" fill="hold">
                                          <p:stCondLst>
                                            <p:cond delay="0"/>
                                          </p:stCondLst>
                                        </p:cTn>
                                        <p:tgtEl>
                                          <p:spTgt spid="469"/>
                                        </p:tgtEl>
                                        <p:attrNameLst>
                                          <p:attrName>style.visibility</p:attrName>
                                        </p:attrNameLst>
                                      </p:cBhvr>
                                      <p:to>
                                        <p:strVal val="visible"/>
                                      </p:to>
                                    </p:set>
                                    <p:animEffect transition="in" filter="fade">
                                      <p:cBhvr>
                                        <p:cTn id="338" dur="150"/>
                                        <p:tgtEl>
                                          <p:spTgt spid="469"/>
                                        </p:tgtEl>
                                      </p:cBhvr>
                                    </p:animEffect>
                                  </p:childTnLst>
                                </p:cTn>
                              </p:par>
                              <p:par>
                                <p:cTn id="339" presetID="10" presetClass="entr" presetSubtype="0" fill="hold" nodeType="withEffect">
                                  <p:stCondLst>
                                    <p:cond delay="0"/>
                                  </p:stCondLst>
                                  <p:childTnLst>
                                    <p:set>
                                      <p:cBhvr>
                                        <p:cTn id="340" dur="1" fill="hold">
                                          <p:stCondLst>
                                            <p:cond delay="0"/>
                                          </p:stCondLst>
                                        </p:cTn>
                                        <p:tgtEl>
                                          <p:spTgt spid="473"/>
                                        </p:tgtEl>
                                        <p:attrNameLst>
                                          <p:attrName>style.visibility</p:attrName>
                                        </p:attrNameLst>
                                      </p:cBhvr>
                                      <p:to>
                                        <p:strVal val="visible"/>
                                      </p:to>
                                    </p:set>
                                    <p:animEffect transition="in" filter="fade">
                                      <p:cBhvr>
                                        <p:cTn id="341" dur="150"/>
                                        <p:tgtEl>
                                          <p:spTgt spid="473"/>
                                        </p:tgtEl>
                                      </p:cBhvr>
                                    </p:animEffect>
                                  </p:childTnLst>
                                </p:cTn>
                              </p:par>
                            </p:childTnLst>
                          </p:cTn>
                        </p:par>
                        <p:par>
                          <p:cTn id="342" fill="hold">
                            <p:stCondLst>
                              <p:cond delay="9050"/>
                            </p:stCondLst>
                            <p:childTnLst>
                              <p:par>
                                <p:cTn id="343" presetID="10" presetClass="entr" presetSubtype="0" fill="hold" grpId="0" nodeType="afterEffect">
                                  <p:stCondLst>
                                    <p:cond delay="0"/>
                                  </p:stCondLst>
                                  <p:childTnLst>
                                    <p:set>
                                      <p:cBhvr>
                                        <p:cTn id="344" dur="1" fill="hold">
                                          <p:stCondLst>
                                            <p:cond delay="0"/>
                                          </p:stCondLst>
                                        </p:cTn>
                                        <p:tgtEl>
                                          <p:spTgt spid="546"/>
                                        </p:tgtEl>
                                        <p:attrNameLst>
                                          <p:attrName>style.visibility</p:attrName>
                                        </p:attrNameLst>
                                      </p:cBhvr>
                                      <p:to>
                                        <p:strVal val="visible"/>
                                      </p:to>
                                    </p:set>
                                    <p:animEffect transition="in" filter="fade">
                                      <p:cBhvr>
                                        <p:cTn id="345" dur="150"/>
                                        <p:tgtEl>
                                          <p:spTgt spid="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build="p"/>
      <p:bldP spid="540" grpId="0"/>
      <p:bldP spid="541" grpId="0"/>
      <p:bldP spid="543" grpId="0"/>
      <p:bldP spid="544" grpId="0"/>
      <p:bldP spid="545" grpId="0"/>
      <p:bldP spid="54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0324BB-4DF2-8173-B2B9-6BE5C1EEECA9}"/>
            </a:ext>
          </a:extLst>
        </p:cNvPr>
        <p:cNvGrpSpPr/>
        <p:nvPr/>
      </p:nvGrpSpPr>
      <p:grpSpPr>
        <a:xfrm>
          <a:off x="0" y="0"/>
          <a:ext cx="0" cy="0"/>
          <a:chOff x="0" y="0"/>
          <a:chExt cx="0" cy="0"/>
        </a:xfrm>
      </p:grpSpPr>
      <p:pic>
        <p:nvPicPr>
          <p:cNvPr id="16" name="Graphic 15" descr="Brain in head with solid fill">
            <a:extLst>
              <a:ext uri="{FF2B5EF4-FFF2-40B4-BE49-F238E27FC236}">
                <a16:creationId xmlns:a16="http://schemas.microsoft.com/office/drawing/2014/main" id="{3D2D8C67-FDB7-3153-7DE3-39C0861CE3D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599219" y="2905281"/>
            <a:ext cx="4155099" cy="4155100"/>
          </a:xfrm>
          <a:prstGeom prst="rect">
            <a:avLst/>
          </a:prstGeom>
        </p:spPr>
      </p:pic>
      <p:sp>
        <p:nvSpPr>
          <p:cNvPr id="12" name="Freeform 3">
            <a:extLst>
              <a:ext uri="{FF2B5EF4-FFF2-40B4-BE49-F238E27FC236}">
                <a16:creationId xmlns:a16="http://schemas.microsoft.com/office/drawing/2014/main" id="{18A8F6D6-BEA8-5856-5BB4-05C49D540D62}"/>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5C5EA87D-94C0-52BD-FF45-5D919F119134}"/>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39</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Title 16">
            <a:extLst>
              <a:ext uri="{FF2B5EF4-FFF2-40B4-BE49-F238E27FC236}">
                <a16:creationId xmlns:a16="http://schemas.microsoft.com/office/drawing/2014/main" id="{A7E11847-64D8-4004-E75A-F108CA786D36}"/>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AI Models</a:t>
            </a:r>
          </a:p>
        </p:txBody>
      </p:sp>
      <p:pic>
        <p:nvPicPr>
          <p:cNvPr id="13" name="Graphic 12" descr="Illustrator with solid fill">
            <a:extLst>
              <a:ext uri="{FF2B5EF4-FFF2-40B4-BE49-F238E27FC236}">
                <a16:creationId xmlns:a16="http://schemas.microsoft.com/office/drawing/2014/main" id="{C60878BE-298F-E224-1934-7253A15FA74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sp>
        <p:nvSpPr>
          <p:cNvPr id="15" name="Text">
            <a:extLst>
              <a:ext uri="{FF2B5EF4-FFF2-40B4-BE49-F238E27FC236}">
                <a16:creationId xmlns:a16="http://schemas.microsoft.com/office/drawing/2014/main" id="{5B659F8C-7CCC-A934-250F-600F7F0103D1}"/>
              </a:ext>
            </a:extLst>
          </p:cNvPr>
          <p:cNvSpPr txBox="1"/>
          <p:nvPr/>
        </p:nvSpPr>
        <p:spPr>
          <a:xfrm>
            <a:off x="1081167" y="1072710"/>
            <a:ext cx="9830673" cy="4431983"/>
          </a:xfrm>
          <a:prstGeom prst="rect">
            <a:avLst/>
          </a:prstGeom>
          <a:noFill/>
        </p:spPr>
        <p:txBody>
          <a:bodyPr wrap="square" rtlCol="0">
            <a:spAutoFit/>
          </a:bodyPr>
          <a:lstStyle/>
          <a:p>
            <a:pPr>
              <a:lnSpc>
                <a:spcPct val="150000"/>
              </a:lnSpc>
            </a:pPr>
            <a:r>
              <a:rPr lang="en-US" sz="2200" b="1" dirty="0">
                <a:latin typeface="Times New Roman" panose="02020603050405020304" pitchFamily="18" charset="0"/>
                <a:cs typeface="Times New Roman" panose="02020603050405020304" pitchFamily="18" charset="0"/>
              </a:rPr>
              <a:t>ENTROPY MODEL:</a:t>
            </a:r>
          </a:p>
          <a:p>
            <a:pPr>
              <a:lnSpc>
                <a:spcPct val="150000"/>
              </a:lnSpc>
            </a:pPr>
            <a:r>
              <a:rPr lang="en-US" dirty="0">
                <a:latin typeface="Times New Roman" panose="02020603050405020304" pitchFamily="18" charset="0"/>
                <a:cs typeface="Times New Roman" panose="02020603050405020304" pitchFamily="18" charset="0"/>
              </a:rPr>
              <a:t>The Entropy Model converts learned representations into compressed bits using probability estimates from the hyperprior. It encodes data efficiently to minimize bitrate.</a:t>
            </a:r>
          </a:p>
          <a:p>
            <a:pPr>
              <a:lnSpc>
                <a:spcPct val="150000"/>
              </a:lnSpc>
            </a:pPr>
            <a:endParaRPr lang="en-US" sz="1050"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Probability Modeling: </a:t>
            </a:r>
          </a:p>
          <a:p>
            <a:pPr>
              <a:lnSpc>
                <a:spcPct val="150000"/>
              </a:lnSpc>
            </a:pPr>
            <a:r>
              <a:rPr lang="en-US" dirty="0"/>
              <a:t>	</a:t>
            </a:r>
            <a:r>
              <a:rPr lang="en-US" dirty="0">
                <a:latin typeface="Times New Roman" panose="02020603050405020304" pitchFamily="18" charset="0"/>
                <a:cs typeface="Times New Roman" panose="02020603050405020304" pitchFamily="18" charset="0"/>
              </a:rPr>
              <a:t>Uses hyperprior parameters to estimate how likely each latent value is.</a:t>
            </a:r>
            <a:endParaRPr lang="en-US" sz="2400"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Entropy Coding: </a:t>
            </a:r>
          </a:p>
          <a:p>
            <a:pPr>
              <a:lnSpc>
                <a:spcPct val="150000"/>
              </a:lnSpc>
            </a:pPr>
            <a:r>
              <a:rPr lang="en-US" dirty="0">
                <a:latin typeface="Times New Roman" panose="02020603050405020304" pitchFamily="18" charset="0"/>
                <a:cs typeface="Times New Roman" panose="02020603050405020304" pitchFamily="18" charset="0"/>
              </a:rPr>
              <a:t>	Converts latent into a compact bitstream using probability-based coding.</a:t>
            </a:r>
            <a:endParaRPr lang="en-US" sz="2400" dirty="0">
              <a:latin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Decoding: </a:t>
            </a:r>
          </a:p>
          <a:p>
            <a:pPr>
              <a:lnSpc>
                <a:spcPct val="150000"/>
              </a:lnSpc>
            </a:pPr>
            <a:r>
              <a:rPr lang="en-US" dirty="0">
                <a:latin typeface="Times New Roman" panose="02020603050405020304" pitchFamily="18" charset="0"/>
                <a:cs typeface="Times New Roman" panose="02020603050405020304" pitchFamily="18" charset="0"/>
              </a:rPr>
              <a:t>	Uses the same model to reconstruct the latent representation from the bitstream.</a:t>
            </a:r>
            <a:endParaRPr lang="en-US" sz="2400" dirty="0">
              <a:latin typeface="Times New Roman" panose="02020603050405020304" pitchFamily="18" charset="0"/>
              <a:cs typeface="Times New Roman" panose="02020603050405020304" pitchFamily="18" charset="0"/>
            </a:endParaRPr>
          </a:p>
          <a:p>
            <a:endParaRPr lang="en-US" dirty="0"/>
          </a:p>
        </p:txBody>
      </p:sp>
      <p:grpSp>
        <p:nvGrpSpPr>
          <p:cNvPr id="2" name="!!Film_Tabe_1">
            <a:extLst>
              <a:ext uri="{FF2B5EF4-FFF2-40B4-BE49-F238E27FC236}">
                <a16:creationId xmlns:a16="http://schemas.microsoft.com/office/drawing/2014/main" id="{49019070-C5D7-39E1-2C0F-785FF953FDC1}"/>
              </a:ext>
            </a:extLst>
          </p:cNvPr>
          <p:cNvGrpSpPr/>
          <p:nvPr/>
        </p:nvGrpSpPr>
        <p:grpSpPr>
          <a:xfrm rot="16200000">
            <a:off x="-10898104" y="1728288"/>
            <a:ext cx="21467809" cy="1961092"/>
            <a:chOff x="-5996785" y="2448454"/>
            <a:chExt cx="21467809" cy="1961092"/>
          </a:xfrm>
          <a:effectLst>
            <a:outerShdw blurRad="12700" dist="50800" dir="2700000" algn="tl" rotWithShape="0">
              <a:schemeClr val="tx1">
                <a:alpha val="40000"/>
              </a:schemeClr>
            </a:outerShdw>
          </a:effectLst>
        </p:grpSpPr>
        <p:grpSp>
          <p:nvGrpSpPr>
            <p:cNvPr id="3" name="Group 2">
              <a:extLst>
                <a:ext uri="{FF2B5EF4-FFF2-40B4-BE49-F238E27FC236}">
                  <a16:creationId xmlns:a16="http://schemas.microsoft.com/office/drawing/2014/main" id="{D92BFC52-A91A-3103-F8E4-A830C28AFFE4}"/>
                </a:ext>
              </a:extLst>
            </p:cNvPr>
            <p:cNvGrpSpPr/>
            <p:nvPr/>
          </p:nvGrpSpPr>
          <p:grpSpPr>
            <a:xfrm>
              <a:off x="7372077" y="2448455"/>
              <a:ext cx="2738174" cy="1961091"/>
              <a:chOff x="4726913" y="2438401"/>
              <a:chExt cx="2738174" cy="1961091"/>
            </a:xfrm>
          </p:grpSpPr>
          <p:sp>
            <p:nvSpPr>
              <p:cNvPr id="103" name="Graphic 2" descr="Film strip outline">
                <a:extLst>
                  <a:ext uri="{FF2B5EF4-FFF2-40B4-BE49-F238E27FC236}">
                    <a16:creationId xmlns:a16="http://schemas.microsoft.com/office/drawing/2014/main" id="{3E37341E-FB0C-7A14-8F96-84459C3FBF7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4" name="Straight Connector 103">
                <a:extLst>
                  <a:ext uri="{FF2B5EF4-FFF2-40B4-BE49-F238E27FC236}">
                    <a16:creationId xmlns:a16="http://schemas.microsoft.com/office/drawing/2014/main" id="{FD4F2A5F-A490-8F9E-306E-4998A34910B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5" name="TextBox 104">
                <a:extLst>
                  <a:ext uri="{FF2B5EF4-FFF2-40B4-BE49-F238E27FC236}">
                    <a16:creationId xmlns:a16="http://schemas.microsoft.com/office/drawing/2014/main" id="{F28188FD-33F9-4791-3226-F6498ED86C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97409B5D-5DC1-85D2-EEF7-C0AE08BA3592}"/>
                </a:ext>
              </a:extLst>
            </p:cNvPr>
            <p:cNvGrpSpPr/>
            <p:nvPr/>
          </p:nvGrpSpPr>
          <p:grpSpPr>
            <a:xfrm>
              <a:off x="4702657" y="2448455"/>
              <a:ext cx="2738174" cy="1961091"/>
              <a:chOff x="4726913" y="2438401"/>
              <a:chExt cx="2738174" cy="1961091"/>
            </a:xfrm>
          </p:grpSpPr>
          <p:sp>
            <p:nvSpPr>
              <p:cNvPr id="100" name="Graphic 2" descr="Film strip outline">
                <a:extLst>
                  <a:ext uri="{FF2B5EF4-FFF2-40B4-BE49-F238E27FC236}">
                    <a16:creationId xmlns:a16="http://schemas.microsoft.com/office/drawing/2014/main" id="{F1059EC2-A80F-746A-ADF7-8CF4A083143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1" name="Straight Connector 100">
                <a:extLst>
                  <a:ext uri="{FF2B5EF4-FFF2-40B4-BE49-F238E27FC236}">
                    <a16:creationId xmlns:a16="http://schemas.microsoft.com/office/drawing/2014/main" id="{F5D7C3B5-6FF8-C1ED-72F7-72DA75E970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D767D64D-843B-4F55-A9DB-C209A2207B3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7AE2352C-98FD-015F-3C3F-58169DDBC5B9}"/>
                </a:ext>
              </a:extLst>
            </p:cNvPr>
            <p:cNvGrpSpPr/>
            <p:nvPr/>
          </p:nvGrpSpPr>
          <p:grpSpPr>
            <a:xfrm>
              <a:off x="12732850" y="2448455"/>
              <a:ext cx="2738174" cy="1961091"/>
              <a:chOff x="4726913" y="2438401"/>
              <a:chExt cx="2738174" cy="1961091"/>
            </a:xfrm>
          </p:grpSpPr>
          <p:sp>
            <p:nvSpPr>
              <p:cNvPr id="97" name="Graphic 2" descr="Film strip outline">
                <a:extLst>
                  <a:ext uri="{FF2B5EF4-FFF2-40B4-BE49-F238E27FC236}">
                    <a16:creationId xmlns:a16="http://schemas.microsoft.com/office/drawing/2014/main" id="{2244DCBD-FA37-65E9-C22C-F241A6993E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2ECC0032-72C9-CAC7-F2AD-F907AAB56D1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475F5784-3436-85F5-21D2-722E741C37E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B1639A09-5FD0-7D41-CC44-B7A9C4EFA63D}"/>
                </a:ext>
              </a:extLst>
            </p:cNvPr>
            <p:cNvGrpSpPr/>
            <p:nvPr/>
          </p:nvGrpSpPr>
          <p:grpSpPr>
            <a:xfrm>
              <a:off x="10063430"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DC1C7BC7-A9C0-4D4E-02D0-677D20BBA88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252D853F-7139-FA8D-64D8-7D22B0201C7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4607AA00-E074-7D12-0384-5436B834FD6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A4FCC418-21A5-65D0-FA0C-1121228E6103}"/>
                </a:ext>
              </a:extLst>
            </p:cNvPr>
            <p:cNvGrpSpPr/>
            <p:nvPr/>
          </p:nvGrpSpPr>
          <p:grpSpPr>
            <a:xfrm>
              <a:off x="-3327365" y="2448454"/>
              <a:ext cx="2738174" cy="1961091"/>
              <a:chOff x="4726913" y="2438401"/>
              <a:chExt cx="2738174" cy="1961091"/>
            </a:xfrm>
          </p:grpSpPr>
          <p:sp>
            <p:nvSpPr>
              <p:cNvPr id="91" name="Graphic 2" descr="Film strip outline">
                <a:extLst>
                  <a:ext uri="{FF2B5EF4-FFF2-40B4-BE49-F238E27FC236}">
                    <a16:creationId xmlns:a16="http://schemas.microsoft.com/office/drawing/2014/main" id="{0AE7D4EF-ADD4-AB56-8C43-E3F9646A1FC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30101D56-9510-BFD8-5288-F008237270E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7A878511-DE92-A79B-F554-A5156C3ADFE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705657AE-F81D-9C9D-5CB5-28241BB65FF3}"/>
                </a:ext>
              </a:extLst>
            </p:cNvPr>
            <p:cNvGrpSpPr/>
            <p:nvPr/>
          </p:nvGrpSpPr>
          <p:grpSpPr>
            <a:xfrm>
              <a:off x="-5996785" y="2448454"/>
              <a:ext cx="2738174" cy="1961091"/>
              <a:chOff x="4726913" y="2438401"/>
              <a:chExt cx="2738174" cy="1961091"/>
            </a:xfrm>
          </p:grpSpPr>
          <p:sp>
            <p:nvSpPr>
              <p:cNvPr id="88" name="Graphic 2" descr="Film strip outline">
                <a:extLst>
                  <a:ext uri="{FF2B5EF4-FFF2-40B4-BE49-F238E27FC236}">
                    <a16:creationId xmlns:a16="http://schemas.microsoft.com/office/drawing/2014/main" id="{2892FB42-AD30-96C5-9D8E-DC02B8934D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5CD8BBBF-9EB9-36CF-32E4-AABABBEADE4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ED24734C-F2F7-2167-CD0A-3B75E4F5EA1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93956831-69E2-03D3-AF6F-32FCA101CC7F}"/>
                </a:ext>
              </a:extLst>
            </p:cNvPr>
            <p:cNvGrpSpPr/>
            <p:nvPr/>
          </p:nvGrpSpPr>
          <p:grpSpPr>
            <a:xfrm>
              <a:off x="2033408" y="2448454"/>
              <a:ext cx="2738174" cy="1961091"/>
              <a:chOff x="4726913" y="2438401"/>
              <a:chExt cx="2738174" cy="1961091"/>
            </a:xfrm>
          </p:grpSpPr>
          <p:sp>
            <p:nvSpPr>
              <p:cNvPr id="85" name="Graphic 2" descr="Film strip outline">
                <a:extLst>
                  <a:ext uri="{FF2B5EF4-FFF2-40B4-BE49-F238E27FC236}">
                    <a16:creationId xmlns:a16="http://schemas.microsoft.com/office/drawing/2014/main" id="{16FC8429-946F-9DD5-EF8B-671683C3984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2E95D5C5-7FD1-D26C-709F-042EF5614FA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A18BC22B-A5FC-C5BA-0614-48EC953FC42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1" name="Group 80">
              <a:extLst>
                <a:ext uri="{FF2B5EF4-FFF2-40B4-BE49-F238E27FC236}">
                  <a16:creationId xmlns:a16="http://schemas.microsoft.com/office/drawing/2014/main" id="{4732EC24-654A-94E4-ECC2-CCA45EDB8A8A}"/>
                </a:ext>
              </a:extLst>
            </p:cNvPr>
            <p:cNvGrpSpPr/>
            <p:nvPr/>
          </p:nvGrpSpPr>
          <p:grpSpPr>
            <a:xfrm>
              <a:off x="-636012"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744EC24B-9C39-0177-69FD-77220209228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C192F4DD-912C-E7B6-DA58-FC0542F3B4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56F49A6D-CCC4-21A1-7667-17553441F85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06" name="!!Film_Tabe_1">
            <a:extLst>
              <a:ext uri="{FF2B5EF4-FFF2-40B4-BE49-F238E27FC236}">
                <a16:creationId xmlns:a16="http://schemas.microsoft.com/office/drawing/2014/main" id="{4FF60242-7ED7-5840-06EE-ECE70D9F1F72}"/>
              </a:ext>
            </a:extLst>
          </p:cNvPr>
          <p:cNvGrpSpPr/>
          <p:nvPr/>
        </p:nvGrpSpPr>
        <p:grpSpPr>
          <a:xfrm rot="16200000">
            <a:off x="1503904" y="4884078"/>
            <a:ext cx="21467809" cy="1961092"/>
            <a:chOff x="-5996785" y="2448454"/>
            <a:chExt cx="21467809" cy="1961092"/>
          </a:xfrm>
          <a:effectLst>
            <a:outerShdw blurRad="12700" dist="50800" dir="2700000" algn="tl" rotWithShape="0">
              <a:schemeClr val="tx1">
                <a:alpha val="40000"/>
              </a:schemeClr>
            </a:outerShdw>
          </a:effectLst>
        </p:grpSpPr>
        <p:grpSp>
          <p:nvGrpSpPr>
            <p:cNvPr id="107" name="Group 106">
              <a:extLst>
                <a:ext uri="{FF2B5EF4-FFF2-40B4-BE49-F238E27FC236}">
                  <a16:creationId xmlns:a16="http://schemas.microsoft.com/office/drawing/2014/main" id="{7553B7CC-24D5-A74F-D675-2E971FCA977D}"/>
                </a:ext>
              </a:extLst>
            </p:cNvPr>
            <p:cNvGrpSpPr/>
            <p:nvPr/>
          </p:nvGrpSpPr>
          <p:grpSpPr>
            <a:xfrm>
              <a:off x="7372077" y="2448455"/>
              <a:ext cx="2738174" cy="1961091"/>
              <a:chOff x="4726913" y="2438401"/>
              <a:chExt cx="2738174" cy="1961091"/>
            </a:xfrm>
          </p:grpSpPr>
          <p:sp>
            <p:nvSpPr>
              <p:cNvPr id="136" name="Graphic 2" descr="Film strip outline">
                <a:extLst>
                  <a:ext uri="{FF2B5EF4-FFF2-40B4-BE49-F238E27FC236}">
                    <a16:creationId xmlns:a16="http://schemas.microsoft.com/office/drawing/2014/main" id="{2672CDEF-A823-87CB-6731-AC4037D3A58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7" name="Straight Connector 136">
                <a:extLst>
                  <a:ext uri="{FF2B5EF4-FFF2-40B4-BE49-F238E27FC236}">
                    <a16:creationId xmlns:a16="http://schemas.microsoft.com/office/drawing/2014/main" id="{72034644-05C2-3464-935A-8C99F8D3963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8" name="TextBox 137">
                <a:extLst>
                  <a:ext uri="{FF2B5EF4-FFF2-40B4-BE49-F238E27FC236}">
                    <a16:creationId xmlns:a16="http://schemas.microsoft.com/office/drawing/2014/main" id="{F03B140D-AE05-E086-A2C5-1ACACA3634E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8" name="Group 107">
              <a:extLst>
                <a:ext uri="{FF2B5EF4-FFF2-40B4-BE49-F238E27FC236}">
                  <a16:creationId xmlns:a16="http://schemas.microsoft.com/office/drawing/2014/main" id="{9A1D7811-3665-6D61-C484-1B7F3045ED75}"/>
                </a:ext>
              </a:extLst>
            </p:cNvPr>
            <p:cNvGrpSpPr/>
            <p:nvPr/>
          </p:nvGrpSpPr>
          <p:grpSpPr>
            <a:xfrm>
              <a:off x="4702657" y="2448455"/>
              <a:ext cx="2738174" cy="1961091"/>
              <a:chOff x="4726913" y="2438401"/>
              <a:chExt cx="2738174" cy="1961091"/>
            </a:xfrm>
          </p:grpSpPr>
          <p:sp>
            <p:nvSpPr>
              <p:cNvPr id="133" name="Graphic 2" descr="Film strip outline">
                <a:extLst>
                  <a:ext uri="{FF2B5EF4-FFF2-40B4-BE49-F238E27FC236}">
                    <a16:creationId xmlns:a16="http://schemas.microsoft.com/office/drawing/2014/main" id="{8FEA323B-0A97-FA17-E08E-3183DF92F92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4" name="Straight Connector 133">
                <a:extLst>
                  <a:ext uri="{FF2B5EF4-FFF2-40B4-BE49-F238E27FC236}">
                    <a16:creationId xmlns:a16="http://schemas.microsoft.com/office/drawing/2014/main" id="{8A112392-8647-D625-AEE1-72613ECB56C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5" name="TextBox 134">
                <a:extLst>
                  <a:ext uri="{FF2B5EF4-FFF2-40B4-BE49-F238E27FC236}">
                    <a16:creationId xmlns:a16="http://schemas.microsoft.com/office/drawing/2014/main" id="{45655D34-C5C6-147D-80F9-CECFACB2F2F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9" name="Group 108">
              <a:extLst>
                <a:ext uri="{FF2B5EF4-FFF2-40B4-BE49-F238E27FC236}">
                  <a16:creationId xmlns:a16="http://schemas.microsoft.com/office/drawing/2014/main" id="{3DDCD23D-5FF6-C74E-4814-56CE390D701C}"/>
                </a:ext>
              </a:extLst>
            </p:cNvPr>
            <p:cNvGrpSpPr/>
            <p:nvPr/>
          </p:nvGrpSpPr>
          <p:grpSpPr>
            <a:xfrm>
              <a:off x="12732850" y="2448455"/>
              <a:ext cx="2738174" cy="1961091"/>
              <a:chOff x="4726913" y="2438401"/>
              <a:chExt cx="2738174" cy="1961091"/>
            </a:xfrm>
          </p:grpSpPr>
          <p:sp>
            <p:nvSpPr>
              <p:cNvPr id="130" name="Graphic 2" descr="Film strip outline">
                <a:extLst>
                  <a:ext uri="{FF2B5EF4-FFF2-40B4-BE49-F238E27FC236}">
                    <a16:creationId xmlns:a16="http://schemas.microsoft.com/office/drawing/2014/main" id="{66F1DA34-41AA-9101-2966-38ED48FC2E7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1" name="Straight Connector 130">
                <a:extLst>
                  <a:ext uri="{FF2B5EF4-FFF2-40B4-BE49-F238E27FC236}">
                    <a16:creationId xmlns:a16="http://schemas.microsoft.com/office/drawing/2014/main" id="{E5BEAEE1-1B7A-B1E0-6AAE-2A7D2ADEA6E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2" name="TextBox 131">
                <a:extLst>
                  <a:ext uri="{FF2B5EF4-FFF2-40B4-BE49-F238E27FC236}">
                    <a16:creationId xmlns:a16="http://schemas.microsoft.com/office/drawing/2014/main" id="{FF56C714-A62C-8388-A809-00C8B553761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0" name="Group 109">
              <a:extLst>
                <a:ext uri="{FF2B5EF4-FFF2-40B4-BE49-F238E27FC236}">
                  <a16:creationId xmlns:a16="http://schemas.microsoft.com/office/drawing/2014/main" id="{0E77F5A7-8EB5-FF01-E272-42553D692483}"/>
                </a:ext>
              </a:extLst>
            </p:cNvPr>
            <p:cNvGrpSpPr/>
            <p:nvPr/>
          </p:nvGrpSpPr>
          <p:grpSpPr>
            <a:xfrm>
              <a:off x="10063430" y="2448455"/>
              <a:ext cx="2738174" cy="1961091"/>
              <a:chOff x="4726913" y="2438401"/>
              <a:chExt cx="2738174" cy="1961091"/>
            </a:xfrm>
          </p:grpSpPr>
          <p:sp>
            <p:nvSpPr>
              <p:cNvPr id="127" name="Graphic 2" descr="Film strip outline">
                <a:extLst>
                  <a:ext uri="{FF2B5EF4-FFF2-40B4-BE49-F238E27FC236}">
                    <a16:creationId xmlns:a16="http://schemas.microsoft.com/office/drawing/2014/main" id="{CE9FCC2D-8D78-DF24-14B0-32CF75A2288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8" name="Straight Connector 127">
                <a:extLst>
                  <a:ext uri="{FF2B5EF4-FFF2-40B4-BE49-F238E27FC236}">
                    <a16:creationId xmlns:a16="http://schemas.microsoft.com/office/drawing/2014/main" id="{B2F6B0D5-4517-2876-1B38-786B8A8E2ED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9" name="TextBox 128">
                <a:extLst>
                  <a:ext uri="{FF2B5EF4-FFF2-40B4-BE49-F238E27FC236}">
                    <a16:creationId xmlns:a16="http://schemas.microsoft.com/office/drawing/2014/main" id="{17E47B07-8BBB-A52D-6C00-576C1BB3CE0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1" name="Group 110">
              <a:extLst>
                <a:ext uri="{FF2B5EF4-FFF2-40B4-BE49-F238E27FC236}">
                  <a16:creationId xmlns:a16="http://schemas.microsoft.com/office/drawing/2014/main" id="{F4C2D3BE-7EE8-A87B-8186-3D031572F575}"/>
                </a:ext>
              </a:extLst>
            </p:cNvPr>
            <p:cNvGrpSpPr/>
            <p:nvPr/>
          </p:nvGrpSpPr>
          <p:grpSpPr>
            <a:xfrm>
              <a:off x="-3327365" y="2448454"/>
              <a:ext cx="2738174" cy="1961091"/>
              <a:chOff x="4726913" y="2438401"/>
              <a:chExt cx="2738174" cy="1961091"/>
            </a:xfrm>
          </p:grpSpPr>
          <p:sp>
            <p:nvSpPr>
              <p:cNvPr id="124" name="Graphic 2" descr="Film strip outline">
                <a:extLst>
                  <a:ext uri="{FF2B5EF4-FFF2-40B4-BE49-F238E27FC236}">
                    <a16:creationId xmlns:a16="http://schemas.microsoft.com/office/drawing/2014/main" id="{513B4FBE-3B2D-E9DB-0037-A574FF003FC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5" name="Straight Connector 124">
                <a:extLst>
                  <a:ext uri="{FF2B5EF4-FFF2-40B4-BE49-F238E27FC236}">
                    <a16:creationId xmlns:a16="http://schemas.microsoft.com/office/drawing/2014/main" id="{7B15346A-53C4-43F7-DE57-4E0393272FD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6" name="TextBox 125">
                <a:extLst>
                  <a:ext uri="{FF2B5EF4-FFF2-40B4-BE49-F238E27FC236}">
                    <a16:creationId xmlns:a16="http://schemas.microsoft.com/office/drawing/2014/main" id="{50470CA4-72FA-75B3-2F0D-66684EFDBA2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2" name="Group 111">
              <a:extLst>
                <a:ext uri="{FF2B5EF4-FFF2-40B4-BE49-F238E27FC236}">
                  <a16:creationId xmlns:a16="http://schemas.microsoft.com/office/drawing/2014/main" id="{85AA5FED-B8C5-C078-FB4B-CA10F6DBBF2F}"/>
                </a:ext>
              </a:extLst>
            </p:cNvPr>
            <p:cNvGrpSpPr/>
            <p:nvPr/>
          </p:nvGrpSpPr>
          <p:grpSpPr>
            <a:xfrm>
              <a:off x="-5996785" y="2448454"/>
              <a:ext cx="2738174" cy="1961091"/>
              <a:chOff x="4726913" y="2438401"/>
              <a:chExt cx="2738174" cy="1961091"/>
            </a:xfrm>
          </p:grpSpPr>
          <p:sp>
            <p:nvSpPr>
              <p:cNvPr id="121" name="Graphic 2" descr="Film strip outline">
                <a:extLst>
                  <a:ext uri="{FF2B5EF4-FFF2-40B4-BE49-F238E27FC236}">
                    <a16:creationId xmlns:a16="http://schemas.microsoft.com/office/drawing/2014/main" id="{0106BF46-E4AB-CC90-91AF-4AE880E9F4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22" name="Straight Connector 121">
                <a:extLst>
                  <a:ext uri="{FF2B5EF4-FFF2-40B4-BE49-F238E27FC236}">
                    <a16:creationId xmlns:a16="http://schemas.microsoft.com/office/drawing/2014/main" id="{69BDE9B9-1E50-DF98-B56D-8719A7217E3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3" name="TextBox 122">
                <a:extLst>
                  <a:ext uri="{FF2B5EF4-FFF2-40B4-BE49-F238E27FC236}">
                    <a16:creationId xmlns:a16="http://schemas.microsoft.com/office/drawing/2014/main" id="{5033F302-632C-C2FE-8FF9-3DEF0C8DB18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3" name="Group 112">
              <a:extLst>
                <a:ext uri="{FF2B5EF4-FFF2-40B4-BE49-F238E27FC236}">
                  <a16:creationId xmlns:a16="http://schemas.microsoft.com/office/drawing/2014/main" id="{5A7AC8AD-64A9-4870-602C-A0A442977007}"/>
                </a:ext>
              </a:extLst>
            </p:cNvPr>
            <p:cNvGrpSpPr/>
            <p:nvPr/>
          </p:nvGrpSpPr>
          <p:grpSpPr>
            <a:xfrm>
              <a:off x="2033408" y="2448454"/>
              <a:ext cx="2738174" cy="1961091"/>
              <a:chOff x="4726913" y="2438401"/>
              <a:chExt cx="2738174" cy="1961091"/>
            </a:xfrm>
          </p:grpSpPr>
          <p:sp>
            <p:nvSpPr>
              <p:cNvPr id="118" name="Graphic 2" descr="Film strip outline">
                <a:extLst>
                  <a:ext uri="{FF2B5EF4-FFF2-40B4-BE49-F238E27FC236}">
                    <a16:creationId xmlns:a16="http://schemas.microsoft.com/office/drawing/2014/main" id="{05166E7D-8F36-D828-01E3-521A5EE0C7B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9" name="Straight Connector 118">
                <a:extLst>
                  <a:ext uri="{FF2B5EF4-FFF2-40B4-BE49-F238E27FC236}">
                    <a16:creationId xmlns:a16="http://schemas.microsoft.com/office/drawing/2014/main" id="{6CD06CA0-63B3-792C-5804-A21858AE1F3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0" name="TextBox 119">
                <a:extLst>
                  <a:ext uri="{FF2B5EF4-FFF2-40B4-BE49-F238E27FC236}">
                    <a16:creationId xmlns:a16="http://schemas.microsoft.com/office/drawing/2014/main" id="{E83964FB-B4FD-6300-7395-D3A36A72CA6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4" name="Group 113">
              <a:extLst>
                <a:ext uri="{FF2B5EF4-FFF2-40B4-BE49-F238E27FC236}">
                  <a16:creationId xmlns:a16="http://schemas.microsoft.com/office/drawing/2014/main" id="{B221D329-0EDE-4215-CDE5-162B0F3BE97C}"/>
                </a:ext>
              </a:extLst>
            </p:cNvPr>
            <p:cNvGrpSpPr/>
            <p:nvPr/>
          </p:nvGrpSpPr>
          <p:grpSpPr>
            <a:xfrm>
              <a:off x="-636012" y="2448454"/>
              <a:ext cx="2738174" cy="1961091"/>
              <a:chOff x="4726913" y="2438401"/>
              <a:chExt cx="2738174" cy="1961091"/>
            </a:xfrm>
          </p:grpSpPr>
          <p:sp>
            <p:nvSpPr>
              <p:cNvPr id="115" name="Graphic 2" descr="Film strip outline">
                <a:extLst>
                  <a:ext uri="{FF2B5EF4-FFF2-40B4-BE49-F238E27FC236}">
                    <a16:creationId xmlns:a16="http://schemas.microsoft.com/office/drawing/2014/main" id="{CE86E422-EE86-A487-D2DF-1EC3C4A246B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6" name="Straight Connector 115">
                <a:extLst>
                  <a:ext uri="{FF2B5EF4-FFF2-40B4-BE49-F238E27FC236}">
                    <a16:creationId xmlns:a16="http://schemas.microsoft.com/office/drawing/2014/main" id="{8958B335-56D2-49FE-B749-5601F41852C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7" name="TextBox 116">
                <a:extLst>
                  <a:ext uri="{FF2B5EF4-FFF2-40B4-BE49-F238E27FC236}">
                    <a16:creationId xmlns:a16="http://schemas.microsoft.com/office/drawing/2014/main" id="{4C259807-82D2-BF20-12B1-7DA34518E98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51204117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wipe(left)">
                                      <p:cBhvr>
                                        <p:cTn id="7" dur="250"/>
                                        <p:tgtEl>
                                          <p:spTgt spid="15">
                                            <p:txEl>
                                              <p:pRg st="0" end="0"/>
                                            </p:txEl>
                                          </p:spTgt>
                                        </p:tgtEl>
                                      </p:cBhvr>
                                    </p:animEffect>
                                  </p:childTnLst>
                                </p:cTn>
                              </p:par>
                            </p:childTnLst>
                          </p:cTn>
                        </p:par>
                        <p:par>
                          <p:cTn id="8" fill="hold">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5">
                                            <p:txEl>
                                              <p:pRg st="1" end="1"/>
                                            </p:txEl>
                                          </p:spTgt>
                                        </p:tgtEl>
                                        <p:attrNameLst>
                                          <p:attrName>style.visibility</p:attrName>
                                        </p:attrNameLst>
                                      </p:cBhvr>
                                      <p:to>
                                        <p:strVal val="visible"/>
                                      </p:to>
                                    </p:set>
                                    <p:animEffect transition="in" filter="wipe(left)">
                                      <p:cBhvr>
                                        <p:cTn id="11" dur="250"/>
                                        <p:tgtEl>
                                          <p:spTgt spid="15">
                                            <p:txEl>
                                              <p:pRg st="1" end="1"/>
                                            </p:txEl>
                                          </p:spTgt>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5">
                                            <p:txEl>
                                              <p:pRg st="3" end="3"/>
                                            </p:txEl>
                                          </p:spTgt>
                                        </p:tgtEl>
                                        <p:attrNameLst>
                                          <p:attrName>style.visibility</p:attrName>
                                        </p:attrNameLst>
                                      </p:cBhvr>
                                      <p:to>
                                        <p:strVal val="visible"/>
                                      </p:to>
                                    </p:set>
                                    <p:animEffect transition="in" filter="wipe(left)">
                                      <p:cBhvr>
                                        <p:cTn id="15" dur="250"/>
                                        <p:tgtEl>
                                          <p:spTgt spid="15">
                                            <p:txEl>
                                              <p:pRg st="3" end="3"/>
                                            </p:txEl>
                                          </p:spTgt>
                                        </p:tgtEl>
                                      </p:cBhvr>
                                    </p:animEffect>
                                  </p:childTnLst>
                                </p:cTn>
                              </p:par>
                            </p:childTnLst>
                          </p:cTn>
                        </p:par>
                        <p:par>
                          <p:cTn id="16" fill="hold">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5">
                                            <p:txEl>
                                              <p:pRg st="4" end="4"/>
                                            </p:txEl>
                                          </p:spTgt>
                                        </p:tgtEl>
                                        <p:attrNameLst>
                                          <p:attrName>style.visibility</p:attrName>
                                        </p:attrNameLst>
                                      </p:cBhvr>
                                      <p:to>
                                        <p:strVal val="visible"/>
                                      </p:to>
                                    </p:set>
                                    <p:animEffect transition="in" filter="wipe(left)">
                                      <p:cBhvr>
                                        <p:cTn id="19" dur="250"/>
                                        <p:tgtEl>
                                          <p:spTgt spid="15">
                                            <p:txEl>
                                              <p:pRg st="4" end="4"/>
                                            </p:txEl>
                                          </p:spTgt>
                                        </p:tgtEl>
                                      </p:cBhvr>
                                    </p:animEffect>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5">
                                            <p:txEl>
                                              <p:pRg st="5" end="5"/>
                                            </p:txEl>
                                          </p:spTgt>
                                        </p:tgtEl>
                                        <p:attrNameLst>
                                          <p:attrName>style.visibility</p:attrName>
                                        </p:attrNameLst>
                                      </p:cBhvr>
                                      <p:to>
                                        <p:strVal val="visible"/>
                                      </p:to>
                                    </p:set>
                                    <p:animEffect transition="in" filter="wipe(left)">
                                      <p:cBhvr>
                                        <p:cTn id="23" dur="250"/>
                                        <p:tgtEl>
                                          <p:spTgt spid="15">
                                            <p:txEl>
                                              <p:pRg st="5" end="5"/>
                                            </p:txEl>
                                          </p:spTgt>
                                        </p:tgtEl>
                                      </p:cBhvr>
                                    </p:animEffect>
                                  </p:childTnLst>
                                </p:cTn>
                              </p:par>
                            </p:childTnLst>
                          </p:cTn>
                        </p:par>
                        <p:par>
                          <p:cTn id="24" fill="hold">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5">
                                            <p:txEl>
                                              <p:pRg st="6" end="6"/>
                                            </p:txEl>
                                          </p:spTgt>
                                        </p:tgtEl>
                                        <p:attrNameLst>
                                          <p:attrName>style.visibility</p:attrName>
                                        </p:attrNameLst>
                                      </p:cBhvr>
                                      <p:to>
                                        <p:strVal val="visible"/>
                                      </p:to>
                                    </p:set>
                                    <p:animEffect transition="in" filter="wipe(left)">
                                      <p:cBhvr>
                                        <p:cTn id="27" dur="250"/>
                                        <p:tgtEl>
                                          <p:spTgt spid="15">
                                            <p:txEl>
                                              <p:pRg st="6" end="6"/>
                                            </p:txEl>
                                          </p:spTgt>
                                        </p:tgtEl>
                                      </p:cBhvr>
                                    </p:animEffect>
                                  </p:childTnLst>
                                </p:cTn>
                              </p:par>
                            </p:childTnLst>
                          </p:cTn>
                        </p:par>
                        <p:par>
                          <p:cTn id="28" fill="hold">
                            <p:stCondLst>
                              <p:cond delay="1500"/>
                            </p:stCondLst>
                            <p:childTnLst>
                              <p:par>
                                <p:cTn id="29" presetID="22" presetClass="entr" presetSubtype="8" fill="hold" grpId="0" nodeType="afterEffect">
                                  <p:stCondLst>
                                    <p:cond delay="0"/>
                                  </p:stCondLst>
                                  <p:childTnLst>
                                    <p:set>
                                      <p:cBhvr>
                                        <p:cTn id="30" dur="1" fill="hold">
                                          <p:stCondLst>
                                            <p:cond delay="0"/>
                                          </p:stCondLst>
                                        </p:cTn>
                                        <p:tgtEl>
                                          <p:spTgt spid="15">
                                            <p:txEl>
                                              <p:pRg st="7" end="7"/>
                                            </p:txEl>
                                          </p:spTgt>
                                        </p:tgtEl>
                                        <p:attrNameLst>
                                          <p:attrName>style.visibility</p:attrName>
                                        </p:attrNameLst>
                                      </p:cBhvr>
                                      <p:to>
                                        <p:strVal val="visible"/>
                                      </p:to>
                                    </p:set>
                                    <p:animEffect transition="in" filter="wipe(left)">
                                      <p:cBhvr>
                                        <p:cTn id="31" dur="250"/>
                                        <p:tgtEl>
                                          <p:spTgt spid="15">
                                            <p:txEl>
                                              <p:pRg st="7" end="7"/>
                                            </p:txEl>
                                          </p:spTgt>
                                        </p:tgtEl>
                                      </p:cBhvr>
                                    </p:animEffect>
                                  </p:childTnLst>
                                </p:cTn>
                              </p:par>
                            </p:childTnLst>
                          </p:cTn>
                        </p:par>
                        <p:par>
                          <p:cTn id="32" fill="hold">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5">
                                            <p:txEl>
                                              <p:pRg st="8" end="8"/>
                                            </p:txEl>
                                          </p:spTgt>
                                        </p:tgtEl>
                                        <p:attrNameLst>
                                          <p:attrName>style.visibility</p:attrName>
                                        </p:attrNameLst>
                                      </p:cBhvr>
                                      <p:to>
                                        <p:strVal val="visible"/>
                                      </p:to>
                                    </p:set>
                                    <p:animEffect transition="in" filter="wipe(left)">
                                      <p:cBhvr>
                                        <p:cTn id="35" dur="250"/>
                                        <p:tgtEl>
                                          <p:spTgt spid="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uiExpand="1"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E87849-7581-D0CF-D5CA-8FB31BA24AAC}"/>
            </a:ext>
          </a:extLst>
        </p:cNvPr>
        <p:cNvGrpSpPr/>
        <p:nvPr/>
      </p:nvGrpSpPr>
      <p:grpSpPr>
        <a:xfrm>
          <a:off x="0" y="0"/>
          <a:ext cx="0" cy="0"/>
          <a:chOff x="0" y="0"/>
          <a:chExt cx="0" cy="0"/>
        </a:xfrm>
      </p:grpSpPr>
      <p:pic>
        <p:nvPicPr>
          <p:cNvPr id="38" name="Graphic 37" descr="Brain in head with solid fill">
            <a:extLst>
              <a:ext uri="{FF2B5EF4-FFF2-40B4-BE49-F238E27FC236}">
                <a16:creationId xmlns:a16="http://schemas.microsoft.com/office/drawing/2014/main" id="{6356330F-8AF3-1526-74F7-434422BD3F7E}"/>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599219" y="2905281"/>
            <a:ext cx="4155099" cy="4155100"/>
          </a:xfrm>
          <a:prstGeom prst="rect">
            <a:avLst/>
          </a:prstGeom>
        </p:spPr>
      </p:pic>
      <p:sp>
        <p:nvSpPr>
          <p:cNvPr id="12" name="Freeform 3">
            <a:extLst>
              <a:ext uri="{FF2B5EF4-FFF2-40B4-BE49-F238E27FC236}">
                <a16:creationId xmlns:a16="http://schemas.microsoft.com/office/drawing/2014/main" id="{B353591B-3CBA-9DBE-8DF5-6C36C4BD1A40}"/>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10" name="Slide Number Placeholder 24">
            <a:extLst>
              <a:ext uri="{FF2B5EF4-FFF2-40B4-BE49-F238E27FC236}">
                <a16:creationId xmlns:a16="http://schemas.microsoft.com/office/drawing/2014/main" id="{7C58F420-7073-1FB6-D685-BA0F24DAFD75}"/>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fld id="{AD91D796-2600-4CB1-AF8F-6B90FC341573}" type="slidenum">
              <a:rPr lang="en-AS" smtClean="0"/>
              <a:t>40</a:t>
            </a:fld>
            <a:endParaRPr lang="en-AS" dirty="0"/>
          </a:p>
        </p:txBody>
      </p:sp>
      <mc:AlternateContent xmlns:mc="http://schemas.openxmlformats.org/markup-compatibility/2006" xmlns:a14="http://schemas.microsoft.com/office/drawing/2010/main">
        <mc:Choice Requires="a14">
          <p:sp>
            <p:nvSpPr>
              <p:cNvPr id="31" name="Text">
                <a:extLst>
                  <a:ext uri="{FF2B5EF4-FFF2-40B4-BE49-F238E27FC236}">
                    <a16:creationId xmlns:a16="http://schemas.microsoft.com/office/drawing/2014/main" id="{B122A84E-B634-696A-E3A8-F4417F0709C8}"/>
                  </a:ext>
                </a:extLst>
              </p:cNvPr>
              <p:cNvSpPr txBox="1"/>
              <p:nvPr/>
            </p:nvSpPr>
            <p:spPr>
              <a:xfrm>
                <a:off x="1040528" y="1783319"/>
                <a:ext cx="4531598" cy="3989169"/>
              </a:xfrm>
              <a:prstGeom prst="rect">
                <a:avLst/>
              </a:prstGeom>
              <a:noFill/>
            </p:spPr>
            <p:txBody>
              <a:bodyPr wrap="square" rtlCol="0">
                <a:spAutoFit/>
              </a:bodyPr>
              <a:lstStyle/>
              <a:p>
                <a:r>
                  <a:rPr lang="en-US" sz="2200" b="1" dirty="0">
                    <a:latin typeface="Times New Roman" panose="02020603050405020304" pitchFamily="18" charset="0"/>
                    <a:cs typeface="Times New Roman" panose="02020603050405020304" pitchFamily="18" charset="0"/>
                  </a:rPr>
                  <a:t>What is PSNR?</a:t>
                </a:r>
              </a:p>
              <a:p>
                <a:r>
                  <a:rPr lang="en-US" sz="2000" dirty="0">
                    <a:latin typeface="Times New Roman" panose="02020603050405020304" pitchFamily="18" charset="0"/>
                    <a:cs typeface="Times New Roman" panose="02020603050405020304" pitchFamily="18" charset="0"/>
                  </a:rPr>
                  <a:t>PSNR measures:</a:t>
                </a:r>
              </a:p>
              <a:p>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Pixel-level similarity between original and reconstructed frames.</a:t>
                </a:r>
              </a:p>
              <a:p>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It is based on Mean Squared Error (MSE). </a:t>
                </a:r>
              </a:p>
              <a:p>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High PSNR (30–50 dB) → better quality, </a:t>
                </a:r>
              </a:p>
              <a:p>
                <a:r>
                  <a:rPr lang="en-US" sz="2000" dirty="0">
                    <a:latin typeface="Times New Roman" panose="02020603050405020304" pitchFamily="18" charset="0"/>
                    <a:cs typeface="Times New Roman" panose="02020603050405020304" pitchFamily="18" charset="0"/>
                  </a:rPr>
                  <a:t>Low PSNR → more distortion </a:t>
                </a:r>
              </a:p>
              <a:p>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Formula:</a:t>
                </a:r>
                <a14:m>
                  <m:oMath xmlns:m="http://schemas.openxmlformats.org/officeDocument/2006/math">
                    <m:r>
                      <a:rPr lang="en-US" sz="2000" b="0" i="0" smtClean="0">
                        <a:latin typeface="Cambria Math" panose="02040503050406030204" pitchFamily="18" charset="0"/>
                        <a:cs typeface="Times New Roman" panose="02020603050405020304" pitchFamily="18" charset="0"/>
                      </a:rPr>
                      <m:t> </m:t>
                    </m:r>
                    <m:r>
                      <a:rPr lang="en-US" sz="2000" b="0" i="1" smtClean="0">
                        <a:latin typeface="Cambria Math" panose="02040503050406030204" pitchFamily="18" charset="0"/>
                        <a:cs typeface="Times New Roman" panose="02020603050405020304" pitchFamily="18" charset="0"/>
                      </a:rPr>
                      <m:t>𝑃𝑆𝑁𝑅</m:t>
                    </m:r>
                    <m:r>
                      <a:rPr lang="en-US" sz="2000" b="0" i="1" smtClean="0">
                        <a:latin typeface="Cambria Math" panose="02040503050406030204" pitchFamily="18" charset="0"/>
                        <a:cs typeface="Times New Roman" panose="02020603050405020304" pitchFamily="18" charset="0"/>
                      </a:rPr>
                      <m:t>=</m:t>
                    </m:r>
                    <m:func>
                      <m:funcPr>
                        <m:ctrlPr>
                          <a:rPr lang="en-US" sz="2000" b="0" i="1" smtClean="0">
                            <a:latin typeface="Cambria Math" panose="02040503050406030204" pitchFamily="18" charset="0"/>
                            <a:cs typeface="Times New Roman" panose="02020603050405020304" pitchFamily="18" charset="0"/>
                          </a:rPr>
                        </m:ctrlPr>
                      </m:funcPr>
                      <m:fName>
                        <m:sSub>
                          <m:sSubPr>
                            <m:ctrlPr>
                              <a:rPr lang="en-US" sz="2000" b="0" i="1" smtClean="0">
                                <a:latin typeface="Cambria Math" panose="02040503050406030204" pitchFamily="18" charset="0"/>
                                <a:cs typeface="Times New Roman" panose="02020603050405020304" pitchFamily="18" charset="0"/>
                              </a:rPr>
                            </m:ctrlPr>
                          </m:sSubPr>
                          <m:e>
                            <m:r>
                              <m:rPr>
                                <m:sty m:val="p"/>
                              </m:rPr>
                              <a:rPr lang="en-US" sz="2000" b="0" i="0" smtClean="0">
                                <a:latin typeface="Cambria Math" panose="02040503050406030204" pitchFamily="18" charset="0"/>
                                <a:cs typeface="Times New Roman" panose="02020603050405020304" pitchFamily="18" charset="0"/>
                              </a:rPr>
                              <m:t>log</m:t>
                            </m:r>
                          </m:e>
                          <m:sub>
                            <m:r>
                              <a:rPr lang="en-US" sz="2000" b="0" i="1" smtClean="0">
                                <a:latin typeface="Cambria Math" panose="02040503050406030204" pitchFamily="18" charset="0"/>
                                <a:cs typeface="Times New Roman" panose="02020603050405020304" pitchFamily="18" charset="0"/>
                              </a:rPr>
                              <m:t>10</m:t>
                            </m:r>
                          </m:sub>
                        </m:sSub>
                      </m:fName>
                      <m:e>
                        <m:r>
                          <a:rPr lang="en-US" sz="2000" b="0" i="1" smtClean="0">
                            <a:latin typeface="Cambria Math" panose="02040503050406030204" pitchFamily="18" charset="0"/>
                            <a:cs typeface="Times New Roman" panose="02020603050405020304" pitchFamily="18" charset="0"/>
                          </a:rPr>
                          <m:t>(</m:t>
                        </m:r>
                        <m:f>
                          <m:fPr>
                            <m:ctrlPr>
                              <a:rPr lang="en-US" sz="2000" b="0" i="1" smtClean="0">
                                <a:latin typeface="Cambria Math" panose="02040503050406030204" pitchFamily="18" charset="0"/>
                                <a:cs typeface="Times New Roman" panose="02020603050405020304" pitchFamily="18" charset="0"/>
                              </a:rPr>
                            </m:ctrlPr>
                          </m:fPr>
                          <m:num>
                            <m:sSup>
                              <m:sSupPr>
                                <m:ctrlPr>
                                  <a:rPr lang="en-US" sz="2000" b="0" i="1" smtClean="0">
                                    <a:latin typeface="Cambria Math" panose="02040503050406030204" pitchFamily="18" charset="0"/>
                                    <a:cs typeface="Times New Roman" panose="02020603050405020304" pitchFamily="18" charset="0"/>
                                  </a:rPr>
                                </m:ctrlPr>
                              </m:sSupPr>
                              <m:e>
                                <m:r>
                                  <a:rPr lang="en-US" sz="2000" b="0" i="1" smtClean="0">
                                    <a:latin typeface="Cambria Math" panose="02040503050406030204" pitchFamily="18" charset="0"/>
                                    <a:cs typeface="Times New Roman" panose="02020603050405020304" pitchFamily="18" charset="0"/>
                                  </a:rPr>
                                  <m:t>𝑀𝐴𝑋</m:t>
                                </m:r>
                              </m:e>
                              <m:sup>
                                <m:r>
                                  <a:rPr lang="en-US" sz="2000" b="0" i="1" smtClean="0">
                                    <a:latin typeface="Cambria Math" panose="02040503050406030204" pitchFamily="18" charset="0"/>
                                    <a:cs typeface="Times New Roman" panose="02020603050405020304" pitchFamily="18" charset="0"/>
                                  </a:rPr>
                                  <m:t>2</m:t>
                                </m:r>
                              </m:sup>
                            </m:sSup>
                          </m:num>
                          <m:den>
                            <m:r>
                              <a:rPr lang="en-US" sz="2000" b="0" i="1" smtClean="0">
                                <a:latin typeface="Cambria Math" panose="02040503050406030204" pitchFamily="18" charset="0"/>
                                <a:cs typeface="Times New Roman" panose="02020603050405020304" pitchFamily="18" charset="0"/>
                              </a:rPr>
                              <m:t>𝑀𝑆𝐸</m:t>
                            </m:r>
                          </m:den>
                        </m:f>
                        <m:r>
                          <a:rPr lang="en-US" sz="2000" b="0" i="1" smtClean="0">
                            <a:latin typeface="Cambria Math" panose="02040503050406030204" pitchFamily="18" charset="0"/>
                            <a:cs typeface="Times New Roman" panose="02020603050405020304" pitchFamily="18" charset="0"/>
                          </a:rPr>
                          <m:t>)</m:t>
                        </m:r>
                      </m:e>
                    </m:func>
                  </m:oMath>
                </a14:m>
                <a:endParaRPr lang="en-US" sz="2000" dirty="0">
                  <a:latin typeface="Times New Roman" panose="02020603050405020304" pitchFamily="18" charset="0"/>
                  <a:cs typeface="Times New Roman" panose="02020603050405020304" pitchFamily="18" charset="0"/>
                </a:endParaRPr>
              </a:p>
            </p:txBody>
          </p:sp>
        </mc:Choice>
        <mc:Fallback xmlns="">
          <p:sp>
            <p:nvSpPr>
              <p:cNvPr id="31" name="Text">
                <a:extLst>
                  <a:ext uri="{FF2B5EF4-FFF2-40B4-BE49-F238E27FC236}">
                    <a16:creationId xmlns:a16="http://schemas.microsoft.com/office/drawing/2014/main" id="{B122A84E-B634-696A-E3A8-F4417F0709C8}"/>
                  </a:ext>
                </a:extLst>
              </p:cNvPr>
              <p:cNvSpPr txBox="1">
                <a:spLocks noRot="1" noChangeAspect="1" noMove="1" noResize="1" noEditPoints="1" noAdjustHandles="1" noChangeArrowheads="1" noChangeShapeType="1" noTextEdit="1"/>
              </p:cNvSpPr>
              <p:nvPr/>
            </p:nvSpPr>
            <p:spPr>
              <a:xfrm>
                <a:off x="1040528" y="1783319"/>
                <a:ext cx="4531598" cy="3989169"/>
              </a:xfrm>
              <a:prstGeom prst="rect">
                <a:avLst/>
              </a:prstGeom>
              <a:blipFill>
                <a:blip r:embed="rId4"/>
                <a:stretch>
                  <a:fillRect l="-1750" t="-1070" r="-2153" b="-153"/>
                </a:stretch>
              </a:blipFill>
            </p:spPr>
            <p:txBody>
              <a:bodyPr/>
              <a:lstStyle/>
              <a:p>
                <a:r>
                  <a:rPr lang="en-US">
                    <a:noFill/>
                  </a:rPr>
                  <a:t> </a:t>
                </a:r>
              </a:p>
            </p:txBody>
          </p:sp>
        </mc:Fallback>
      </mc:AlternateContent>
      <p:sp>
        <p:nvSpPr>
          <p:cNvPr id="20" name="SubTitle">
            <a:extLst>
              <a:ext uri="{FF2B5EF4-FFF2-40B4-BE49-F238E27FC236}">
                <a16:creationId xmlns:a16="http://schemas.microsoft.com/office/drawing/2014/main" id="{B23F12A1-0723-1252-1429-B0044791D249}"/>
              </a:ext>
            </a:extLst>
          </p:cNvPr>
          <p:cNvSpPr txBox="1">
            <a:spLocks/>
          </p:cNvSpPr>
          <p:nvPr/>
        </p:nvSpPr>
        <p:spPr>
          <a:xfrm>
            <a:off x="1364512" y="965565"/>
            <a:ext cx="5009291" cy="52322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2800" dirty="0">
                <a:latin typeface="Times New Roman" panose="02020603050405020304" pitchFamily="18" charset="0"/>
                <a:cs typeface="Times New Roman" panose="02020603050405020304" pitchFamily="18" charset="0"/>
              </a:rPr>
              <a:t>Quality Metrics</a:t>
            </a:r>
            <a:endParaRPr lang="en-US" sz="2800" dirty="0">
              <a:latin typeface="Times New Roman" panose="02020603050405020304" pitchFamily="18" charset="0"/>
              <a:ea typeface="+mn-ea"/>
              <a:cs typeface="Times New Roman" panose="02020603050405020304" pitchFamily="18" charset="0"/>
            </a:endParaRPr>
          </a:p>
        </p:txBody>
      </p:sp>
      <p:sp>
        <p:nvSpPr>
          <p:cNvPr id="11" name="Text">
            <a:extLst>
              <a:ext uri="{FF2B5EF4-FFF2-40B4-BE49-F238E27FC236}">
                <a16:creationId xmlns:a16="http://schemas.microsoft.com/office/drawing/2014/main" id="{04CA22BF-6BFE-649E-8F12-699BAAABF1EA}"/>
              </a:ext>
            </a:extLst>
          </p:cNvPr>
          <p:cNvSpPr txBox="1">
            <a:spLocks noGrp="1" noRot="1" noMove="1" noResize="1" noEditPoints="1" noAdjustHandles="1" noChangeArrowheads="1" noChangeShapeType="1"/>
          </p:cNvSpPr>
          <p:nvPr/>
        </p:nvSpPr>
        <p:spPr>
          <a:xfrm>
            <a:off x="5838825" y="1783319"/>
            <a:ext cx="5312647" cy="3847207"/>
          </a:xfrm>
          <a:prstGeom prst="rect">
            <a:avLst/>
          </a:prstGeom>
          <a:noFill/>
        </p:spPr>
        <p:txBody>
          <a:bodyPr wrap="square" rtlCol="0">
            <a:spAutoFit/>
          </a:bodyPr>
          <a:lstStyle/>
          <a:p>
            <a:r>
              <a:rPr lang="en-US" sz="2200" b="1" dirty="0">
                <a:latin typeface="Times New Roman" panose="02020603050405020304" pitchFamily="18" charset="0"/>
                <a:cs typeface="Times New Roman" panose="02020603050405020304" pitchFamily="18" charset="0"/>
              </a:rPr>
              <a:t>What is BPP?</a:t>
            </a:r>
            <a:endParaRPr lang="en-US" sz="2200" dirty="0">
              <a:latin typeface="Times New Roman" panose="02020603050405020304" pitchFamily="18" charset="0"/>
              <a:cs typeface="Times New Roman" panose="02020603050405020304" pitchFamily="18" charset="0"/>
            </a:endParaRPr>
          </a:p>
          <a:p>
            <a:r>
              <a:rPr lang="en-US" sz="2000" b="1" dirty="0">
                <a:latin typeface="Times New Roman" panose="02020603050405020304" pitchFamily="18" charset="0"/>
                <a:cs typeface="Times New Roman" panose="02020603050405020304" pitchFamily="18" charset="0"/>
              </a:rPr>
              <a:t>BPP measures:</a:t>
            </a:r>
          </a:p>
          <a:p>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The number of bits used to represent each pixel in an image or video.</a:t>
            </a:r>
          </a:p>
          <a:p>
            <a:r>
              <a:rPr lang="en-US" sz="2000" dirty="0">
                <a:latin typeface="Times New Roman" panose="02020603050405020304" pitchFamily="18" charset="0"/>
                <a:cs typeface="Times New Roman" panose="02020603050405020304" pitchFamily="18" charset="0"/>
              </a:rPr>
              <a:t>How efficiently a model compresses visual data.</a:t>
            </a:r>
          </a:p>
          <a:p>
            <a:endParaRPr lang="en-US" sz="2000" dirty="0">
              <a:latin typeface="Times New Roman" panose="02020603050405020304" pitchFamily="18" charset="0"/>
              <a:cs typeface="Times New Roman" panose="02020603050405020304" pitchFamily="18" charset="0"/>
            </a:endParaRPr>
          </a:p>
          <a:p>
            <a:r>
              <a:rPr lang="en-US" sz="2000" b="1" dirty="0">
                <a:latin typeface="Times New Roman" panose="02020603050405020304" pitchFamily="18" charset="0"/>
                <a:cs typeface="Times New Roman" panose="02020603050405020304" pitchFamily="18" charset="0"/>
              </a:rPr>
              <a:t>It is based on:</a:t>
            </a:r>
          </a:p>
          <a:p>
            <a:endParaRPr lang="en-US" sz="2000" dirty="0">
              <a:latin typeface="Times New Roman" panose="02020603050405020304" pitchFamily="18" charset="0"/>
              <a:cs typeface="Times New Roman" panose="02020603050405020304" pitchFamily="18" charset="0"/>
            </a:endParaRPr>
          </a:p>
          <a:p>
            <a:pPr marL="342900" lvl="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Bitrate (total compressed data size).</a:t>
            </a:r>
          </a:p>
          <a:p>
            <a:pPr marL="342900" lvl="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Resolution (width × height).</a:t>
            </a:r>
          </a:p>
          <a:p>
            <a:pPr marL="342900" lvl="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Frame rate (for video).</a:t>
            </a:r>
          </a:p>
        </p:txBody>
      </p:sp>
      <p:sp>
        <p:nvSpPr>
          <p:cNvPr id="13" name="Title 16">
            <a:extLst>
              <a:ext uri="{FF2B5EF4-FFF2-40B4-BE49-F238E27FC236}">
                <a16:creationId xmlns:a16="http://schemas.microsoft.com/office/drawing/2014/main" id="{AA32DA75-6AD8-45F1-9B96-9FA626CD5DC9}"/>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mn-ea"/>
                <a:cs typeface="Times New Roman" panose="02020603050405020304" pitchFamily="18" charset="0"/>
              </a:rPr>
              <a:t>AI Models</a:t>
            </a:r>
          </a:p>
        </p:txBody>
      </p:sp>
      <p:pic>
        <p:nvPicPr>
          <p:cNvPr id="14" name="Graphic 13" descr="Illustrator with solid fill">
            <a:extLst>
              <a:ext uri="{FF2B5EF4-FFF2-40B4-BE49-F238E27FC236}">
                <a16:creationId xmlns:a16="http://schemas.microsoft.com/office/drawing/2014/main" id="{1F1E5578-49BE-A214-064C-1770206ED3D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grpSp>
        <p:nvGrpSpPr>
          <p:cNvPr id="142" name="!!Film_Tabe_1">
            <a:extLst>
              <a:ext uri="{FF2B5EF4-FFF2-40B4-BE49-F238E27FC236}">
                <a16:creationId xmlns:a16="http://schemas.microsoft.com/office/drawing/2014/main" id="{A8147EE0-D38D-47B2-0A2E-8926A360C282}"/>
              </a:ext>
            </a:extLst>
          </p:cNvPr>
          <p:cNvGrpSpPr/>
          <p:nvPr/>
        </p:nvGrpSpPr>
        <p:grpSpPr>
          <a:xfrm rot="16200000">
            <a:off x="-10992868" y="802774"/>
            <a:ext cx="21467809" cy="1961092"/>
            <a:chOff x="-5996785" y="2448454"/>
            <a:chExt cx="21467809" cy="1961092"/>
          </a:xfrm>
          <a:effectLst>
            <a:outerShdw blurRad="12700" dist="50800" dir="2700000" algn="tl" rotWithShape="0">
              <a:schemeClr val="tx1">
                <a:alpha val="40000"/>
              </a:schemeClr>
            </a:outerShdw>
          </a:effectLst>
        </p:grpSpPr>
        <p:grpSp>
          <p:nvGrpSpPr>
            <p:cNvPr id="143" name="Group 142">
              <a:extLst>
                <a:ext uri="{FF2B5EF4-FFF2-40B4-BE49-F238E27FC236}">
                  <a16:creationId xmlns:a16="http://schemas.microsoft.com/office/drawing/2014/main" id="{20D69057-66F4-DF63-5F0D-88EAB64785D9}"/>
                </a:ext>
              </a:extLst>
            </p:cNvPr>
            <p:cNvGrpSpPr/>
            <p:nvPr/>
          </p:nvGrpSpPr>
          <p:grpSpPr>
            <a:xfrm>
              <a:off x="7372077" y="2448455"/>
              <a:ext cx="2738174" cy="1961091"/>
              <a:chOff x="4726913" y="2438401"/>
              <a:chExt cx="2738174" cy="1961091"/>
            </a:xfrm>
          </p:grpSpPr>
          <p:sp>
            <p:nvSpPr>
              <p:cNvPr id="172" name="Graphic 2" descr="Film strip outline">
                <a:extLst>
                  <a:ext uri="{FF2B5EF4-FFF2-40B4-BE49-F238E27FC236}">
                    <a16:creationId xmlns:a16="http://schemas.microsoft.com/office/drawing/2014/main" id="{A42C70D4-7F5F-8299-D270-22DAEDD51DD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3" name="Straight Connector 172">
                <a:extLst>
                  <a:ext uri="{FF2B5EF4-FFF2-40B4-BE49-F238E27FC236}">
                    <a16:creationId xmlns:a16="http://schemas.microsoft.com/office/drawing/2014/main" id="{9A33D595-628F-98ED-E4B3-C51AE5D3F9A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4" name="TextBox 173">
                <a:extLst>
                  <a:ext uri="{FF2B5EF4-FFF2-40B4-BE49-F238E27FC236}">
                    <a16:creationId xmlns:a16="http://schemas.microsoft.com/office/drawing/2014/main" id="{C244EDD3-C40D-C483-1E05-581956663EB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4" name="Group 143">
              <a:extLst>
                <a:ext uri="{FF2B5EF4-FFF2-40B4-BE49-F238E27FC236}">
                  <a16:creationId xmlns:a16="http://schemas.microsoft.com/office/drawing/2014/main" id="{EA3AD706-F562-8466-877E-AE9D2E1FE1F3}"/>
                </a:ext>
              </a:extLst>
            </p:cNvPr>
            <p:cNvGrpSpPr/>
            <p:nvPr/>
          </p:nvGrpSpPr>
          <p:grpSpPr>
            <a:xfrm>
              <a:off x="4702657" y="2448455"/>
              <a:ext cx="2738174" cy="1961091"/>
              <a:chOff x="4726913" y="2438401"/>
              <a:chExt cx="2738174" cy="1961091"/>
            </a:xfrm>
          </p:grpSpPr>
          <p:sp>
            <p:nvSpPr>
              <p:cNvPr id="169" name="Graphic 2" descr="Film strip outline">
                <a:extLst>
                  <a:ext uri="{FF2B5EF4-FFF2-40B4-BE49-F238E27FC236}">
                    <a16:creationId xmlns:a16="http://schemas.microsoft.com/office/drawing/2014/main" id="{E44CEAFC-E304-3AD8-176B-ECB25A03F7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70" name="Straight Connector 169">
                <a:extLst>
                  <a:ext uri="{FF2B5EF4-FFF2-40B4-BE49-F238E27FC236}">
                    <a16:creationId xmlns:a16="http://schemas.microsoft.com/office/drawing/2014/main" id="{117E3D9B-8167-F3EB-33FE-EA03A6221CF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1" name="TextBox 170">
                <a:extLst>
                  <a:ext uri="{FF2B5EF4-FFF2-40B4-BE49-F238E27FC236}">
                    <a16:creationId xmlns:a16="http://schemas.microsoft.com/office/drawing/2014/main" id="{D48EA44D-2ACA-22A9-558B-56C857F2706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5" name="Group 144">
              <a:extLst>
                <a:ext uri="{FF2B5EF4-FFF2-40B4-BE49-F238E27FC236}">
                  <a16:creationId xmlns:a16="http://schemas.microsoft.com/office/drawing/2014/main" id="{47DD7BE0-A205-49F5-667A-B333D9BEBA7D}"/>
                </a:ext>
              </a:extLst>
            </p:cNvPr>
            <p:cNvGrpSpPr/>
            <p:nvPr/>
          </p:nvGrpSpPr>
          <p:grpSpPr>
            <a:xfrm>
              <a:off x="12732850" y="2448455"/>
              <a:ext cx="2738174" cy="1961091"/>
              <a:chOff x="4726913" y="2438401"/>
              <a:chExt cx="2738174" cy="1961091"/>
            </a:xfrm>
          </p:grpSpPr>
          <p:sp>
            <p:nvSpPr>
              <p:cNvPr id="166" name="Graphic 2" descr="Film strip outline">
                <a:extLst>
                  <a:ext uri="{FF2B5EF4-FFF2-40B4-BE49-F238E27FC236}">
                    <a16:creationId xmlns:a16="http://schemas.microsoft.com/office/drawing/2014/main" id="{3837AB59-8749-95FC-4EEE-E84040A61F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7" name="Straight Connector 166">
                <a:extLst>
                  <a:ext uri="{FF2B5EF4-FFF2-40B4-BE49-F238E27FC236}">
                    <a16:creationId xmlns:a16="http://schemas.microsoft.com/office/drawing/2014/main" id="{6A3A8583-C296-C722-4A1E-D0E759D3D00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8" name="TextBox 167">
                <a:extLst>
                  <a:ext uri="{FF2B5EF4-FFF2-40B4-BE49-F238E27FC236}">
                    <a16:creationId xmlns:a16="http://schemas.microsoft.com/office/drawing/2014/main" id="{AEF73C65-FEE6-8CF8-0014-CEB7681AEF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6" name="Group 145">
              <a:extLst>
                <a:ext uri="{FF2B5EF4-FFF2-40B4-BE49-F238E27FC236}">
                  <a16:creationId xmlns:a16="http://schemas.microsoft.com/office/drawing/2014/main" id="{C383502B-8FB2-ABCC-81A1-03EE57E744FF}"/>
                </a:ext>
              </a:extLst>
            </p:cNvPr>
            <p:cNvGrpSpPr/>
            <p:nvPr/>
          </p:nvGrpSpPr>
          <p:grpSpPr>
            <a:xfrm>
              <a:off x="10063430" y="2448455"/>
              <a:ext cx="2738174" cy="1961091"/>
              <a:chOff x="4726913" y="2438401"/>
              <a:chExt cx="2738174" cy="1961091"/>
            </a:xfrm>
          </p:grpSpPr>
          <p:sp>
            <p:nvSpPr>
              <p:cNvPr id="163" name="Graphic 2" descr="Film strip outline">
                <a:extLst>
                  <a:ext uri="{FF2B5EF4-FFF2-40B4-BE49-F238E27FC236}">
                    <a16:creationId xmlns:a16="http://schemas.microsoft.com/office/drawing/2014/main" id="{2C20C12F-EE9B-7327-EC29-D6F3A7FD00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4" name="Straight Connector 163">
                <a:extLst>
                  <a:ext uri="{FF2B5EF4-FFF2-40B4-BE49-F238E27FC236}">
                    <a16:creationId xmlns:a16="http://schemas.microsoft.com/office/drawing/2014/main" id="{0A475549-B8DC-8CEF-1C21-CEEA22E666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5" name="TextBox 164">
                <a:extLst>
                  <a:ext uri="{FF2B5EF4-FFF2-40B4-BE49-F238E27FC236}">
                    <a16:creationId xmlns:a16="http://schemas.microsoft.com/office/drawing/2014/main" id="{881D080A-64FE-0C10-1876-126CE814ECA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7" name="Group 146">
              <a:extLst>
                <a:ext uri="{FF2B5EF4-FFF2-40B4-BE49-F238E27FC236}">
                  <a16:creationId xmlns:a16="http://schemas.microsoft.com/office/drawing/2014/main" id="{69E62577-9471-BDB4-3179-1202DD82AB68}"/>
                </a:ext>
              </a:extLst>
            </p:cNvPr>
            <p:cNvGrpSpPr/>
            <p:nvPr/>
          </p:nvGrpSpPr>
          <p:grpSpPr>
            <a:xfrm>
              <a:off x="-3327365" y="2448454"/>
              <a:ext cx="2738174" cy="1961091"/>
              <a:chOff x="4726913" y="2438401"/>
              <a:chExt cx="2738174" cy="1961091"/>
            </a:xfrm>
          </p:grpSpPr>
          <p:sp>
            <p:nvSpPr>
              <p:cNvPr id="160" name="Graphic 2" descr="Film strip outline">
                <a:extLst>
                  <a:ext uri="{FF2B5EF4-FFF2-40B4-BE49-F238E27FC236}">
                    <a16:creationId xmlns:a16="http://schemas.microsoft.com/office/drawing/2014/main" id="{84E8FCBD-E4A8-9837-5E22-2C24961F3DA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1" name="Straight Connector 160">
                <a:extLst>
                  <a:ext uri="{FF2B5EF4-FFF2-40B4-BE49-F238E27FC236}">
                    <a16:creationId xmlns:a16="http://schemas.microsoft.com/office/drawing/2014/main" id="{8CBDA5D3-70BD-0AE4-0CED-9AF55592293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2" name="TextBox 161">
                <a:extLst>
                  <a:ext uri="{FF2B5EF4-FFF2-40B4-BE49-F238E27FC236}">
                    <a16:creationId xmlns:a16="http://schemas.microsoft.com/office/drawing/2014/main" id="{3F21C3B1-E51A-95F1-E569-8AC901B2A47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8" name="Group 147">
              <a:extLst>
                <a:ext uri="{FF2B5EF4-FFF2-40B4-BE49-F238E27FC236}">
                  <a16:creationId xmlns:a16="http://schemas.microsoft.com/office/drawing/2014/main" id="{EA68E73A-307B-7E9F-494A-4FB4C2CC37B8}"/>
                </a:ext>
              </a:extLst>
            </p:cNvPr>
            <p:cNvGrpSpPr/>
            <p:nvPr/>
          </p:nvGrpSpPr>
          <p:grpSpPr>
            <a:xfrm>
              <a:off x="-5996785" y="2448454"/>
              <a:ext cx="2738174" cy="1961091"/>
              <a:chOff x="4726913" y="2438401"/>
              <a:chExt cx="2738174" cy="1961091"/>
            </a:xfrm>
          </p:grpSpPr>
          <p:sp>
            <p:nvSpPr>
              <p:cNvPr id="157" name="Graphic 2" descr="Film strip outline">
                <a:extLst>
                  <a:ext uri="{FF2B5EF4-FFF2-40B4-BE49-F238E27FC236}">
                    <a16:creationId xmlns:a16="http://schemas.microsoft.com/office/drawing/2014/main" id="{7F6CC8E5-33AC-1BF1-364E-FF9B6F841AF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dirty="0"/>
              </a:p>
            </p:txBody>
          </p:sp>
          <p:cxnSp>
            <p:nvCxnSpPr>
              <p:cNvPr id="158" name="Straight Connector 157">
                <a:extLst>
                  <a:ext uri="{FF2B5EF4-FFF2-40B4-BE49-F238E27FC236}">
                    <a16:creationId xmlns:a16="http://schemas.microsoft.com/office/drawing/2014/main" id="{4A966287-6140-7128-7542-78F56AB01AC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9" name="TextBox 158">
                <a:extLst>
                  <a:ext uri="{FF2B5EF4-FFF2-40B4-BE49-F238E27FC236}">
                    <a16:creationId xmlns:a16="http://schemas.microsoft.com/office/drawing/2014/main" id="{B5CD37C5-D54D-E6B6-0623-B8FFFFB82DA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49" name="Group 148">
              <a:extLst>
                <a:ext uri="{FF2B5EF4-FFF2-40B4-BE49-F238E27FC236}">
                  <a16:creationId xmlns:a16="http://schemas.microsoft.com/office/drawing/2014/main" id="{EF53CE83-6736-B598-6837-269B2BCB7FE4}"/>
                </a:ext>
              </a:extLst>
            </p:cNvPr>
            <p:cNvGrpSpPr/>
            <p:nvPr/>
          </p:nvGrpSpPr>
          <p:grpSpPr>
            <a:xfrm>
              <a:off x="2033408" y="2448454"/>
              <a:ext cx="2738174" cy="1961091"/>
              <a:chOff x="4726913" y="2438401"/>
              <a:chExt cx="2738174" cy="1961091"/>
            </a:xfrm>
          </p:grpSpPr>
          <p:sp>
            <p:nvSpPr>
              <p:cNvPr id="154" name="Graphic 2" descr="Film strip outline">
                <a:extLst>
                  <a:ext uri="{FF2B5EF4-FFF2-40B4-BE49-F238E27FC236}">
                    <a16:creationId xmlns:a16="http://schemas.microsoft.com/office/drawing/2014/main" id="{DAAA5861-A2CD-7EC9-C155-81EE182AD30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5" name="Straight Connector 154">
                <a:extLst>
                  <a:ext uri="{FF2B5EF4-FFF2-40B4-BE49-F238E27FC236}">
                    <a16:creationId xmlns:a16="http://schemas.microsoft.com/office/drawing/2014/main" id="{09851351-6413-F787-A1F8-3DEA821D570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6" name="TextBox 155">
                <a:extLst>
                  <a:ext uri="{FF2B5EF4-FFF2-40B4-BE49-F238E27FC236}">
                    <a16:creationId xmlns:a16="http://schemas.microsoft.com/office/drawing/2014/main" id="{13A78757-6667-0F2F-0737-046E5C3721E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50" name="Group 149">
              <a:extLst>
                <a:ext uri="{FF2B5EF4-FFF2-40B4-BE49-F238E27FC236}">
                  <a16:creationId xmlns:a16="http://schemas.microsoft.com/office/drawing/2014/main" id="{2577CC26-8E8A-19B2-C843-F9F53817E2AF}"/>
                </a:ext>
              </a:extLst>
            </p:cNvPr>
            <p:cNvGrpSpPr/>
            <p:nvPr/>
          </p:nvGrpSpPr>
          <p:grpSpPr>
            <a:xfrm>
              <a:off x="-636012" y="2448454"/>
              <a:ext cx="2738174" cy="1961091"/>
              <a:chOff x="4726913" y="2438401"/>
              <a:chExt cx="2738174" cy="1961091"/>
            </a:xfrm>
          </p:grpSpPr>
          <p:sp>
            <p:nvSpPr>
              <p:cNvPr id="151" name="Graphic 2" descr="Film strip outline">
                <a:extLst>
                  <a:ext uri="{FF2B5EF4-FFF2-40B4-BE49-F238E27FC236}">
                    <a16:creationId xmlns:a16="http://schemas.microsoft.com/office/drawing/2014/main" id="{2A36F6DC-E01A-2881-C40F-B91177E0F5A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2" name="Straight Connector 151">
                <a:extLst>
                  <a:ext uri="{FF2B5EF4-FFF2-40B4-BE49-F238E27FC236}">
                    <a16:creationId xmlns:a16="http://schemas.microsoft.com/office/drawing/2014/main" id="{8AAB95F2-04D4-70BF-79BA-128398C7BBF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3" name="TextBox 152">
                <a:extLst>
                  <a:ext uri="{FF2B5EF4-FFF2-40B4-BE49-F238E27FC236}">
                    <a16:creationId xmlns:a16="http://schemas.microsoft.com/office/drawing/2014/main" id="{FD2E902A-142D-ACD0-BA0D-E2A60877BB5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75" name="!!Film_Tabe_1">
            <a:extLst>
              <a:ext uri="{FF2B5EF4-FFF2-40B4-BE49-F238E27FC236}">
                <a16:creationId xmlns:a16="http://schemas.microsoft.com/office/drawing/2014/main" id="{2D066BDB-C97B-26E5-6620-D88D3D789A94}"/>
              </a:ext>
            </a:extLst>
          </p:cNvPr>
          <p:cNvGrpSpPr/>
          <p:nvPr/>
        </p:nvGrpSpPr>
        <p:grpSpPr>
          <a:xfrm rot="16200000">
            <a:off x="1495965" y="4055858"/>
            <a:ext cx="21467809" cy="1961092"/>
            <a:chOff x="-5996785" y="2448454"/>
            <a:chExt cx="21467809" cy="1961092"/>
          </a:xfrm>
          <a:effectLst>
            <a:outerShdw blurRad="12700" dist="50800" dir="2700000" algn="tl" rotWithShape="0">
              <a:schemeClr val="tx1">
                <a:alpha val="40000"/>
              </a:schemeClr>
            </a:outerShdw>
          </a:effectLst>
        </p:grpSpPr>
        <p:grpSp>
          <p:nvGrpSpPr>
            <p:cNvPr id="176" name="Group 175">
              <a:extLst>
                <a:ext uri="{FF2B5EF4-FFF2-40B4-BE49-F238E27FC236}">
                  <a16:creationId xmlns:a16="http://schemas.microsoft.com/office/drawing/2014/main" id="{398EB8E7-EE67-C54C-AFDB-343B76031A96}"/>
                </a:ext>
              </a:extLst>
            </p:cNvPr>
            <p:cNvGrpSpPr/>
            <p:nvPr/>
          </p:nvGrpSpPr>
          <p:grpSpPr>
            <a:xfrm>
              <a:off x="7372077" y="2448455"/>
              <a:ext cx="2738174" cy="1961091"/>
              <a:chOff x="4726913" y="2438401"/>
              <a:chExt cx="2738174" cy="1961091"/>
            </a:xfrm>
          </p:grpSpPr>
          <p:sp>
            <p:nvSpPr>
              <p:cNvPr id="205" name="Graphic 2" descr="Film strip outline">
                <a:extLst>
                  <a:ext uri="{FF2B5EF4-FFF2-40B4-BE49-F238E27FC236}">
                    <a16:creationId xmlns:a16="http://schemas.microsoft.com/office/drawing/2014/main" id="{94371837-34AF-9286-2FC6-76D1036FD79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6" name="Straight Connector 205">
                <a:extLst>
                  <a:ext uri="{FF2B5EF4-FFF2-40B4-BE49-F238E27FC236}">
                    <a16:creationId xmlns:a16="http://schemas.microsoft.com/office/drawing/2014/main" id="{3AA8B522-817A-4351-BBCD-5FFC76D066F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7" name="TextBox 206">
                <a:extLst>
                  <a:ext uri="{FF2B5EF4-FFF2-40B4-BE49-F238E27FC236}">
                    <a16:creationId xmlns:a16="http://schemas.microsoft.com/office/drawing/2014/main" id="{7670B8A8-143A-7F61-E949-DA5DF41AD1B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7" name="Group 176">
              <a:extLst>
                <a:ext uri="{FF2B5EF4-FFF2-40B4-BE49-F238E27FC236}">
                  <a16:creationId xmlns:a16="http://schemas.microsoft.com/office/drawing/2014/main" id="{D5D7B8AC-DCE3-9B70-0348-641241E366D3}"/>
                </a:ext>
              </a:extLst>
            </p:cNvPr>
            <p:cNvGrpSpPr/>
            <p:nvPr/>
          </p:nvGrpSpPr>
          <p:grpSpPr>
            <a:xfrm>
              <a:off x="4702657" y="2448455"/>
              <a:ext cx="2738174" cy="1961091"/>
              <a:chOff x="4726913" y="2438401"/>
              <a:chExt cx="2738174" cy="1961091"/>
            </a:xfrm>
          </p:grpSpPr>
          <p:sp>
            <p:nvSpPr>
              <p:cNvPr id="202" name="Graphic 2" descr="Film strip outline">
                <a:extLst>
                  <a:ext uri="{FF2B5EF4-FFF2-40B4-BE49-F238E27FC236}">
                    <a16:creationId xmlns:a16="http://schemas.microsoft.com/office/drawing/2014/main" id="{7AC3B456-E7B5-CD6A-17B9-89C6A7E49B6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3" name="Straight Connector 202">
                <a:extLst>
                  <a:ext uri="{FF2B5EF4-FFF2-40B4-BE49-F238E27FC236}">
                    <a16:creationId xmlns:a16="http://schemas.microsoft.com/office/drawing/2014/main" id="{550F70B2-B256-7012-9917-2EE8F4593EA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4" name="TextBox 203">
                <a:extLst>
                  <a:ext uri="{FF2B5EF4-FFF2-40B4-BE49-F238E27FC236}">
                    <a16:creationId xmlns:a16="http://schemas.microsoft.com/office/drawing/2014/main" id="{FFCE5C75-7D30-F61A-DF7D-4C7FE12C3E8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8" name="Group 177">
              <a:extLst>
                <a:ext uri="{FF2B5EF4-FFF2-40B4-BE49-F238E27FC236}">
                  <a16:creationId xmlns:a16="http://schemas.microsoft.com/office/drawing/2014/main" id="{B0BAF57B-2336-007E-295B-51D63CBDA607}"/>
                </a:ext>
              </a:extLst>
            </p:cNvPr>
            <p:cNvGrpSpPr/>
            <p:nvPr/>
          </p:nvGrpSpPr>
          <p:grpSpPr>
            <a:xfrm>
              <a:off x="12732850" y="2448455"/>
              <a:ext cx="2738174" cy="1961091"/>
              <a:chOff x="4726913" y="2438401"/>
              <a:chExt cx="2738174" cy="1961091"/>
            </a:xfrm>
          </p:grpSpPr>
          <p:sp>
            <p:nvSpPr>
              <p:cNvPr id="199" name="Graphic 2" descr="Film strip outline">
                <a:extLst>
                  <a:ext uri="{FF2B5EF4-FFF2-40B4-BE49-F238E27FC236}">
                    <a16:creationId xmlns:a16="http://schemas.microsoft.com/office/drawing/2014/main" id="{AA34DFDE-A596-D946-3983-3A0FEA7E35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00" name="Straight Connector 199">
                <a:extLst>
                  <a:ext uri="{FF2B5EF4-FFF2-40B4-BE49-F238E27FC236}">
                    <a16:creationId xmlns:a16="http://schemas.microsoft.com/office/drawing/2014/main" id="{3C95665D-4A9D-1821-708E-385165F619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1" name="TextBox 200">
                <a:extLst>
                  <a:ext uri="{FF2B5EF4-FFF2-40B4-BE49-F238E27FC236}">
                    <a16:creationId xmlns:a16="http://schemas.microsoft.com/office/drawing/2014/main" id="{2E2329F3-26FA-2AB0-CD37-118C8BA68E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9" name="Group 178">
              <a:extLst>
                <a:ext uri="{FF2B5EF4-FFF2-40B4-BE49-F238E27FC236}">
                  <a16:creationId xmlns:a16="http://schemas.microsoft.com/office/drawing/2014/main" id="{9195A80F-70B2-A2E5-8912-2667E9F07ADC}"/>
                </a:ext>
              </a:extLst>
            </p:cNvPr>
            <p:cNvGrpSpPr/>
            <p:nvPr/>
          </p:nvGrpSpPr>
          <p:grpSpPr>
            <a:xfrm>
              <a:off x="10063430" y="2448455"/>
              <a:ext cx="2738174" cy="1961091"/>
              <a:chOff x="4726913" y="2438401"/>
              <a:chExt cx="2738174" cy="1961091"/>
            </a:xfrm>
          </p:grpSpPr>
          <p:sp>
            <p:nvSpPr>
              <p:cNvPr id="196" name="Graphic 2" descr="Film strip outline">
                <a:extLst>
                  <a:ext uri="{FF2B5EF4-FFF2-40B4-BE49-F238E27FC236}">
                    <a16:creationId xmlns:a16="http://schemas.microsoft.com/office/drawing/2014/main" id="{AABDF483-AFC2-ECF9-38ED-1F16ADCD7B5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7" name="Straight Connector 196">
                <a:extLst>
                  <a:ext uri="{FF2B5EF4-FFF2-40B4-BE49-F238E27FC236}">
                    <a16:creationId xmlns:a16="http://schemas.microsoft.com/office/drawing/2014/main" id="{64DD84B9-C32B-0A1A-BACA-D3662F68F2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8" name="TextBox 197">
                <a:extLst>
                  <a:ext uri="{FF2B5EF4-FFF2-40B4-BE49-F238E27FC236}">
                    <a16:creationId xmlns:a16="http://schemas.microsoft.com/office/drawing/2014/main" id="{84FECE19-FA31-AD46-14EF-CFD2456A85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0" name="Group 179">
              <a:extLst>
                <a:ext uri="{FF2B5EF4-FFF2-40B4-BE49-F238E27FC236}">
                  <a16:creationId xmlns:a16="http://schemas.microsoft.com/office/drawing/2014/main" id="{1D8BE5A3-8307-BF3B-83BF-80DFB183EB62}"/>
                </a:ext>
              </a:extLst>
            </p:cNvPr>
            <p:cNvGrpSpPr/>
            <p:nvPr/>
          </p:nvGrpSpPr>
          <p:grpSpPr>
            <a:xfrm>
              <a:off x="-3327365" y="2448454"/>
              <a:ext cx="2738174" cy="1961091"/>
              <a:chOff x="4726913" y="2438401"/>
              <a:chExt cx="2738174" cy="1961091"/>
            </a:xfrm>
          </p:grpSpPr>
          <p:sp>
            <p:nvSpPr>
              <p:cNvPr id="193" name="Graphic 2" descr="Film strip outline">
                <a:extLst>
                  <a:ext uri="{FF2B5EF4-FFF2-40B4-BE49-F238E27FC236}">
                    <a16:creationId xmlns:a16="http://schemas.microsoft.com/office/drawing/2014/main" id="{D55745CE-1A83-EAC7-1044-2EA1CD8AF5C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4" name="Straight Connector 193">
                <a:extLst>
                  <a:ext uri="{FF2B5EF4-FFF2-40B4-BE49-F238E27FC236}">
                    <a16:creationId xmlns:a16="http://schemas.microsoft.com/office/drawing/2014/main" id="{767C4F00-71E9-035D-A9D3-CB13704440E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5" name="TextBox 194">
                <a:extLst>
                  <a:ext uri="{FF2B5EF4-FFF2-40B4-BE49-F238E27FC236}">
                    <a16:creationId xmlns:a16="http://schemas.microsoft.com/office/drawing/2014/main" id="{7D079FA1-7460-941E-0E1A-7080E067E1E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1" name="Group 180">
              <a:extLst>
                <a:ext uri="{FF2B5EF4-FFF2-40B4-BE49-F238E27FC236}">
                  <a16:creationId xmlns:a16="http://schemas.microsoft.com/office/drawing/2014/main" id="{48010E4A-6F7B-461F-F0F9-3182EECD7CB0}"/>
                </a:ext>
              </a:extLst>
            </p:cNvPr>
            <p:cNvGrpSpPr/>
            <p:nvPr/>
          </p:nvGrpSpPr>
          <p:grpSpPr>
            <a:xfrm>
              <a:off x="-5996785" y="2448454"/>
              <a:ext cx="2738174" cy="1961091"/>
              <a:chOff x="4726913" y="2438401"/>
              <a:chExt cx="2738174" cy="1961091"/>
            </a:xfrm>
          </p:grpSpPr>
          <p:sp>
            <p:nvSpPr>
              <p:cNvPr id="190" name="Graphic 2" descr="Film strip outline">
                <a:extLst>
                  <a:ext uri="{FF2B5EF4-FFF2-40B4-BE49-F238E27FC236}">
                    <a16:creationId xmlns:a16="http://schemas.microsoft.com/office/drawing/2014/main" id="{CA00F58D-263F-519E-6E5B-2AD88D7D1A2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1" name="Straight Connector 190">
                <a:extLst>
                  <a:ext uri="{FF2B5EF4-FFF2-40B4-BE49-F238E27FC236}">
                    <a16:creationId xmlns:a16="http://schemas.microsoft.com/office/drawing/2014/main" id="{BB7EF383-2C00-9D1D-DF31-B8B9AF6E669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2" name="TextBox 191">
                <a:extLst>
                  <a:ext uri="{FF2B5EF4-FFF2-40B4-BE49-F238E27FC236}">
                    <a16:creationId xmlns:a16="http://schemas.microsoft.com/office/drawing/2014/main" id="{32C4F3F7-E9A4-2575-FD7F-D642107E895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2" name="Group 181">
              <a:extLst>
                <a:ext uri="{FF2B5EF4-FFF2-40B4-BE49-F238E27FC236}">
                  <a16:creationId xmlns:a16="http://schemas.microsoft.com/office/drawing/2014/main" id="{DA4C6B3F-64A3-121D-7D40-F8BE675BD1D0}"/>
                </a:ext>
              </a:extLst>
            </p:cNvPr>
            <p:cNvGrpSpPr/>
            <p:nvPr/>
          </p:nvGrpSpPr>
          <p:grpSpPr>
            <a:xfrm>
              <a:off x="2033408" y="2448454"/>
              <a:ext cx="2738174" cy="1961091"/>
              <a:chOff x="4726913" y="2438401"/>
              <a:chExt cx="2738174" cy="1961091"/>
            </a:xfrm>
          </p:grpSpPr>
          <p:sp>
            <p:nvSpPr>
              <p:cNvPr id="187" name="Graphic 2" descr="Film strip outline">
                <a:extLst>
                  <a:ext uri="{FF2B5EF4-FFF2-40B4-BE49-F238E27FC236}">
                    <a16:creationId xmlns:a16="http://schemas.microsoft.com/office/drawing/2014/main" id="{1EBAC959-EBFD-52AA-D0FA-DEF64803C52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8" name="Straight Connector 187">
                <a:extLst>
                  <a:ext uri="{FF2B5EF4-FFF2-40B4-BE49-F238E27FC236}">
                    <a16:creationId xmlns:a16="http://schemas.microsoft.com/office/drawing/2014/main" id="{8ECEF14A-4F88-3292-FB93-3A4BDBF42BA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9" name="TextBox 188">
                <a:extLst>
                  <a:ext uri="{FF2B5EF4-FFF2-40B4-BE49-F238E27FC236}">
                    <a16:creationId xmlns:a16="http://schemas.microsoft.com/office/drawing/2014/main" id="{308B2411-E310-CB01-A2A8-A2B5D97C0B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83" name="Group 182">
              <a:extLst>
                <a:ext uri="{FF2B5EF4-FFF2-40B4-BE49-F238E27FC236}">
                  <a16:creationId xmlns:a16="http://schemas.microsoft.com/office/drawing/2014/main" id="{721BD94C-F215-D2BD-B126-B0E03E907EE3}"/>
                </a:ext>
              </a:extLst>
            </p:cNvPr>
            <p:cNvGrpSpPr/>
            <p:nvPr/>
          </p:nvGrpSpPr>
          <p:grpSpPr>
            <a:xfrm>
              <a:off x="-636012" y="2448454"/>
              <a:ext cx="2738174" cy="1961091"/>
              <a:chOff x="4726913" y="2438401"/>
              <a:chExt cx="2738174" cy="1961091"/>
            </a:xfrm>
          </p:grpSpPr>
          <p:sp>
            <p:nvSpPr>
              <p:cNvPr id="184" name="Graphic 2" descr="Film strip outline">
                <a:extLst>
                  <a:ext uri="{FF2B5EF4-FFF2-40B4-BE49-F238E27FC236}">
                    <a16:creationId xmlns:a16="http://schemas.microsoft.com/office/drawing/2014/main" id="{3CA136EA-F065-306E-3D93-2CE664A84CC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5" name="Straight Connector 184">
                <a:extLst>
                  <a:ext uri="{FF2B5EF4-FFF2-40B4-BE49-F238E27FC236}">
                    <a16:creationId xmlns:a16="http://schemas.microsoft.com/office/drawing/2014/main" id="{CE896E2B-6C3D-EF2F-AD12-335FC2FAB95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86" name="TextBox 185">
                <a:extLst>
                  <a:ext uri="{FF2B5EF4-FFF2-40B4-BE49-F238E27FC236}">
                    <a16:creationId xmlns:a16="http://schemas.microsoft.com/office/drawing/2014/main" id="{4725F76A-8E1F-3A62-577C-32822C4EAE5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24803220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0" grpId="0"/>
      <p:bldP spid="11"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FC74589-C11A-1E07-DBB6-F821398690EC}"/>
            </a:ext>
          </a:extLst>
        </p:cNvPr>
        <p:cNvGrpSpPr/>
        <p:nvPr/>
      </p:nvGrpSpPr>
      <p:grpSpPr>
        <a:xfrm>
          <a:off x="0" y="0"/>
          <a:ext cx="0" cy="0"/>
          <a:chOff x="0" y="0"/>
          <a:chExt cx="0" cy="0"/>
        </a:xfrm>
      </p:grpSpPr>
      <p:pic>
        <p:nvPicPr>
          <p:cNvPr id="28" name="Graphic 27" descr="Monitor with solid fill">
            <a:extLst>
              <a:ext uri="{FF2B5EF4-FFF2-40B4-BE49-F238E27FC236}">
                <a16:creationId xmlns:a16="http://schemas.microsoft.com/office/drawing/2014/main" id="{C8F995DC-B98E-2CFA-C62F-D7F23A3EAE7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679497">
            <a:off x="6849759" y="114397"/>
            <a:ext cx="6248401" cy="6248402"/>
          </a:xfrm>
          <a:prstGeom prst="rect">
            <a:avLst/>
          </a:prstGeom>
        </p:spPr>
      </p:pic>
      <p:sp>
        <p:nvSpPr>
          <p:cNvPr id="26" name="Back_Light_Left">
            <a:extLst>
              <a:ext uri="{FF2B5EF4-FFF2-40B4-BE49-F238E27FC236}">
                <a16:creationId xmlns:a16="http://schemas.microsoft.com/office/drawing/2014/main" id="{9268115B-BBC5-61E1-EEBA-785BFED3A017}"/>
              </a:ext>
            </a:extLst>
          </p:cNvPr>
          <p:cNvSpPr/>
          <p:nvPr/>
        </p:nvSpPr>
        <p:spPr>
          <a:xfrm rot="10800000">
            <a:off x="-2148213"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4" name="Back_Light_Right">
            <a:extLst>
              <a:ext uri="{FF2B5EF4-FFF2-40B4-BE49-F238E27FC236}">
                <a16:creationId xmlns:a16="http://schemas.microsoft.com/office/drawing/2014/main" id="{B40CDD37-A477-21C0-85D8-78D722D745AD}"/>
              </a:ext>
            </a:extLst>
          </p:cNvPr>
          <p:cNvSpPr/>
          <p:nvPr/>
        </p:nvSpPr>
        <p:spPr>
          <a:xfrm>
            <a:off x="10795000"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TextBox 1">
            <a:extLst>
              <a:ext uri="{FF2B5EF4-FFF2-40B4-BE49-F238E27FC236}">
                <a16:creationId xmlns:a16="http://schemas.microsoft.com/office/drawing/2014/main" id="{D3380031-A559-3740-D0BE-41FD05E00A37}"/>
              </a:ext>
            </a:extLst>
          </p:cNvPr>
          <p:cNvSpPr txBox="1"/>
          <p:nvPr/>
        </p:nvSpPr>
        <p:spPr>
          <a:xfrm>
            <a:off x="1219200" y="386794"/>
            <a:ext cx="3949831" cy="523220"/>
          </a:xfrm>
          <a:prstGeom prst="rect">
            <a:avLst/>
          </a:prstGeom>
          <a:noFill/>
          <a:effectLst>
            <a:glow rad="101600">
              <a:schemeClr val="bg1">
                <a:alpha val="40000"/>
              </a:schemeClr>
            </a:glow>
          </a:effectLst>
        </p:spPr>
        <p:txBody>
          <a:bodyPr wrap="square" rtlCol="0">
            <a:spAutoFit/>
          </a:bodyPr>
          <a:lstStyle/>
          <a:p>
            <a:r>
              <a:rPr lang="en-U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rPr>
              <a:t>GUI</a:t>
            </a:r>
            <a:endParaRPr lang="en-A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18409511-094A-8CFD-ACB4-6F17E52303A3}"/>
              </a:ext>
            </a:extLst>
          </p:cNvPr>
          <p:cNvGrpSpPr/>
          <p:nvPr/>
        </p:nvGrpSpPr>
        <p:grpSpPr>
          <a:xfrm>
            <a:off x="304800" y="191204"/>
            <a:ext cx="914400" cy="914400"/>
            <a:chOff x="5638800" y="2971800"/>
            <a:chExt cx="914400" cy="914400"/>
          </a:xfrm>
          <a:effectLst>
            <a:glow rad="101600">
              <a:schemeClr val="bg1">
                <a:alpha val="40000"/>
              </a:schemeClr>
            </a:glow>
          </a:effectLst>
        </p:grpSpPr>
        <p:pic>
          <p:nvPicPr>
            <p:cNvPr id="4" name="Graphic 3" descr="Loading with solid fill">
              <a:extLst>
                <a:ext uri="{FF2B5EF4-FFF2-40B4-BE49-F238E27FC236}">
                  <a16:creationId xmlns:a16="http://schemas.microsoft.com/office/drawing/2014/main" id="{DF3BDE90-FB9D-8CA6-568E-7B22EAC010C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18695" y="3196145"/>
              <a:ext cx="554610" cy="554610"/>
            </a:xfrm>
            <a:prstGeom prst="rect">
              <a:avLst/>
            </a:prstGeom>
          </p:spPr>
        </p:pic>
        <p:pic>
          <p:nvPicPr>
            <p:cNvPr id="8" name="Graphic 7" descr="Browser window with solid fill">
              <a:extLst>
                <a:ext uri="{FF2B5EF4-FFF2-40B4-BE49-F238E27FC236}">
                  <a16:creationId xmlns:a16="http://schemas.microsoft.com/office/drawing/2014/main" id="{DB132385-792D-F65F-5256-2F00353F515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638800" y="2971800"/>
              <a:ext cx="914400" cy="914400"/>
            </a:xfrm>
            <a:prstGeom prst="rect">
              <a:avLst/>
            </a:prstGeom>
          </p:spPr>
        </p:pic>
      </p:grpSp>
      <p:sp>
        <p:nvSpPr>
          <p:cNvPr id="15" name="Footer Placeholder 14">
            <a:extLst>
              <a:ext uri="{FF2B5EF4-FFF2-40B4-BE49-F238E27FC236}">
                <a16:creationId xmlns:a16="http://schemas.microsoft.com/office/drawing/2014/main" id="{0FAEE392-3D75-C0E3-4B21-80B78E761189}"/>
              </a:ext>
            </a:extLst>
          </p:cNvPr>
          <p:cNvSpPr>
            <a:spLocks noGrp="1"/>
          </p:cNvSpPr>
          <p:nvPr>
            <p:ph type="ftr" sz="quarter" idx="11"/>
          </p:nvPr>
        </p:nvSpPr>
        <p:spPr/>
        <p:txBody>
          <a:bodyPr/>
          <a:lstStyle/>
          <a:p>
            <a:r>
              <a:rPr lang="en-US">
                <a:solidFill>
                  <a:schemeClr val="bg1"/>
                </a:solidFill>
                <a:effectLst>
                  <a:glow rad="63500">
                    <a:schemeClr val="bg1">
                      <a:alpha val="40000"/>
                    </a:schemeClr>
                  </a:glow>
                </a:effectLst>
              </a:rPr>
              <a:t>ABVCS</a:t>
            </a:r>
            <a:endParaRPr lang="en-AS" dirty="0">
              <a:solidFill>
                <a:schemeClr val="bg1"/>
              </a:solidFill>
              <a:effectLst>
                <a:glow rad="63500">
                  <a:schemeClr val="bg1">
                    <a:alpha val="40000"/>
                  </a:schemeClr>
                </a:glow>
              </a:effectLst>
            </a:endParaRPr>
          </a:p>
        </p:txBody>
      </p:sp>
      <p:sp>
        <p:nvSpPr>
          <p:cNvPr id="16" name="Slide Number Placeholder 15">
            <a:extLst>
              <a:ext uri="{FF2B5EF4-FFF2-40B4-BE49-F238E27FC236}">
                <a16:creationId xmlns:a16="http://schemas.microsoft.com/office/drawing/2014/main" id="{BAC489A4-F45C-1D6B-58D3-2A96560DA9DA}"/>
              </a:ext>
            </a:extLst>
          </p:cNvPr>
          <p:cNvSpPr>
            <a:spLocks noGrp="1"/>
          </p:cNvSpPr>
          <p:nvPr>
            <p:ph type="sldNum" sz="quarter" idx="12"/>
          </p:nvPr>
        </p:nvSpPr>
        <p:spPr/>
        <p:txBody>
          <a:bodyPr/>
          <a:lstStyle/>
          <a:p>
            <a:fld id="{AD91D796-2600-4CB1-AF8F-6B90FC341573}" type="slidenum">
              <a:rPr lang="en-AS" smtClean="0">
                <a:solidFill>
                  <a:schemeClr val="bg1"/>
                </a:solidFill>
                <a:effectLst>
                  <a:glow rad="63500">
                    <a:schemeClr val="bg1">
                      <a:alpha val="40000"/>
                    </a:schemeClr>
                  </a:glow>
                </a:effectLst>
              </a:rPr>
              <a:t>41</a:t>
            </a:fld>
            <a:endParaRPr lang="en-AS">
              <a:solidFill>
                <a:schemeClr val="bg1"/>
              </a:solidFill>
              <a:effectLst>
                <a:glow rad="63500">
                  <a:schemeClr val="bg1">
                    <a:alpha val="40000"/>
                  </a:schemeClr>
                </a:glow>
              </a:effectLst>
            </a:endParaRPr>
          </a:p>
        </p:txBody>
      </p:sp>
      <p:sp>
        <p:nvSpPr>
          <p:cNvPr id="3" name="TextBox 2">
            <a:extLst>
              <a:ext uri="{FF2B5EF4-FFF2-40B4-BE49-F238E27FC236}">
                <a16:creationId xmlns:a16="http://schemas.microsoft.com/office/drawing/2014/main" id="{61127617-CBEC-FF6B-0125-438B07EA6B68}"/>
              </a:ext>
            </a:extLst>
          </p:cNvPr>
          <p:cNvSpPr txBox="1"/>
          <p:nvPr/>
        </p:nvSpPr>
        <p:spPr>
          <a:xfrm>
            <a:off x="4205926" y="810705"/>
            <a:ext cx="3780149" cy="461665"/>
          </a:xfrm>
          <a:prstGeom prst="rect">
            <a:avLst/>
          </a:prstGeom>
          <a:noFill/>
        </p:spPr>
        <p:txBody>
          <a:bodyPr wrap="square" rtlCol="0">
            <a:spAutoFit/>
          </a:bodyPr>
          <a:lstStyle/>
          <a:p>
            <a:pPr algn="ctr"/>
            <a:r>
              <a:rPr lang="en-U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rPr>
              <a:t>Home Screen</a:t>
            </a:r>
            <a:endParaRPr lang="en-A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endParaRPr>
          </a:p>
        </p:txBody>
      </p:sp>
      <p:grpSp>
        <p:nvGrpSpPr>
          <p:cNvPr id="5" name="Group 4">
            <a:extLst>
              <a:ext uri="{FF2B5EF4-FFF2-40B4-BE49-F238E27FC236}">
                <a16:creationId xmlns:a16="http://schemas.microsoft.com/office/drawing/2014/main" id="{4D11FE5C-64A7-E4D4-5214-DCBAE6BF0680}"/>
              </a:ext>
            </a:extLst>
          </p:cNvPr>
          <p:cNvGrpSpPr/>
          <p:nvPr/>
        </p:nvGrpSpPr>
        <p:grpSpPr>
          <a:xfrm rot="2700000">
            <a:off x="3439954" y="-3742928"/>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7" name="Graphic 37" descr="Film strip outline">
              <a:extLst>
                <a:ext uri="{FF2B5EF4-FFF2-40B4-BE49-F238E27FC236}">
                  <a16:creationId xmlns:a16="http://schemas.microsoft.com/office/drawing/2014/main" id="{E68F9033-D995-2600-81FB-CC32C7EB461C}"/>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 name="Graphic 37" descr="Film strip outline">
              <a:extLst>
                <a:ext uri="{FF2B5EF4-FFF2-40B4-BE49-F238E27FC236}">
                  <a16:creationId xmlns:a16="http://schemas.microsoft.com/office/drawing/2014/main" id="{F03C075D-B0A3-6AE4-47D0-83F570951747}"/>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0" name="Graphic 37" descr="Film strip outline">
              <a:extLst>
                <a:ext uri="{FF2B5EF4-FFF2-40B4-BE49-F238E27FC236}">
                  <a16:creationId xmlns:a16="http://schemas.microsoft.com/office/drawing/2014/main" id="{304B80B0-6DEA-B1E3-9FCD-F44FEA79EC23}"/>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2" name="Graphic 37" descr="Film strip outline">
              <a:extLst>
                <a:ext uri="{FF2B5EF4-FFF2-40B4-BE49-F238E27FC236}">
                  <a16:creationId xmlns:a16="http://schemas.microsoft.com/office/drawing/2014/main" id="{113114F7-2B92-E1E7-C17F-7EA395ED5CD0}"/>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13" name="Group 12">
            <a:extLst>
              <a:ext uri="{FF2B5EF4-FFF2-40B4-BE49-F238E27FC236}">
                <a16:creationId xmlns:a16="http://schemas.microsoft.com/office/drawing/2014/main" id="{08E30F1A-2600-F735-9F35-D6A0028106EB}"/>
              </a:ext>
            </a:extLst>
          </p:cNvPr>
          <p:cNvGrpSpPr/>
          <p:nvPr/>
        </p:nvGrpSpPr>
        <p:grpSpPr>
          <a:xfrm rot="2700000">
            <a:off x="-2721408" y="8962275"/>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14" name="Graphic 37" descr="Film strip outline">
              <a:extLst>
                <a:ext uri="{FF2B5EF4-FFF2-40B4-BE49-F238E27FC236}">
                  <a16:creationId xmlns:a16="http://schemas.microsoft.com/office/drawing/2014/main" id="{DB8DE6CC-1714-5586-93B8-15C3AD69519D}"/>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E8C56B5D-6591-E035-8EBA-9E1D863F3465}"/>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8" name="Graphic 37" descr="Film strip outline">
              <a:extLst>
                <a:ext uri="{FF2B5EF4-FFF2-40B4-BE49-F238E27FC236}">
                  <a16:creationId xmlns:a16="http://schemas.microsoft.com/office/drawing/2014/main" id="{B728565C-5D92-5A9E-0E83-18571124C4A6}"/>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9" name="Graphic 37" descr="Film strip outline">
              <a:extLst>
                <a:ext uri="{FF2B5EF4-FFF2-40B4-BE49-F238E27FC236}">
                  <a16:creationId xmlns:a16="http://schemas.microsoft.com/office/drawing/2014/main" id="{C901F47F-621B-9D91-3224-19AA79AB0036}"/>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pic>
        <p:nvPicPr>
          <p:cNvPr id="23" name="Picture 22">
            <a:extLst>
              <a:ext uri="{FF2B5EF4-FFF2-40B4-BE49-F238E27FC236}">
                <a16:creationId xmlns:a16="http://schemas.microsoft.com/office/drawing/2014/main" id="{B3EE140F-901D-82F0-D643-FE4C1C4CED2A}"/>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1637737" y="1425405"/>
            <a:ext cx="8916524" cy="5182323"/>
          </a:xfrm>
          <a:prstGeom prst="rect">
            <a:avLst/>
          </a:prstGeom>
          <a:effectLst>
            <a:glow rad="152400">
              <a:schemeClr val="tx2">
                <a:lumMod val="75000"/>
                <a:lumOff val="25000"/>
                <a:alpha val="40000"/>
              </a:schemeClr>
            </a:glow>
          </a:effectLst>
        </p:spPr>
      </p:pic>
    </p:spTree>
    <p:extLst>
      <p:ext uri="{BB962C8B-B14F-4D97-AF65-F5344CB8AC3E}">
        <p14:creationId xmlns:p14="http://schemas.microsoft.com/office/powerpoint/2010/main" val="31610064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1" name="Graphic 30" descr="Monitor with solid fill">
            <a:extLst>
              <a:ext uri="{FF2B5EF4-FFF2-40B4-BE49-F238E27FC236}">
                <a16:creationId xmlns:a16="http://schemas.microsoft.com/office/drawing/2014/main" id="{A9346724-A497-F6FA-EF4C-139D839B12F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679497">
            <a:off x="6849759" y="114397"/>
            <a:ext cx="6248401" cy="6248402"/>
          </a:xfrm>
          <a:prstGeom prst="rect">
            <a:avLst/>
          </a:prstGeom>
        </p:spPr>
      </p:pic>
      <p:sp>
        <p:nvSpPr>
          <p:cNvPr id="27" name="Back_Light_Left">
            <a:extLst>
              <a:ext uri="{FF2B5EF4-FFF2-40B4-BE49-F238E27FC236}">
                <a16:creationId xmlns:a16="http://schemas.microsoft.com/office/drawing/2014/main" id="{424FED06-6999-5D84-EF35-18712DC440F5}"/>
              </a:ext>
            </a:extLst>
          </p:cNvPr>
          <p:cNvSpPr/>
          <p:nvPr/>
        </p:nvSpPr>
        <p:spPr>
          <a:xfrm rot="10800000">
            <a:off x="-2148213"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Back_Light_Right">
            <a:extLst>
              <a:ext uri="{FF2B5EF4-FFF2-40B4-BE49-F238E27FC236}">
                <a16:creationId xmlns:a16="http://schemas.microsoft.com/office/drawing/2014/main" id="{6BB0A2B1-70F6-B217-591E-11B9E17DA163}"/>
              </a:ext>
            </a:extLst>
          </p:cNvPr>
          <p:cNvSpPr/>
          <p:nvPr/>
        </p:nvSpPr>
        <p:spPr>
          <a:xfrm>
            <a:off x="10795000"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TextBox 1">
            <a:extLst>
              <a:ext uri="{FF2B5EF4-FFF2-40B4-BE49-F238E27FC236}">
                <a16:creationId xmlns:a16="http://schemas.microsoft.com/office/drawing/2014/main" id="{810D82F9-21AB-0D34-5EE7-98CF4C36CE69}"/>
              </a:ext>
            </a:extLst>
          </p:cNvPr>
          <p:cNvSpPr txBox="1"/>
          <p:nvPr/>
        </p:nvSpPr>
        <p:spPr>
          <a:xfrm>
            <a:off x="1219200" y="386794"/>
            <a:ext cx="3949831" cy="523220"/>
          </a:xfrm>
          <a:prstGeom prst="rect">
            <a:avLst/>
          </a:prstGeom>
          <a:noFill/>
          <a:effectLst>
            <a:glow rad="101600">
              <a:schemeClr val="bg1">
                <a:alpha val="40000"/>
              </a:schemeClr>
            </a:glow>
          </a:effectLst>
        </p:spPr>
        <p:txBody>
          <a:bodyPr wrap="square" rtlCol="0">
            <a:spAutoFit/>
          </a:bodyPr>
          <a:lstStyle/>
          <a:p>
            <a:r>
              <a:rPr lang="en-U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rPr>
              <a:t>GUI</a:t>
            </a:r>
            <a:endParaRPr lang="en-A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E9570544-E541-5101-4E7E-4063DF565EC9}"/>
              </a:ext>
            </a:extLst>
          </p:cNvPr>
          <p:cNvGrpSpPr/>
          <p:nvPr/>
        </p:nvGrpSpPr>
        <p:grpSpPr>
          <a:xfrm>
            <a:off x="304800" y="191204"/>
            <a:ext cx="914400" cy="914400"/>
            <a:chOff x="5638800" y="2971800"/>
            <a:chExt cx="914400" cy="914400"/>
          </a:xfrm>
          <a:effectLst>
            <a:glow rad="101600">
              <a:schemeClr val="bg1">
                <a:alpha val="40000"/>
              </a:schemeClr>
            </a:glow>
          </a:effectLst>
        </p:grpSpPr>
        <p:pic>
          <p:nvPicPr>
            <p:cNvPr id="4" name="Graphic 3" descr="Loading with solid fill">
              <a:extLst>
                <a:ext uri="{FF2B5EF4-FFF2-40B4-BE49-F238E27FC236}">
                  <a16:creationId xmlns:a16="http://schemas.microsoft.com/office/drawing/2014/main" id="{FFA89FEF-21A3-C9A3-EC00-272C2221312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18695" y="3196145"/>
              <a:ext cx="554610" cy="554610"/>
            </a:xfrm>
            <a:prstGeom prst="rect">
              <a:avLst/>
            </a:prstGeom>
          </p:spPr>
        </p:pic>
        <p:pic>
          <p:nvPicPr>
            <p:cNvPr id="8" name="Graphic 7" descr="Browser window with solid fill">
              <a:extLst>
                <a:ext uri="{FF2B5EF4-FFF2-40B4-BE49-F238E27FC236}">
                  <a16:creationId xmlns:a16="http://schemas.microsoft.com/office/drawing/2014/main" id="{C06E6BA4-64B3-5AA8-EAFD-D870DDE09AA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638800" y="2971800"/>
              <a:ext cx="914400" cy="914400"/>
            </a:xfrm>
            <a:prstGeom prst="rect">
              <a:avLst/>
            </a:prstGeom>
          </p:spPr>
        </p:pic>
      </p:grpSp>
      <p:sp>
        <p:nvSpPr>
          <p:cNvPr id="15" name="Footer Placeholder 14">
            <a:extLst>
              <a:ext uri="{FF2B5EF4-FFF2-40B4-BE49-F238E27FC236}">
                <a16:creationId xmlns:a16="http://schemas.microsoft.com/office/drawing/2014/main" id="{EDDE256B-7600-6058-811A-87695D98EC8A}"/>
              </a:ext>
            </a:extLst>
          </p:cNvPr>
          <p:cNvSpPr>
            <a:spLocks noGrp="1"/>
          </p:cNvSpPr>
          <p:nvPr>
            <p:ph type="ftr" sz="quarter" idx="11"/>
          </p:nvPr>
        </p:nvSpPr>
        <p:spPr/>
        <p:txBody>
          <a:bodyPr/>
          <a:lstStyle/>
          <a:p>
            <a:r>
              <a:rPr lang="en-US">
                <a:solidFill>
                  <a:schemeClr val="bg1"/>
                </a:solidFill>
                <a:effectLst>
                  <a:glow rad="63500">
                    <a:schemeClr val="bg1">
                      <a:alpha val="40000"/>
                    </a:schemeClr>
                  </a:glow>
                </a:effectLst>
              </a:rPr>
              <a:t>ABVCS</a:t>
            </a:r>
            <a:endParaRPr lang="en-AS" dirty="0">
              <a:solidFill>
                <a:schemeClr val="bg1"/>
              </a:solidFill>
              <a:effectLst>
                <a:glow rad="63500">
                  <a:schemeClr val="bg1">
                    <a:alpha val="40000"/>
                  </a:schemeClr>
                </a:glow>
              </a:effectLst>
            </a:endParaRPr>
          </a:p>
        </p:txBody>
      </p:sp>
      <p:sp>
        <p:nvSpPr>
          <p:cNvPr id="16" name="Slide Number Placeholder 15">
            <a:extLst>
              <a:ext uri="{FF2B5EF4-FFF2-40B4-BE49-F238E27FC236}">
                <a16:creationId xmlns:a16="http://schemas.microsoft.com/office/drawing/2014/main" id="{A54ADB88-3006-A4F0-EC6D-4C3F8DCBD15E}"/>
              </a:ext>
            </a:extLst>
          </p:cNvPr>
          <p:cNvSpPr>
            <a:spLocks noGrp="1"/>
          </p:cNvSpPr>
          <p:nvPr>
            <p:ph type="sldNum" sz="quarter" idx="12"/>
          </p:nvPr>
        </p:nvSpPr>
        <p:spPr/>
        <p:txBody>
          <a:bodyPr/>
          <a:lstStyle/>
          <a:p>
            <a:fld id="{AD91D796-2600-4CB1-AF8F-6B90FC341573}" type="slidenum">
              <a:rPr lang="en-AS" smtClean="0">
                <a:solidFill>
                  <a:schemeClr val="bg1"/>
                </a:solidFill>
                <a:effectLst>
                  <a:glow rad="63500">
                    <a:schemeClr val="bg1">
                      <a:alpha val="40000"/>
                    </a:schemeClr>
                  </a:glow>
                </a:effectLst>
              </a:rPr>
              <a:t>42</a:t>
            </a:fld>
            <a:endParaRPr lang="en-AS">
              <a:solidFill>
                <a:schemeClr val="bg1"/>
              </a:solidFill>
              <a:effectLst>
                <a:glow rad="63500">
                  <a:schemeClr val="bg1">
                    <a:alpha val="40000"/>
                  </a:schemeClr>
                </a:glow>
              </a:effectLst>
            </a:endParaRPr>
          </a:p>
        </p:txBody>
      </p:sp>
      <p:sp>
        <p:nvSpPr>
          <p:cNvPr id="18" name="TextBox 17">
            <a:extLst>
              <a:ext uri="{FF2B5EF4-FFF2-40B4-BE49-F238E27FC236}">
                <a16:creationId xmlns:a16="http://schemas.microsoft.com/office/drawing/2014/main" id="{A60A0051-7F5B-4E9A-A422-4FB9D47FA624}"/>
              </a:ext>
            </a:extLst>
          </p:cNvPr>
          <p:cNvSpPr txBox="1"/>
          <p:nvPr/>
        </p:nvSpPr>
        <p:spPr>
          <a:xfrm>
            <a:off x="4205926" y="810705"/>
            <a:ext cx="3780149" cy="461665"/>
          </a:xfrm>
          <a:prstGeom prst="rect">
            <a:avLst/>
          </a:prstGeom>
          <a:noFill/>
        </p:spPr>
        <p:txBody>
          <a:bodyPr wrap="square" rtlCol="0">
            <a:spAutoFit/>
          </a:bodyPr>
          <a:lstStyle/>
          <a:p>
            <a:pPr algn="ctr"/>
            <a:r>
              <a:rPr lang="en-U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rPr>
              <a:t>Import Video</a:t>
            </a:r>
            <a:endParaRPr lang="en-A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endParaRPr>
          </a:p>
        </p:txBody>
      </p:sp>
      <p:grpSp>
        <p:nvGrpSpPr>
          <p:cNvPr id="3" name="Group 2">
            <a:extLst>
              <a:ext uri="{FF2B5EF4-FFF2-40B4-BE49-F238E27FC236}">
                <a16:creationId xmlns:a16="http://schemas.microsoft.com/office/drawing/2014/main" id="{4D2C1544-F728-B95E-30DF-54491E3C2658}"/>
              </a:ext>
            </a:extLst>
          </p:cNvPr>
          <p:cNvGrpSpPr/>
          <p:nvPr/>
        </p:nvGrpSpPr>
        <p:grpSpPr>
          <a:xfrm rot="2700000">
            <a:off x="5711960" y="-1703754"/>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5" name="Graphic 37" descr="Film strip outline">
              <a:extLst>
                <a:ext uri="{FF2B5EF4-FFF2-40B4-BE49-F238E27FC236}">
                  <a16:creationId xmlns:a16="http://schemas.microsoft.com/office/drawing/2014/main" id="{290C81B1-4BCD-3F3A-30E6-2446580FB023}"/>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6" name="Graphic 37" descr="Film strip outline">
              <a:extLst>
                <a:ext uri="{FF2B5EF4-FFF2-40B4-BE49-F238E27FC236}">
                  <a16:creationId xmlns:a16="http://schemas.microsoft.com/office/drawing/2014/main" id="{9FC818D3-3E45-0600-8C99-8475A433AD56}"/>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 name="Graphic 37" descr="Film strip outline">
              <a:extLst>
                <a:ext uri="{FF2B5EF4-FFF2-40B4-BE49-F238E27FC236}">
                  <a16:creationId xmlns:a16="http://schemas.microsoft.com/office/drawing/2014/main" id="{79850FAD-3809-02FD-8BD0-BD90E626A527}"/>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 name="Graphic 37" descr="Film strip outline">
              <a:extLst>
                <a:ext uri="{FF2B5EF4-FFF2-40B4-BE49-F238E27FC236}">
                  <a16:creationId xmlns:a16="http://schemas.microsoft.com/office/drawing/2014/main" id="{91A4CBB7-AA3A-499F-8FEC-8908E82ABEEE}"/>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10" name="Group 9">
            <a:extLst>
              <a:ext uri="{FF2B5EF4-FFF2-40B4-BE49-F238E27FC236}">
                <a16:creationId xmlns:a16="http://schemas.microsoft.com/office/drawing/2014/main" id="{F51D5854-1FFA-44DC-1E6D-9335BC11209B}"/>
              </a:ext>
            </a:extLst>
          </p:cNvPr>
          <p:cNvGrpSpPr/>
          <p:nvPr/>
        </p:nvGrpSpPr>
        <p:grpSpPr>
          <a:xfrm rot="2700000">
            <a:off x="-4586120" y="6956609"/>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12" name="Graphic 37" descr="Film strip outline">
              <a:extLst>
                <a:ext uri="{FF2B5EF4-FFF2-40B4-BE49-F238E27FC236}">
                  <a16:creationId xmlns:a16="http://schemas.microsoft.com/office/drawing/2014/main" id="{C4438D3A-D22C-0592-310A-5EA8CFC05257}"/>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3" name="Graphic 37" descr="Film strip outline">
              <a:extLst>
                <a:ext uri="{FF2B5EF4-FFF2-40B4-BE49-F238E27FC236}">
                  <a16:creationId xmlns:a16="http://schemas.microsoft.com/office/drawing/2014/main" id="{CCF80881-4DC1-20A2-E455-A55C67377816}"/>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4" name="Graphic 37" descr="Film strip outline">
              <a:extLst>
                <a:ext uri="{FF2B5EF4-FFF2-40B4-BE49-F238E27FC236}">
                  <a16:creationId xmlns:a16="http://schemas.microsoft.com/office/drawing/2014/main" id="{84FD5801-CEB7-5D9E-2AE8-BBCFB0D3FF50}"/>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9" name="Graphic 37" descr="Film strip outline">
              <a:extLst>
                <a:ext uri="{FF2B5EF4-FFF2-40B4-BE49-F238E27FC236}">
                  <a16:creationId xmlns:a16="http://schemas.microsoft.com/office/drawing/2014/main" id="{FDAB5F82-ED42-DBBD-A8A5-D1AD91C2E4DD}"/>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pic>
        <p:nvPicPr>
          <p:cNvPr id="21" name="Picture 20">
            <a:extLst>
              <a:ext uri="{FF2B5EF4-FFF2-40B4-BE49-F238E27FC236}">
                <a16:creationId xmlns:a16="http://schemas.microsoft.com/office/drawing/2014/main" id="{B092EB50-2C84-849F-51BB-56498473F52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46959" y="1477807"/>
            <a:ext cx="10298081" cy="4809631"/>
          </a:xfrm>
          <a:prstGeom prst="rect">
            <a:avLst/>
          </a:prstGeom>
          <a:effectLst>
            <a:glow rad="152400">
              <a:schemeClr val="tx2">
                <a:lumMod val="75000"/>
                <a:lumOff val="25000"/>
                <a:alpha val="40000"/>
              </a:schemeClr>
            </a:glow>
          </a:effectLst>
        </p:spPr>
      </p:pic>
    </p:spTree>
    <p:extLst>
      <p:ext uri="{BB962C8B-B14F-4D97-AF65-F5344CB8AC3E}">
        <p14:creationId xmlns:p14="http://schemas.microsoft.com/office/powerpoint/2010/main" val="19925567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BD627BB-E430-BFAF-B763-85EF65620ABB}"/>
            </a:ext>
          </a:extLst>
        </p:cNvPr>
        <p:cNvGrpSpPr/>
        <p:nvPr/>
      </p:nvGrpSpPr>
      <p:grpSpPr>
        <a:xfrm>
          <a:off x="0" y="0"/>
          <a:ext cx="0" cy="0"/>
          <a:chOff x="0" y="0"/>
          <a:chExt cx="0" cy="0"/>
        </a:xfrm>
      </p:grpSpPr>
      <p:pic>
        <p:nvPicPr>
          <p:cNvPr id="31" name="Graphic 30" descr="Monitor with solid fill">
            <a:extLst>
              <a:ext uri="{FF2B5EF4-FFF2-40B4-BE49-F238E27FC236}">
                <a16:creationId xmlns:a16="http://schemas.microsoft.com/office/drawing/2014/main" id="{1F5F3978-A575-2F4E-68B1-168160FDC94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679497">
            <a:off x="6849759" y="114397"/>
            <a:ext cx="6248401" cy="6248402"/>
          </a:xfrm>
          <a:prstGeom prst="rect">
            <a:avLst/>
          </a:prstGeom>
        </p:spPr>
      </p:pic>
      <p:sp>
        <p:nvSpPr>
          <p:cNvPr id="27" name="Back_Light_Left">
            <a:extLst>
              <a:ext uri="{FF2B5EF4-FFF2-40B4-BE49-F238E27FC236}">
                <a16:creationId xmlns:a16="http://schemas.microsoft.com/office/drawing/2014/main" id="{25108E93-6599-1287-FB0C-2FAF835CE253}"/>
              </a:ext>
            </a:extLst>
          </p:cNvPr>
          <p:cNvSpPr/>
          <p:nvPr/>
        </p:nvSpPr>
        <p:spPr>
          <a:xfrm rot="10800000">
            <a:off x="-2148213"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Back_Light_Right">
            <a:extLst>
              <a:ext uri="{FF2B5EF4-FFF2-40B4-BE49-F238E27FC236}">
                <a16:creationId xmlns:a16="http://schemas.microsoft.com/office/drawing/2014/main" id="{929FD2BB-CC8B-ECB3-D8E0-4CE5A5DCCC56}"/>
              </a:ext>
            </a:extLst>
          </p:cNvPr>
          <p:cNvSpPr/>
          <p:nvPr/>
        </p:nvSpPr>
        <p:spPr>
          <a:xfrm>
            <a:off x="10795000"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TextBox 1">
            <a:extLst>
              <a:ext uri="{FF2B5EF4-FFF2-40B4-BE49-F238E27FC236}">
                <a16:creationId xmlns:a16="http://schemas.microsoft.com/office/drawing/2014/main" id="{84C09631-2078-68A0-AD82-1CBEC4A047B0}"/>
              </a:ext>
            </a:extLst>
          </p:cNvPr>
          <p:cNvSpPr txBox="1"/>
          <p:nvPr/>
        </p:nvSpPr>
        <p:spPr>
          <a:xfrm>
            <a:off x="1219200" y="386794"/>
            <a:ext cx="3949831" cy="523220"/>
          </a:xfrm>
          <a:prstGeom prst="rect">
            <a:avLst/>
          </a:prstGeom>
          <a:noFill/>
          <a:effectLst>
            <a:glow rad="101600">
              <a:schemeClr val="bg1">
                <a:alpha val="40000"/>
              </a:schemeClr>
            </a:glow>
          </a:effectLst>
        </p:spPr>
        <p:txBody>
          <a:bodyPr wrap="square" rtlCol="0">
            <a:spAutoFit/>
          </a:bodyPr>
          <a:lstStyle/>
          <a:p>
            <a:r>
              <a:rPr lang="en-U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rPr>
              <a:t>GUI</a:t>
            </a:r>
            <a:endParaRPr lang="en-A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2F1B18E4-3216-18A7-DB33-161601C283C4}"/>
              </a:ext>
            </a:extLst>
          </p:cNvPr>
          <p:cNvGrpSpPr/>
          <p:nvPr/>
        </p:nvGrpSpPr>
        <p:grpSpPr>
          <a:xfrm>
            <a:off x="304800" y="191204"/>
            <a:ext cx="914400" cy="914400"/>
            <a:chOff x="5638800" y="2971800"/>
            <a:chExt cx="914400" cy="914400"/>
          </a:xfrm>
          <a:effectLst>
            <a:glow rad="101600">
              <a:schemeClr val="bg1">
                <a:alpha val="40000"/>
              </a:schemeClr>
            </a:glow>
          </a:effectLst>
        </p:grpSpPr>
        <p:pic>
          <p:nvPicPr>
            <p:cNvPr id="4" name="Graphic 3" descr="Loading with solid fill">
              <a:extLst>
                <a:ext uri="{FF2B5EF4-FFF2-40B4-BE49-F238E27FC236}">
                  <a16:creationId xmlns:a16="http://schemas.microsoft.com/office/drawing/2014/main" id="{5279A2AD-78A0-A3D1-0C7E-06C17016521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18695" y="3196145"/>
              <a:ext cx="554610" cy="554610"/>
            </a:xfrm>
            <a:prstGeom prst="rect">
              <a:avLst/>
            </a:prstGeom>
          </p:spPr>
        </p:pic>
        <p:pic>
          <p:nvPicPr>
            <p:cNvPr id="8" name="Graphic 7" descr="Browser window with solid fill">
              <a:extLst>
                <a:ext uri="{FF2B5EF4-FFF2-40B4-BE49-F238E27FC236}">
                  <a16:creationId xmlns:a16="http://schemas.microsoft.com/office/drawing/2014/main" id="{9E774DBD-F820-4F56-1121-492F3B08A6F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638800" y="2971800"/>
              <a:ext cx="914400" cy="914400"/>
            </a:xfrm>
            <a:prstGeom prst="rect">
              <a:avLst/>
            </a:prstGeom>
          </p:spPr>
        </p:pic>
      </p:grpSp>
      <p:sp>
        <p:nvSpPr>
          <p:cNvPr id="15" name="Footer Placeholder 14">
            <a:extLst>
              <a:ext uri="{FF2B5EF4-FFF2-40B4-BE49-F238E27FC236}">
                <a16:creationId xmlns:a16="http://schemas.microsoft.com/office/drawing/2014/main" id="{719F8667-5AD0-0C34-3F91-05478E07C047}"/>
              </a:ext>
            </a:extLst>
          </p:cNvPr>
          <p:cNvSpPr>
            <a:spLocks noGrp="1"/>
          </p:cNvSpPr>
          <p:nvPr>
            <p:ph type="ftr" sz="quarter" idx="11"/>
          </p:nvPr>
        </p:nvSpPr>
        <p:spPr/>
        <p:txBody>
          <a:bodyPr/>
          <a:lstStyle/>
          <a:p>
            <a:r>
              <a:rPr lang="en-US">
                <a:solidFill>
                  <a:schemeClr val="bg1"/>
                </a:solidFill>
                <a:effectLst>
                  <a:glow rad="63500">
                    <a:schemeClr val="bg1">
                      <a:alpha val="40000"/>
                    </a:schemeClr>
                  </a:glow>
                </a:effectLst>
              </a:rPr>
              <a:t>ABVCS</a:t>
            </a:r>
            <a:endParaRPr lang="en-AS" dirty="0">
              <a:solidFill>
                <a:schemeClr val="bg1"/>
              </a:solidFill>
              <a:effectLst>
                <a:glow rad="63500">
                  <a:schemeClr val="bg1">
                    <a:alpha val="40000"/>
                  </a:schemeClr>
                </a:glow>
              </a:effectLst>
            </a:endParaRPr>
          </a:p>
        </p:txBody>
      </p:sp>
      <p:sp>
        <p:nvSpPr>
          <p:cNvPr id="16" name="Slide Number Placeholder 15">
            <a:extLst>
              <a:ext uri="{FF2B5EF4-FFF2-40B4-BE49-F238E27FC236}">
                <a16:creationId xmlns:a16="http://schemas.microsoft.com/office/drawing/2014/main" id="{EDA8DD70-FF7B-4933-45B5-D164F1EC62A0}"/>
              </a:ext>
            </a:extLst>
          </p:cNvPr>
          <p:cNvSpPr>
            <a:spLocks noGrp="1"/>
          </p:cNvSpPr>
          <p:nvPr>
            <p:ph type="sldNum" sz="quarter" idx="12"/>
          </p:nvPr>
        </p:nvSpPr>
        <p:spPr/>
        <p:txBody>
          <a:bodyPr/>
          <a:lstStyle/>
          <a:p>
            <a:fld id="{AD91D796-2600-4CB1-AF8F-6B90FC341573}" type="slidenum">
              <a:rPr lang="en-AS" smtClean="0">
                <a:solidFill>
                  <a:schemeClr val="bg1"/>
                </a:solidFill>
                <a:effectLst>
                  <a:glow rad="63500">
                    <a:schemeClr val="bg1">
                      <a:alpha val="40000"/>
                    </a:schemeClr>
                  </a:glow>
                </a:effectLst>
              </a:rPr>
              <a:t>43</a:t>
            </a:fld>
            <a:endParaRPr lang="en-AS">
              <a:solidFill>
                <a:schemeClr val="bg1"/>
              </a:solidFill>
              <a:effectLst>
                <a:glow rad="63500">
                  <a:schemeClr val="bg1">
                    <a:alpha val="40000"/>
                  </a:schemeClr>
                </a:glow>
              </a:effectLst>
            </a:endParaRPr>
          </a:p>
        </p:txBody>
      </p:sp>
      <p:sp>
        <p:nvSpPr>
          <p:cNvPr id="18" name="TextBox 17">
            <a:extLst>
              <a:ext uri="{FF2B5EF4-FFF2-40B4-BE49-F238E27FC236}">
                <a16:creationId xmlns:a16="http://schemas.microsoft.com/office/drawing/2014/main" id="{50681834-00A8-936F-39FC-DF3BB78BB49E}"/>
              </a:ext>
            </a:extLst>
          </p:cNvPr>
          <p:cNvSpPr txBox="1"/>
          <p:nvPr/>
        </p:nvSpPr>
        <p:spPr>
          <a:xfrm>
            <a:off x="4205926" y="810705"/>
            <a:ext cx="3780149" cy="461665"/>
          </a:xfrm>
          <a:prstGeom prst="rect">
            <a:avLst/>
          </a:prstGeom>
          <a:noFill/>
        </p:spPr>
        <p:txBody>
          <a:bodyPr wrap="square" rtlCol="0">
            <a:spAutoFit/>
          </a:bodyPr>
          <a:lstStyle/>
          <a:p>
            <a:pPr algn="ctr"/>
            <a:r>
              <a:rPr lang="en-U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rPr>
              <a:t>Compressed Video</a:t>
            </a:r>
          </a:p>
        </p:txBody>
      </p:sp>
      <p:grpSp>
        <p:nvGrpSpPr>
          <p:cNvPr id="5" name="Group 4">
            <a:extLst>
              <a:ext uri="{FF2B5EF4-FFF2-40B4-BE49-F238E27FC236}">
                <a16:creationId xmlns:a16="http://schemas.microsoft.com/office/drawing/2014/main" id="{1EDDA812-4462-6B19-81F5-55EE82FF89B6}"/>
              </a:ext>
            </a:extLst>
          </p:cNvPr>
          <p:cNvGrpSpPr/>
          <p:nvPr/>
        </p:nvGrpSpPr>
        <p:grpSpPr>
          <a:xfrm rot="2700000">
            <a:off x="7464089" y="228724"/>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6" name="Graphic 37" descr="Film strip outline">
              <a:extLst>
                <a:ext uri="{FF2B5EF4-FFF2-40B4-BE49-F238E27FC236}">
                  <a16:creationId xmlns:a16="http://schemas.microsoft.com/office/drawing/2014/main" id="{5C6FC507-D87A-B38B-FAD7-6AE7A7E1B6A9}"/>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 name="Graphic 37" descr="Film strip outline">
              <a:extLst>
                <a:ext uri="{FF2B5EF4-FFF2-40B4-BE49-F238E27FC236}">
                  <a16:creationId xmlns:a16="http://schemas.microsoft.com/office/drawing/2014/main" id="{8256900E-B1BF-4923-A0FB-F6911E491FA6}"/>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 name="Graphic 37" descr="Film strip outline">
              <a:extLst>
                <a:ext uri="{FF2B5EF4-FFF2-40B4-BE49-F238E27FC236}">
                  <a16:creationId xmlns:a16="http://schemas.microsoft.com/office/drawing/2014/main" id="{B48D69E1-4DCB-22CF-0661-7B9C4356435A}"/>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0" name="Graphic 37" descr="Film strip outline">
              <a:extLst>
                <a:ext uri="{FF2B5EF4-FFF2-40B4-BE49-F238E27FC236}">
                  <a16:creationId xmlns:a16="http://schemas.microsoft.com/office/drawing/2014/main" id="{020C3656-1ECE-BB82-DD7D-49B6C758DE2F}"/>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12" name="Group 11">
            <a:extLst>
              <a:ext uri="{FF2B5EF4-FFF2-40B4-BE49-F238E27FC236}">
                <a16:creationId xmlns:a16="http://schemas.microsoft.com/office/drawing/2014/main" id="{42F6E80F-C8AE-EFF9-79B2-AB6B0C54BFE6}"/>
              </a:ext>
            </a:extLst>
          </p:cNvPr>
          <p:cNvGrpSpPr/>
          <p:nvPr/>
        </p:nvGrpSpPr>
        <p:grpSpPr>
          <a:xfrm rot="2700000">
            <a:off x="-7031600" y="4435988"/>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13" name="Graphic 37" descr="Film strip outline">
              <a:extLst>
                <a:ext uri="{FF2B5EF4-FFF2-40B4-BE49-F238E27FC236}">
                  <a16:creationId xmlns:a16="http://schemas.microsoft.com/office/drawing/2014/main" id="{4B725F7A-2BCD-3EB3-B1E9-3004C446A022}"/>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4" name="Graphic 37" descr="Film strip outline">
              <a:extLst>
                <a:ext uri="{FF2B5EF4-FFF2-40B4-BE49-F238E27FC236}">
                  <a16:creationId xmlns:a16="http://schemas.microsoft.com/office/drawing/2014/main" id="{190F99A3-1081-2161-33F5-B602E9C07568}"/>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C0D87E68-9880-797A-B542-E3935A6C398E}"/>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9" name="Graphic 37" descr="Film strip outline">
              <a:extLst>
                <a:ext uri="{FF2B5EF4-FFF2-40B4-BE49-F238E27FC236}">
                  <a16:creationId xmlns:a16="http://schemas.microsoft.com/office/drawing/2014/main" id="{052E8043-8D09-527C-828C-99F7FCDD71AB}"/>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pic>
        <p:nvPicPr>
          <p:cNvPr id="21" name="Picture 20">
            <a:extLst>
              <a:ext uri="{FF2B5EF4-FFF2-40B4-BE49-F238E27FC236}">
                <a16:creationId xmlns:a16="http://schemas.microsoft.com/office/drawing/2014/main" id="{CDA68BED-8AD7-B797-6E02-E6D988CF3C30}"/>
              </a:ext>
            </a:extLst>
          </p:cNvPr>
          <p:cNvPicPr>
            <a:picLocks noChangeAspect="1"/>
          </p:cNvPicPr>
          <p:nvPr/>
        </p:nvPicPr>
        <p:blipFill>
          <a:blip r:embed="rId5">
            <a:extLst>
              <a:ext uri="{28A0092B-C50C-407E-A947-70E740481C1C}">
                <a14:useLocalDpi xmlns:a14="http://schemas.microsoft.com/office/drawing/2010/main" val="0"/>
              </a:ext>
            </a:extLst>
          </a:blip>
          <a:srcRect r="3384"/>
          <a:stretch>
            <a:fillRect/>
          </a:stretch>
        </p:blipFill>
        <p:spPr>
          <a:xfrm>
            <a:off x="946361" y="2200049"/>
            <a:ext cx="10299278" cy="3238952"/>
          </a:xfrm>
          <a:prstGeom prst="rect">
            <a:avLst/>
          </a:prstGeom>
          <a:effectLst>
            <a:glow rad="152400">
              <a:schemeClr val="tx2">
                <a:lumMod val="75000"/>
                <a:lumOff val="25000"/>
                <a:alpha val="40000"/>
              </a:schemeClr>
            </a:glow>
          </a:effectLst>
        </p:spPr>
      </p:pic>
    </p:spTree>
    <p:extLst>
      <p:ext uri="{BB962C8B-B14F-4D97-AF65-F5344CB8AC3E}">
        <p14:creationId xmlns:p14="http://schemas.microsoft.com/office/powerpoint/2010/main" val="6050151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C504D0B-255B-4AB1-729F-F468B341E3A8}"/>
            </a:ext>
          </a:extLst>
        </p:cNvPr>
        <p:cNvGrpSpPr/>
        <p:nvPr/>
      </p:nvGrpSpPr>
      <p:grpSpPr>
        <a:xfrm>
          <a:off x="0" y="0"/>
          <a:ext cx="0" cy="0"/>
          <a:chOff x="0" y="0"/>
          <a:chExt cx="0" cy="0"/>
        </a:xfrm>
      </p:grpSpPr>
      <p:pic>
        <p:nvPicPr>
          <p:cNvPr id="62" name="Graphic 61" descr="Monitor with solid fill">
            <a:extLst>
              <a:ext uri="{FF2B5EF4-FFF2-40B4-BE49-F238E27FC236}">
                <a16:creationId xmlns:a16="http://schemas.microsoft.com/office/drawing/2014/main" id="{B1E3EE0D-D743-F4DB-2388-0456F3F1686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679497">
            <a:off x="6849759" y="114397"/>
            <a:ext cx="6248401" cy="6248402"/>
          </a:xfrm>
          <a:prstGeom prst="rect">
            <a:avLst/>
          </a:prstGeom>
        </p:spPr>
      </p:pic>
      <p:sp>
        <p:nvSpPr>
          <p:cNvPr id="57" name="Back_Light_Left">
            <a:extLst>
              <a:ext uri="{FF2B5EF4-FFF2-40B4-BE49-F238E27FC236}">
                <a16:creationId xmlns:a16="http://schemas.microsoft.com/office/drawing/2014/main" id="{4ED51D78-0912-40DE-C979-194E260C3000}"/>
              </a:ext>
            </a:extLst>
          </p:cNvPr>
          <p:cNvSpPr/>
          <p:nvPr/>
        </p:nvSpPr>
        <p:spPr>
          <a:xfrm rot="10800000">
            <a:off x="-2148213"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59" name="Back_Light_Right">
            <a:extLst>
              <a:ext uri="{FF2B5EF4-FFF2-40B4-BE49-F238E27FC236}">
                <a16:creationId xmlns:a16="http://schemas.microsoft.com/office/drawing/2014/main" id="{D7DFB003-6C55-BBC0-6A4B-9E126B063CBC}"/>
              </a:ext>
            </a:extLst>
          </p:cNvPr>
          <p:cNvSpPr/>
          <p:nvPr/>
        </p:nvSpPr>
        <p:spPr>
          <a:xfrm>
            <a:off x="10795000" y="0"/>
            <a:ext cx="3342942" cy="6858000"/>
          </a:xfrm>
          <a:prstGeom prst="rect">
            <a:avLst/>
          </a:prstGeom>
          <a:gradFill flip="none" rotWithShape="1">
            <a:gsLst>
              <a:gs pos="0">
                <a:schemeClr val="accent1">
                  <a:lumMod val="5000"/>
                  <a:lumOff val="95000"/>
                  <a:alpha val="0"/>
                </a:schemeClr>
              </a:gs>
              <a:gs pos="100000">
                <a:schemeClr val="bg1"/>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 name="TextBox 1">
            <a:extLst>
              <a:ext uri="{FF2B5EF4-FFF2-40B4-BE49-F238E27FC236}">
                <a16:creationId xmlns:a16="http://schemas.microsoft.com/office/drawing/2014/main" id="{E7EC16CC-E8ED-DC3C-69EA-B9E6A1940DA4}"/>
              </a:ext>
            </a:extLst>
          </p:cNvPr>
          <p:cNvSpPr txBox="1"/>
          <p:nvPr/>
        </p:nvSpPr>
        <p:spPr>
          <a:xfrm>
            <a:off x="1219200" y="386794"/>
            <a:ext cx="3949831" cy="523220"/>
          </a:xfrm>
          <a:prstGeom prst="rect">
            <a:avLst/>
          </a:prstGeom>
          <a:noFill/>
          <a:effectLst>
            <a:glow rad="101600">
              <a:schemeClr val="bg1">
                <a:alpha val="40000"/>
              </a:schemeClr>
            </a:glow>
          </a:effectLst>
        </p:spPr>
        <p:txBody>
          <a:bodyPr wrap="square" rtlCol="0">
            <a:spAutoFit/>
          </a:bodyPr>
          <a:lstStyle/>
          <a:p>
            <a:r>
              <a:rPr lang="en-U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rPr>
              <a:t>GUI</a:t>
            </a:r>
            <a:endParaRPr lang="en-AS" sz="2800" dirty="0">
              <a:solidFill>
                <a:schemeClr val="bg1"/>
              </a:solidFill>
              <a:effectLst>
                <a:glow rad="101600">
                  <a:schemeClr val="bg1">
                    <a:alpha val="40000"/>
                  </a:schemeClr>
                </a:glow>
              </a:effectLst>
              <a:latin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C5633739-CC48-78EB-191B-8B9DCD065023}"/>
              </a:ext>
            </a:extLst>
          </p:cNvPr>
          <p:cNvGrpSpPr/>
          <p:nvPr/>
        </p:nvGrpSpPr>
        <p:grpSpPr>
          <a:xfrm>
            <a:off x="304800" y="191204"/>
            <a:ext cx="914400" cy="914400"/>
            <a:chOff x="5638800" y="2971800"/>
            <a:chExt cx="914400" cy="914400"/>
          </a:xfrm>
          <a:effectLst>
            <a:glow rad="101600">
              <a:schemeClr val="bg1">
                <a:alpha val="40000"/>
              </a:schemeClr>
            </a:glow>
          </a:effectLst>
        </p:grpSpPr>
        <p:pic>
          <p:nvPicPr>
            <p:cNvPr id="4" name="Graphic 3" descr="Loading with solid fill">
              <a:extLst>
                <a:ext uri="{FF2B5EF4-FFF2-40B4-BE49-F238E27FC236}">
                  <a16:creationId xmlns:a16="http://schemas.microsoft.com/office/drawing/2014/main" id="{B9925191-66EE-0D01-2AE0-04818F111676}"/>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18695" y="3196145"/>
              <a:ext cx="554610" cy="554610"/>
            </a:xfrm>
            <a:prstGeom prst="rect">
              <a:avLst/>
            </a:prstGeom>
          </p:spPr>
        </p:pic>
        <p:pic>
          <p:nvPicPr>
            <p:cNvPr id="8" name="Graphic 7" descr="Browser window with solid fill">
              <a:extLst>
                <a:ext uri="{FF2B5EF4-FFF2-40B4-BE49-F238E27FC236}">
                  <a16:creationId xmlns:a16="http://schemas.microsoft.com/office/drawing/2014/main" id="{342A0CAC-E80C-5FF0-5AF9-D10C4EA28D5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638800" y="2971800"/>
              <a:ext cx="914400" cy="914400"/>
            </a:xfrm>
            <a:prstGeom prst="rect">
              <a:avLst/>
            </a:prstGeom>
          </p:spPr>
        </p:pic>
      </p:grpSp>
      <p:sp>
        <p:nvSpPr>
          <p:cNvPr id="15" name="Footer Placeholder 14">
            <a:extLst>
              <a:ext uri="{FF2B5EF4-FFF2-40B4-BE49-F238E27FC236}">
                <a16:creationId xmlns:a16="http://schemas.microsoft.com/office/drawing/2014/main" id="{6F87DE3B-95C2-6BDC-C00B-7E08F131D197}"/>
              </a:ext>
            </a:extLst>
          </p:cNvPr>
          <p:cNvSpPr>
            <a:spLocks noGrp="1"/>
          </p:cNvSpPr>
          <p:nvPr>
            <p:ph type="ftr" sz="quarter" idx="11"/>
          </p:nvPr>
        </p:nvSpPr>
        <p:spPr/>
        <p:txBody>
          <a:bodyPr/>
          <a:lstStyle/>
          <a:p>
            <a:r>
              <a:rPr lang="en-US">
                <a:solidFill>
                  <a:schemeClr val="bg1"/>
                </a:solidFill>
                <a:effectLst>
                  <a:glow rad="63500">
                    <a:schemeClr val="bg1">
                      <a:alpha val="40000"/>
                    </a:schemeClr>
                  </a:glow>
                </a:effectLst>
              </a:rPr>
              <a:t>ABVCS</a:t>
            </a:r>
            <a:endParaRPr lang="en-AS" dirty="0">
              <a:solidFill>
                <a:schemeClr val="bg1"/>
              </a:solidFill>
              <a:effectLst>
                <a:glow rad="63500">
                  <a:schemeClr val="bg1">
                    <a:alpha val="40000"/>
                  </a:schemeClr>
                </a:glow>
              </a:effectLst>
            </a:endParaRPr>
          </a:p>
        </p:txBody>
      </p:sp>
      <p:sp>
        <p:nvSpPr>
          <p:cNvPr id="16" name="Slide Number Placeholder 15">
            <a:extLst>
              <a:ext uri="{FF2B5EF4-FFF2-40B4-BE49-F238E27FC236}">
                <a16:creationId xmlns:a16="http://schemas.microsoft.com/office/drawing/2014/main" id="{F560A02A-0011-BDE6-D61F-C3E27A4D108F}"/>
              </a:ext>
            </a:extLst>
          </p:cNvPr>
          <p:cNvSpPr>
            <a:spLocks noGrp="1"/>
          </p:cNvSpPr>
          <p:nvPr>
            <p:ph type="sldNum" sz="quarter" idx="12"/>
          </p:nvPr>
        </p:nvSpPr>
        <p:spPr/>
        <p:txBody>
          <a:bodyPr/>
          <a:lstStyle/>
          <a:p>
            <a:fld id="{AD91D796-2600-4CB1-AF8F-6B90FC341573}" type="slidenum">
              <a:rPr lang="en-AS" smtClean="0">
                <a:solidFill>
                  <a:schemeClr val="bg1"/>
                </a:solidFill>
                <a:effectLst>
                  <a:glow rad="63500">
                    <a:schemeClr val="bg1">
                      <a:alpha val="40000"/>
                    </a:schemeClr>
                  </a:glow>
                </a:effectLst>
              </a:rPr>
              <a:t>44</a:t>
            </a:fld>
            <a:endParaRPr lang="en-AS">
              <a:solidFill>
                <a:schemeClr val="bg1"/>
              </a:solidFill>
              <a:effectLst>
                <a:glow rad="63500">
                  <a:schemeClr val="bg1">
                    <a:alpha val="40000"/>
                  </a:schemeClr>
                </a:glow>
              </a:effectLst>
            </a:endParaRPr>
          </a:p>
        </p:txBody>
      </p:sp>
      <p:sp>
        <p:nvSpPr>
          <p:cNvPr id="3" name="TextBox 2">
            <a:extLst>
              <a:ext uri="{FF2B5EF4-FFF2-40B4-BE49-F238E27FC236}">
                <a16:creationId xmlns:a16="http://schemas.microsoft.com/office/drawing/2014/main" id="{1CADEBDC-002F-6541-B38D-045D59284927}"/>
              </a:ext>
            </a:extLst>
          </p:cNvPr>
          <p:cNvSpPr txBox="1"/>
          <p:nvPr/>
        </p:nvSpPr>
        <p:spPr>
          <a:xfrm>
            <a:off x="4205926" y="810705"/>
            <a:ext cx="3780149" cy="461665"/>
          </a:xfrm>
          <a:prstGeom prst="rect">
            <a:avLst/>
          </a:prstGeom>
          <a:noFill/>
        </p:spPr>
        <p:txBody>
          <a:bodyPr wrap="square" rtlCol="0">
            <a:spAutoFit/>
          </a:bodyPr>
          <a:lstStyle/>
          <a:p>
            <a:pPr algn="ctr"/>
            <a:r>
              <a:rPr lang="en-US" sz="2400" dirty="0">
                <a:solidFill>
                  <a:schemeClr val="bg1"/>
                </a:solidFill>
                <a:effectLst>
                  <a:glow rad="63500">
                    <a:schemeClr val="bg1">
                      <a:alpha val="40000"/>
                    </a:schemeClr>
                  </a:glow>
                </a:effectLst>
                <a:latin typeface="Times New Roman" panose="02020603050405020304" pitchFamily="18" charset="0"/>
                <a:cs typeface="Times New Roman" panose="02020603050405020304" pitchFamily="18" charset="0"/>
              </a:rPr>
              <a:t>Results</a:t>
            </a:r>
          </a:p>
        </p:txBody>
      </p:sp>
      <p:grpSp>
        <p:nvGrpSpPr>
          <p:cNvPr id="5" name="Group 4">
            <a:extLst>
              <a:ext uri="{FF2B5EF4-FFF2-40B4-BE49-F238E27FC236}">
                <a16:creationId xmlns:a16="http://schemas.microsoft.com/office/drawing/2014/main" id="{92307BD0-9213-FD44-B0A7-71F998BF2670}"/>
              </a:ext>
            </a:extLst>
          </p:cNvPr>
          <p:cNvGrpSpPr/>
          <p:nvPr/>
        </p:nvGrpSpPr>
        <p:grpSpPr>
          <a:xfrm rot="2700000">
            <a:off x="9764746" y="2243292"/>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7" name="Graphic 37" descr="Film strip outline">
              <a:extLst>
                <a:ext uri="{FF2B5EF4-FFF2-40B4-BE49-F238E27FC236}">
                  <a16:creationId xmlns:a16="http://schemas.microsoft.com/office/drawing/2014/main" id="{DC270FFC-416B-797E-71E4-5974A3373656}"/>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 name="Graphic 37" descr="Film strip outline">
              <a:extLst>
                <a:ext uri="{FF2B5EF4-FFF2-40B4-BE49-F238E27FC236}">
                  <a16:creationId xmlns:a16="http://schemas.microsoft.com/office/drawing/2014/main" id="{228913E4-07CD-88C4-CA2A-30F888770745}"/>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0" name="Graphic 37" descr="Film strip outline">
              <a:extLst>
                <a:ext uri="{FF2B5EF4-FFF2-40B4-BE49-F238E27FC236}">
                  <a16:creationId xmlns:a16="http://schemas.microsoft.com/office/drawing/2014/main" id="{86EEB317-1A75-CBB7-397A-7F2B6FBC80A7}"/>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2" name="Graphic 37" descr="Film strip outline">
              <a:extLst>
                <a:ext uri="{FF2B5EF4-FFF2-40B4-BE49-F238E27FC236}">
                  <a16:creationId xmlns:a16="http://schemas.microsoft.com/office/drawing/2014/main" id="{761DB67D-DE0E-18C3-EBB8-FB6A25936A14}"/>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13" name="Group 12">
            <a:extLst>
              <a:ext uri="{FF2B5EF4-FFF2-40B4-BE49-F238E27FC236}">
                <a16:creationId xmlns:a16="http://schemas.microsoft.com/office/drawing/2014/main" id="{A99F8049-D028-3AA1-D6BD-CB7600F87840}"/>
              </a:ext>
            </a:extLst>
          </p:cNvPr>
          <p:cNvGrpSpPr/>
          <p:nvPr/>
        </p:nvGrpSpPr>
        <p:grpSpPr>
          <a:xfrm rot="2700000">
            <a:off x="-8827180" y="2936643"/>
            <a:ext cx="11066160" cy="1961092"/>
            <a:chOff x="-3381843" y="685556"/>
            <a:chExt cx="11066160" cy="1961092"/>
          </a:xfrm>
          <a:solidFill>
            <a:srgbClr val="B4B4B4">
              <a:alpha val="20000"/>
            </a:srgbClr>
          </a:solidFill>
          <a:effectLst>
            <a:glow rad="114300">
              <a:schemeClr val="bg1">
                <a:lumMod val="50000"/>
                <a:alpha val="40000"/>
              </a:schemeClr>
            </a:glow>
            <a:outerShdw dist="38100" dir="2700000" algn="tl" rotWithShape="0">
              <a:schemeClr val="tx1">
                <a:lumMod val="85000"/>
                <a:lumOff val="15000"/>
                <a:alpha val="60000"/>
              </a:schemeClr>
            </a:outerShdw>
          </a:effectLst>
        </p:grpSpPr>
        <p:sp>
          <p:nvSpPr>
            <p:cNvPr id="14" name="Graphic 37" descr="Film strip outline">
              <a:extLst>
                <a:ext uri="{FF2B5EF4-FFF2-40B4-BE49-F238E27FC236}">
                  <a16:creationId xmlns:a16="http://schemas.microsoft.com/office/drawing/2014/main" id="{A3119BCC-ECCD-1036-6666-94AEB9432192}"/>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7" name="Graphic 37" descr="Film strip outline">
              <a:extLst>
                <a:ext uri="{FF2B5EF4-FFF2-40B4-BE49-F238E27FC236}">
                  <a16:creationId xmlns:a16="http://schemas.microsoft.com/office/drawing/2014/main" id="{6B96358A-54FF-0A90-600C-21ECBBC531AF}"/>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8" name="Graphic 37" descr="Film strip outline">
              <a:extLst>
                <a:ext uri="{FF2B5EF4-FFF2-40B4-BE49-F238E27FC236}">
                  <a16:creationId xmlns:a16="http://schemas.microsoft.com/office/drawing/2014/main" id="{3A01C2A1-CF30-5B94-5A37-F277B042503B}"/>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19" name="Graphic 37" descr="Film strip outline">
              <a:extLst>
                <a:ext uri="{FF2B5EF4-FFF2-40B4-BE49-F238E27FC236}">
                  <a16:creationId xmlns:a16="http://schemas.microsoft.com/office/drawing/2014/main" id="{A21BA6AA-A3C5-DD58-2C07-7FFEB6590609}"/>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pic>
        <p:nvPicPr>
          <p:cNvPr id="23" name="Picture 22">
            <a:extLst>
              <a:ext uri="{FF2B5EF4-FFF2-40B4-BE49-F238E27FC236}">
                <a16:creationId xmlns:a16="http://schemas.microsoft.com/office/drawing/2014/main" id="{3004437F-B2A4-6A28-6F31-887C1073C38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1282" y="1471294"/>
            <a:ext cx="10469436" cy="4563112"/>
          </a:xfrm>
          <a:prstGeom prst="rect">
            <a:avLst/>
          </a:prstGeom>
          <a:effectLst>
            <a:glow rad="152400">
              <a:schemeClr val="tx2">
                <a:lumMod val="75000"/>
                <a:lumOff val="25000"/>
                <a:alpha val="40000"/>
              </a:schemeClr>
            </a:glow>
          </a:effectLst>
        </p:spPr>
      </p:pic>
      <p:sp>
        <p:nvSpPr>
          <p:cNvPr id="25" name="Freeform: Shape 24">
            <a:extLst>
              <a:ext uri="{FF2B5EF4-FFF2-40B4-BE49-F238E27FC236}">
                <a16:creationId xmlns:a16="http://schemas.microsoft.com/office/drawing/2014/main" id="{D0E809D8-61F2-3029-D41F-0F6A7DEC9607}"/>
              </a:ext>
            </a:extLst>
          </p:cNvPr>
          <p:cNvSpPr/>
          <p:nvPr/>
        </p:nvSpPr>
        <p:spPr>
          <a:xfrm>
            <a:off x="12424401"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27" name="Rectangle 26">
            <a:extLst>
              <a:ext uri="{FF2B5EF4-FFF2-40B4-BE49-F238E27FC236}">
                <a16:creationId xmlns:a16="http://schemas.microsoft.com/office/drawing/2014/main" id="{C608067D-D49E-00B6-F461-3825006D29BE}"/>
              </a:ext>
            </a:extLst>
          </p:cNvPr>
          <p:cNvSpPr/>
          <p:nvPr/>
        </p:nvSpPr>
        <p:spPr>
          <a:xfrm>
            <a:off x="14100942"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9" name="Rectangle 28">
            <a:extLst>
              <a:ext uri="{FF2B5EF4-FFF2-40B4-BE49-F238E27FC236}">
                <a16:creationId xmlns:a16="http://schemas.microsoft.com/office/drawing/2014/main" id="{66A8D310-4ADF-E317-5146-005AAD1B727B}"/>
              </a:ext>
            </a:extLst>
          </p:cNvPr>
          <p:cNvSpPr>
            <a:spLocks/>
          </p:cNvSpPr>
          <p:nvPr/>
        </p:nvSpPr>
        <p:spPr>
          <a:xfrm>
            <a:off x="14100942"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1" name="Rectangle 30">
            <a:extLst>
              <a:ext uri="{FF2B5EF4-FFF2-40B4-BE49-F238E27FC236}">
                <a16:creationId xmlns:a16="http://schemas.microsoft.com/office/drawing/2014/main" id="{B2113091-A64C-4372-B303-1774D0DD9C97}"/>
              </a:ext>
            </a:extLst>
          </p:cNvPr>
          <p:cNvSpPr>
            <a:spLocks/>
          </p:cNvSpPr>
          <p:nvPr/>
        </p:nvSpPr>
        <p:spPr>
          <a:xfrm>
            <a:off x="14100942"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3" name="Rectangle 32">
            <a:extLst>
              <a:ext uri="{FF2B5EF4-FFF2-40B4-BE49-F238E27FC236}">
                <a16:creationId xmlns:a16="http://schemas.microsoft.com/office/drawing/2014/main" id="{022DF300-EE2B-60FA-2010-6B6B44AAD9A9}"/>
              </a:ext>
            </a:extLst>
          </p:cNvPr>
          <p:cNvSpPr>
            <a:spLocks/>
          </p:cNvSpPr>
          <p:nvPr/>
        </p:nvSpPr>
        <p:spPr>
          <a:xfrm>
            <a:off x="14100942"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5" name="Rectangle 34">
            <a:extLst>
              <a:ext uri="{FF2B5EF4-FFF2-40B4-BE49-F238E27FC236}">
                <a16:creationId xmlns:a16="http://schemas.microsoft.com/office/drawing/2014/main" id="{749F94CF-529B-6A70-4FE9-B9693B5CDD0E}"/>
              </a:ext>
            </a:extLst>
          </p:cNvPr>
          <p:cNvSpPr>
            <a:spLocks/>
          </p:cNvSpPr>
          <p:nvPr/>
        </p:nvSpPr>
        <p:spPr>
          <a:xfrm>
            <a:off x="14100942"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7" name="Rectangle 36">
            <a:extLst>
              <a:ext uri="{FF2B5EF4-FFF2-40B4-BE49-F238E27FC236}">
                <a16:creationId xmlns:a16="http://schemas.microsoft.com/office/drawing/2014/main" id="{408E722F-08FE-7AE1-82E9-D90F92234724}"/>
              </a:ext>
            </a:extLst>
          </p:cNvPr>
          <p:cNvSpPr>
            <a:spLocks/>
          </p:cNvSpPr>
          <p:nvPr/>
        </p:nvSpPr>
        <p:spPr>
          <a:xfrm>
            <a:off x="14100942"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39" name="Rectangle 38">
            <a:extLst>
              <a:ext uri="{FF2B5EF4-FFF2-40B4-BE49-F238E27FC236}">
                <a16:creationId xmlns:a16="http://schemas.microsoft.com/office/drawing/2014/main" id="{02FC598F-D582-314F-EF6C-11EE2424481C}"/>
              </a:ext>
            </a:extLst>
          </p:cNvPr>
          <p:cNvSpPr/>
          <p:nvPr/>
        </p:nvSpPr>
        <p:spPr>
          <a:xfrm>
            <a:off x="13188669"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1" name="Rectangle 40">
            <a:extLst>
              <a:ext uri="{FF2B5EF4-FFF2-40B4-BE49-F238E27FC236}">
                <a16:creationId xmlns:a16="http://schemas.microsoft.com/office/drawing/2014/main" id="{874344EC-F7ED-DD2A-1797-FEC9ABB23B35}"/>
              </a:ext>
            </a:extLst>
          </p:cNvPr>
          <p:cNvSpPr/>
          <p:nvPr/>
        </p:nvSpPr>
        <p:spPr>
          <a:xfrm>
            <a:off x="13188669"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43" name="Freeform: Shape 42">
            <a:extLst>
              <a:ext uri="{FF2B5EF4-FFF2-40B4-BE49-F238E27FC236}">
                <a16:creationId xmlns:a16="http://schemas.microsoft.com/office/drawing/2014/main" id="{9F20B0D8-EC87-B14E-F046-CFEDEA97A718}"/>
              </a:ext>
            </a:extLst>
          </p:cNvPr>
          <p:cNvSpPr/>
          <p:nvPr/>
        </p:nvSpPr>
        <p:spPr>
          <a:xfrm>
            <a:off x="13121553"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5" name="Freeform: Shape 44">
            <a:extLst>
              <a:ext uri="{FF2B5EF4-FFF2-40B4-BE49-F238E27FC236}">
                <a16:creationId xmlns:a16="http://schemas.microsoft.com/office/drawing/2014/main" id="{2CD87EAD-72DB-1022-5E45-C6B31AA0E14B}"/>
              </a:ext>
            </a:extLst>
          </p:cNvPr>
          <p:cNvSpPr/>
          <p:nvPr/>
        </p:nvSpPr>
        <p:spPr>
          <a:xfrm>
            <a:off x="13121553"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7" name="Freeform: Shape 46">
            <a:extLst>
              <a:ext uri="{FF2B5EF4-FFF2-40B4-BE49-F238E27FC236}">
                <a16:creationId xmlns:a16="http://schemas.microsoft.com/office/drawing/2014/main" id="{E87ACBF7-7270-994D-FE9D-41605DE793D5}"/>
              </a:ext>
            </a:extLst>
          </p:cNvPr>
          <p:cNvSpPr/>
          <p:nvPr/>
        </p:nvSpPr>
        <p:spPr>
          <a:xfrm>
            <a:off x="13121553"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49" name="Freeform: Shape 48">
            <a:extLst>
              <a:ext uri="{FF2B5EF4-FFF2-40B4-BE49-F238E27FC236}">
                <a16:creationId xmlns:a16="http://schemas.microsoft.com/office/drawing/2014/main" id="{A50A678E-4548-A62B-CF87-884F7D44B4F4}"/>
              </a:ext>
            </a:extLst>
          </p:cNvPr>
          <p:cNvSpPr/>
          <p:nvPr/>
        </p:nvSpPr>
        <p:spPr>
          <a:xfrm>
            <a:off x="13121553"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51" name="Freeform: Shape 50">
            <a:extLst>
              <a:ext uri="{FF2B5EF4-FFF2-40B4-BE49-F238E27FC236}">
                <a16:creationId xmlns:a16="http://schemas.microsoft.com/office/drawing/2014/main" id="{AD36D633-B726-1700-AAB3-718D7DCCA67F}"/>
              </a:ext>
            </a:extLst>
          </p:cNvPr>
          <p:cNvSpPr/>
          <p:nvPr/>
        </p:nvSpPr>
        <p:spPr>
          <a:xfrm>
            <a:off x="13121553"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60" name="Rectangle 59">
            <a:extLst>
              <a:ext uri="{FF2B5EF4-FFF2-40B4-BE49-F238E27FC236}">
                <a16:creationId xmlns:a16="http://schemas.microsoft.com/office/drawing/2014/main" id="{ACEFF417-84AA-573C-6251-D4C958DE9D7B}"/>
              </a:ext>
            </a:extLst>
          </p:cNvPr>
          <p:cNvSpPr>
            <a:spLocks/>
          </p:cNvSpPr>
          <p:nvPr/>
        </p:nvSpPr>
        <p:spPr>
          <a:xfrm>
            <a:off x="14100942"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24225083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C2EDA473-42E1-FECC-B18F-162E4AEF96A8}"/>
            </a:ext>
          </a:extLst>
        </p:cNvPr>
        <p:cNvGrpSpPr/>
        <p:nvPr/>
      </p:nvGrpSpPr>
      <p:grpSpPr>
        <a:xfrm>
          <a:off x="0" y="0"/>
          <a:ext cx="0" cy="0"/>
          <a:chOff x="0" y="0"/>
          <a:chExt cx="0" cy="0"/>
        </a:xfrm>
      </p:grpSpPr>
      <p:grpSp>
        <p:nvGrpSpPr>
          <p:cNvPr id="3" name="Group 6">
            <a:extLst>
              <a:ext uri="{FF2B5EF4-FFF2-40B4-BE49-F238E27FC236}">
                <a16:creationId xmlns:a16="http://schemas.microsoft.com/office/drawing/2014/main" id="{02496C56-9B18-1F7B-8551-6B6CB1512719}"/>
              </a:ext>
            </a:extLst>
          </p:cNvPr>
          <p:cNvGrpSpPr/>
          <p:nvPr/>
        </p:nvGrpSpPr>
        <p:grpSpPr>
          <a:xfrm>
            <a:off x="217715" y="6358177"/>
            <a:ext cx="8305800" cy="2853460"/>
            <a:chOff x="0" y="0"/>
            <a:chExt cx="3151501" cy="1106083"/>
          </a:xfrm>
        </p:grpSpPr>
        <p:sp>
          <p:nvSpPr>
            <p:cNvPr id="4" name="Freeform 7">
              <a:extLst>
                <a:ext uri="{FF2B5EF4-FFF2-40B4-BE49-F238E27FC236}">
                  <a16:creationId xmlns:a16="http://schemas.microsoft.com/office/drawing/2014/main" id="{A939BEE6-9474-97F9-9BAC-A73E720E360C}"/>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4A51EFE6-BA00-977B-1E62-30AA1C97F347}"/>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grpSp>
        <p:nvGrpSpPr>
          <p:cNvPr id="6" name="Group 16">
            <a:extLst>
              <a:ext uri="{FF2B5EF4-FFF2-40B4-BE49-F238E27FC236}">
                <a16:creationId xmlns:a16="http://schemas.microsoft.com/office/drawing/2014/main" id="{9F00B486-6756-6127-7111-3A04C44B99C8}"/>
              </a:ext>
            </a:extLst>
          </p:cNvPr>
          <p:cNvGrpSpPr/>
          <p:nvPr/>
        </p:nvGrpSpPr>
        <p:grpSpPr>
          <a:xfrm>
            <a:off x="-679007" y="-710108"/>
            <a:ext cx="998322" cy="10421568"/>
            <a:chOff x="0" y="0"/>
            <a:chExt cx="262932" cy="2744775"/>
          </a:xfrm>
        </p:grpSpPr>
        <p:sp>
          <p:nvSpPr>
            <p:cNvPr id="7" name="Freeform 17">
              <a:extLst>
                <a:ext uri="{FF2B5EF4-FFF2-40B4-BE49-F238E27FC236}">
                  <a16:creationId xmlns:a16="http://schemas.microsoft.com/office/drawing/2014/main" id="{30493EC9-4975-D14F-581A-3D51B225C037}"/>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8" name="TextBox 18">
              <a:extLst>
                <a:ext uri="{FF2B5EF4-FFF2-40B4-BE49-F238E27FC236}">
                  <a16:creationId xmlns:a16="http://schemas.microsoft.com/office/drawing/2014/main" id="{5F057820-3F01-32B7-244A-D06D954F11E4}"/>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sp>
        <p:nvSpPr>
          <p:cNvPr id="11" name="Title 1">
            <a:extLst>
              <a:ext uri="{FF2B5EF4-FFF2-40B4-BE49-F238E27FC236}">
                <a16:creationId xmlns:a16="http://schemas.microsoft.com/office/drawing/2014/main" id="{1619D1E0-335D-5289-C6EA-41C1372D769B}"/>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4" name="Freeform: Shape 13">
            <a:extLst>
              <a:ext uri="{FF2B5EF4-FFF2-40B4-BE49-F238E27FC236}">
                <a16:creationId xmlns:a16="http://schemas.microsoft.com/office/drawing/2014/main" id="{781CCF65-5AA4-6FBF-054C-2E8452152909}"/>
              </a:ext>
            </a:extLst>
          </p:cNvPr>
          <p:cNvSpPr/>
          <p:nvPr/>
        </p:nvSpPr>
        <p:spPr>
          <a:xfrm>
            <a:off x="10370408" y="-36783"/>
            <a:ext cx="2890800" cy="2890800"/>
          </a:xfrm>
          <a:custGeom>
            <a:avLst/>
            <a:gdLst>
              <a:gd name="csX0" fmla="*/ 1445400 w 2890800"/>
              <a:gd name="csY0" fmla="*/ 637274 h 2890800"/>
              <a:gd name="csX1" fmla="*/ 637274 w 2890800"/>
              <a:gd name="csY1" fmla="*/ 1445400 h 2890800"/>
              <a:gd name="csX2" fmla="*/ 1445400 w 2890800"/>
              <a:gd name="csY2" fmla="*/ 2253526 h 2890800"/>
              <a:gd name="csX3" fmla="*/ 2253526 w 2890800"/>
              <a:gd name="csY3" fmla="*/ 1445400 h 2890800"/>
              <a:gd name="csX4" fmla="*/ 1445400 w 2890800"/>
              <a:gd name="csY4" fmla="*/ 637274 h 2890800"/>
              <a:gd name="csX5" fmla="*/ 1445400 w 2890800"/>
              <a:gd name="csY5" fmla="*/ 0 h 2890800"/>
              <a:gd name="csX6" fmla="*/ 2890800 w 2890800"/>
              <a:gd name="csY6" fmla="*/ 1445400 h 2890800"/>
              <a:gd name="csX7" fmla="*/ 1445400 w 2890800"/>
              <a:gd name="csY7" fmla="*/ 2890800 h 2890800"/>
              <a:gd name="csX8" fmla="*/ 0 w 2890800"/>
              <a:gd name="csY8" fmla="*/ 1445400 h 2890800"/>
              <a:gd name="csX9" fmla="*/ 1445400 w 2890800"/>
              <a:gd name="csY9" fmla="*/ 0 h 2890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90800" h="2890800">
                <a:moveTo>
                  <a:pt x="1445400" y="637274"/>
                </a:moveTo>
                <a:cubicBezTo>
                  <a:pt x="999084" y="637274"/>
                  <a:pt x="637274" y="999084"/>
                  <a:pt x="637274" y="1445400"/>
                </a:cubicBezTo>
                <a:cubicBezTo>
                  <a:pt x="637274" y="1891716"/>
                  <a:pt x="999084" y="2253526"/>
                  <a:pt x="1445400" y="2253526"/>
                </a:cubicBezTo>
                <a:cubicBezTo>
                  <a:pt x="1891716" y="2253526"/>
                  <a:pt x="2253526" y="1891716"/>
                  <a:pt x="2253526" y="1445400"/>
                </a:cubicBezTo>
                <a:cubicBezTo>
                  <a:pt x="2253526" y="999084"/>
                  <a:pt x="1891716" y="637274"/>
                  <a:pt x="1445400" y="637274"/>
                </a:cubicBezTo>
                <a:close/>
                <a:moveTo>
                  <a:pt x="1445400" y="0"/>
                </a:moveTo>
                <a:cubicBezTo>
                  <a:pt x="2243672" y="0"/>
                  <a:pt x="2890800" y="647128"/>
                  <a:pt x="2890800" y="1445400"/>
                </a:cubicBezTo>
                <a:cubicBezTo>
                  <a:pt x="2890800" y="2243672"/>
                  <a:pt x="2243672" y="2890800"/>
                  <a:pt x="1445400" y="2890800"/>
                </a:cubicBezTo>
                <a:cubicBezTo>
                  <a:pt x="647128" y="2890800"/>
                  <a:pt x="0" y="2243672"/>
                  <a:pt x="0" y="1445400"/>
                </a:cubicBezTo>
                <a:cubicBezTo>
                  <a:pt x="0" y="647128"/>
                  <a:pt x="647128" y="0"/>
                  <a:pt x="1445400" y="0"/>
                </a:cubicBezTo>
                <a:close/>
              </a:path>
            </a:pathLst>
          </a:custGeom>
          <a:solidFill>
            <a:schemeClr val="tx1">
              <a:lumMod val="50000"/>
              <a:lumOff val="5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dirty="0"/>
          </a:p>
        </p:txBody>
      </p:sp>
      <p:sp>
        <p:nvSpPr>
          <p:cNvPr id="15" name="Slide Number Placeholder 14">
            <a:extLst>
              <a:ext uri="{FF2B5EF4-FFF2-40B4-BE49-F238E27FC236}">
                <a16:creationId xmlns:a16="http://schemas.microsoft.com/office/drawing/2014/main" id="{691E2211-EDE0-A301-D59E-E67800ABF116}"/>
              </a:ext>
            </a:extLst>
          </p:cNvPr>
          <p:cNvSpPr>
            <a:spLocks noGrp="1"/>
          </p:cNvSpPr>
          <p:nvPr>
            <p:ph type="sldNum" sz="quarter" idx="12"/>
          </p:nvPr>
        </p:nvSpPr>
        <p:spPr/>
        <p:txBody>
          <a:bodyPr/>
          <a:lstStyle/>
          <a:p>
            <a:fld id="{AD91D796-2600-4CB1-AF8F-6B90FC341573}" type="slidenum">
              <a:rPr lang="en-AS" smtClean="0"/>
              <a:t>45</a:t>
            </a:fld>
            <a:endParaRPr lang="en-AS" dirty="0"/>
          </a:p>
        </p:txBody>
      </p:sp>
      <p:pic>
        <p:nvPicPr>
          <p:cNvPr id="2" name="Graphic 1" descr="Clapper board with solid fill">
            <a:extLst>
              <a:ext uri="{FF2B5EF4-FFF2-40B4-BE49-F238E27FC236}">
                <a16:creationId xmlns:a16="http://schemas.microsoft.com/office/drawing/2014/main" id="{B1468F81-90DB-6A72-6D8C-974C84AC9D4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22" name="!!Film_Tabe_1">
            <a:extLst>
              <a:ext uri="{FF2B5EF4-FFF2-40B4-BE49-F238E27FC236}">
                <a16:creationId xmlns:a16="http://schemas.microsoft.com/office/drawing/2014/main" id="{F08124C0-41E1-255A-6E74-D9CFF6A8715D}"/>
              </a:ext>
            </a:extLst>
          </p:cNvPr>
          <p:cNvGrpSpPr/>
          <p:nvPr/>
        </p:nvGrpSpPr>
        <p:grpSpPr>
          <a:xfrm rot="18000000">
            <a:off x="-14712434" y="6187266"/>
            <a:ext cx="21467809" cy="1961092"/>
            <a:chOff x="-5996785" y="2448454"/>
            <a:chExt cx="21467809" cy="1961092"/>
          </a:xfrm>
          <a:effectLst>
            <a:outerShdw blurRad="12700" dist="50800" dir="2700000" algn="tl" rotWithShape="0">
              <a:schemeClr val="tx1">
                <a:alpha val="40000"/>
              </a:schemeClr>
            </a:outerShdw>
          </a:effectLst>
        </p:grpSpPr>
        <p:grpSp>
          <p:nvGrpSpPr>
            <p:cNvPr id="23" name="Group 22">
              <a:extLst>
                <a:ext uri="{FF2B5EF4-FFF2-40B4-BE49-F238E27FC236}">
                  <a16:creationId xmlns:a16="http://schemas.microsoft.com/office/drawing/2014/main" id="{931FF37E-7E73-7E9B-69A3-76C2B71574EC}"/>
                </a:ext>
              </a:extLst>
            </p:cNvPr>
            <p:cNvGrpSpPr/>
            <p:nvPr/>
          </p:nvGrpSpPr>
          <p:grpSpPr>
            <a:xfrm>
              <a:off x="737207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AF74F1FD-74E8-6CF5-C6F7-A708F408C7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958CAF45-7181-78F7-6759-C0A34C41762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6AF8FD30-594B-FE27-DC90-1209989980B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A709A778-F4CE-F5C0-106B-F5D6892E20EC}"/>
                </a:ext>
              </a:extLst>
            </p:cNvPr>
            <p:cNvGrpSpPr/>
            <p:nvPr/>
          </p:nvGrpSpPr>
          <p:grpSpPr>
            <a:xfrm>
              <a:off x="4702657"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B0F59234-E8B4-CB91-7CA5-78272248532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206A58E4-4269-12BD-0D93-82001EB3DB7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3A737484-3C77-820E-D77D-6DCF4D5608D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BD7BDC85-6CC7-D29E-5DD2-FC2417F4744B}"/>
                </a:ext>
              </a:extLst>
            </p:cNvPr>
            <p:cNvGrpSpPr/>
            <p:nvPr/>
          </p:nvGrpSpPr>
          <p:grpSpPr>
            <a:xfrm>
              <a:off x="1273285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BE688EA0-EABE-6D1A-D6CC-EDAA955C6FA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698C9554-9222-0D84-6764-9D672D0CABA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C4D86E46-AFC9-A936-6FC7-2482A2800E3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03FF7D79-6C68-7059-036A-D3C8EEC5FC9C}"/>
                </a:ext>
              </a:extLst>
            </p:cNvPr>
            <p:cNvGrpSpPr/>
            <p:nvPr/>
          </p:nvGrpSpPr>
          <p:grpSpPr>
            <a:xfrm>
              <a:off x="10063430" y="2448455"/>
              <a:ext cx="2738174" cy="1961091"/>
              <a:chOff x="4726913" y="2438401"/>
              <a:chExt cx="2738174" cy="1961091"/>
            </a:xfrm>
          </p:grpSpPr>
          <p:sp>
            <p:nvSpPr>
              <p:cNvPr id="43" name="Graphic 2" descr="Film strip outline">
                <a:extLst>
                  <a:ext uri="{FF2B5EF4-FFF2-40B4-BE49-F238E27FC236}">
                    <a16:creationId xmlns:a16="http://schemas.microsoft.com/office/drawing/2014/main" id="{F2DF4A0A-9188-D556-9C8A-9457D9D4BC9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0F96ADA3-4834-765E-3C63-E3E6075DFA1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9E541CD4-2014-E6AC-6168-CD2B0E6B787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AB32540B-CDAE-CF9D-D09A-1726DBEE03EC}"/>
                </a:ext>
              </a:extLst>
            </p:cNvPr>
            <p:cNvGrpSpPr/>
            <p:nvPr/>
          </p:nvGrpSpPr>
          <p:grpSpPr>
            <a:xfrm>
              <a:off x="-332736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9BDB1300-B461-3922-8EB9-81EE7B52E20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50525FE0-9DED-B8C1-4495-CBE4D6EF64A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9F889496-B40B-189D-6CD2-3957471920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98D64752-FC54-0EF1-FE42-1FEAF2E1C103}"/>
                </a:ext>
              </a:extLst>
            </p:cNvPr>
            <p:cNvGrpSpPr/>
            <p:nvPr/>
          </p:nvGrpSpPr>
          <p:grpSpPr>
            <a:xfrm>
              <a:off x="-5996785" y="2448454"/>
              <a:ext cx="2738174" cy="1961091"/>
              <a:chOff x="4726913" y="2438401"/>
              <a:chExt cx="2738174" cy="1961091"/>
            </a:xfrm>
          </p:grpSpPr>
          <p:sp>
            <p:nvSpPr>
              <p:cNvPr id="37" name="Graphic 2" descr="Film strip outline">
                <a:extLst>
                  <a:ext uri="{FF2B5EF4-FFF2-40B4-BE49-F238E27FC236}">
                    <a16:creationId xmlns:a16="http://schemas.microsoft.com/office/drawing/2014/main" id="{6E7AAF85-1AC2-B703-212E-971916AAB4B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D4EFC53F-5E6A-0AF5-A026-E96104543E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96AD6837-7A09-65CB-D86E-596D1047311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80B3C12A-C98E-14C8-48CE-33CB99CCF0EB}"/>
                </a:ext>
              </a:extLst>
            </p:cNvPr>
            <p:cNvGrpSpPr/>
            <p:nvPr/>
          </p:nvGrpSpPr>
          <p:grpSpPr>
            <a:xfrm>
              <a:off x="2033408" y="2448454"/>
              <a:ext cx="2738174" cy="1961091"/>
              <a:chOff x="4726913" y="2438401"/>
              <a:chExt cx="2738174" cy="1961091"/>
            </a:xfrm>
          </p:grpSpPr>
          <p:sp>
            <p:nvSpPr>
              <p:cNvPr id="34" name="Graphic 2" descr="Film strip outline">
                <a:extLst>
                  <a:ext uri="{FF2B5EF4-FFF2-40B4-BE49-F238E27FC236}">
                    <a16:creationId xmlns:a16="http://schemas.microsoft.com/office/drawing/2014/main" id="{255133F6-58CF-65D4-4EB0-022AE842D86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8CA7FC45-1F87-C6F8-E8E7-B915706B322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7C4D58CB-9DA2-35E7-F9E7-74190E38E12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4B4EED95-86A5-99F0-44DD-A924867C8710}"/>
                </a:ext>
              </a:extLst>
            </p:cNvPr>
            <p:cNvGrpSpPr/>
            <p:nvPr/>
          </p:nvGrpSpPr>
          <p:grpSpPr>
            <a:xfrm>
              <a:off x="-636012"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EE9A0ED7-6B42-CCD0-D727-887EB3DA34C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B45EC170-5174-503E-0B14-A6883F206E1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366339EA-43E1-F0DD-6989-E5E5D10BCE9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5" name="!!Film_Tabe_2">
            <a:extLst>
              <a:ext uri="{FF2B5EF4-FFF2-40B4-BE49-F238E27FC236}">
                <a16:creationId xmlns:a16="http://schemas.microsoft.com/office/drawing/2014/main" id="{A48E9C13-290C-E57E-7C64-69CF4233542F}"/>
              </a:ext>
            </a:extLst>
          </p:cNvPr>
          <p:cNvGrpSpPr/>
          <p:nvPr/>
        </p:nvGrpSpPr>
        <p:grpSpPr>
          <a:xfrm rot="18000000">
            <a:off x="5852634" y="-2437996"/>
            <a:ext cx="21467809" cy="1961092"/>
            <a:chOff x="-5996785" y="2448454"/>
            <a:chExt cx="21467809" cy="1961092"/>
          </a:xfrm>
          <a:effectLst>
            <a:outerShdw blurRad="12700" dist="50800" dir="2700000" algn="tl" rotWithShape="0">
              <a:prstClr val="black">
                <a:alpha val="40000"/>
              </a:prstClr>
            </a:outerShdw>
          </a:effectLst>
        </p:grpSpPr>
        <p:grpSp>
          <p:nvGrpSpPr>
            <p:cNvPr id="56" name="Group 55">
              <a:extLst>
                <a:ext uri="{FF2B5EF4-FFF2-40B4-BE49-F238E27FC236}">
                  <a16:creationId xmlns:a16="http://schemas.microsoft.com/office/drawing/2014/main" id="{CBAA9EB2-88B9-1D4B-69C5-37E74311F841}"/>
                </a:ext>
              </a:extLst>
            </p:cNvPr>
            <p:cNvGrpSpPr/>
            <p:nvPr/>
          </p:nvGrpSpPr>
          <p:grpSpPr>
            <a:xfrm>
              <a:off x="7372077"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8827C922-023D-AB59-9B75-678012F6905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F29452C3-564B-5357-4567-360EB303948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3E036113-A980-4323-A62F-F5A2C460CCD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EF365DB8-514F-9F6E-2D71-DEA75F80CBF1}"/>
                </a:ext>
              </a:extLst>
            </p:cNvPr>
            <p:cNvGrpSpPr/>
            <p:nvPr/>
          </p:nvGrpSpPr>
          <p:grpSpPr>
            <a:xfrm>
              <a:off x="4702657"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93914D9C-F549-55E0-A66C-F4D8DA28869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9CC402A2-1F74-2380-9973-8606CC0744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44015D48-6876-421F-97FF-56DD7AC4155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03A0E547-E7AF-7DDE-79EF-AD64F249D78C}"/>
                </a:ext>
              </a:extLst>
            </p:cNvPr>
            <p:cNvGrpSpPr/>
            <p:nvPr/>
          </p:nvGrpSpPr>
          <p:grpSpPr>
            <a:xfrm>
              <a:off x="12732850" y="2448455"/>
              <a:ext cx="2738174" cy="1961091"/>
              <a:chOff x="4726913" y="2438401"/>
              <a:chExt cx="2738174" cy="1961091"/>
            </a:xfrm>
          </p:grpSpPr>
          <p:sp>
            <p:nvSpPr>
              <p:cNvPr id="79" name="Graphic 2" descr="Film strip outline">
                <a:extLst>
                  <a:ext uri="{FF2B5EF4-FFF2-40B4-BE49-F238E27FC236}">
                    <a16:creationId xmlns:a16="http://schemas.microsoft.com/office/drawing/2014/main" id="{9B541D44-42EC-A968-22D1-10A7C7D384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DA9087D8-7E6C-9FDD-971F-2B2AF1F388E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FD3133C8-CAE9-20E6-5583-A4510F8A345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08B90B06-D071-3F67-C8BA-F2A76B8A6C6F}"/>
                </a:ext>
              </a:extLst>
            </p:cNvPr>
            <p:cNvGrpSpPr/>
            <p:nvPr/>
          </p:nvGrpSpPr>
          <p:grpSpPr>
            <a:xfrm>
              <a:off x="10063430" y="2448455"/>
              <a:ext cx="2738174" cy="1961091"/>
              <a:chOff x="4726913" y="2438401"/>
              <a:chExt cx="2738174" cy="1961091"/>
            </a:xfrm>
          </p:grpSpPr>
          <p:sp>
            <p:nvSpPr>
              <p:cNvPr id="76" name="Graphic 2" descr="Film strip outline">
                <a:extLst>
                  <a:ext uri="{FF2B5EF4-FFF2-40B4-BE49-F238E27FC236}">
                    <a16:creationId xmlns:a16="http://schemas.microsoft.com/office/drawing/2014/main" id="{7FE447F6-1FD4-C312-DD99-4EE07B45C2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A3A0E4C1-C7D8-E3ED-94E3-44575FDC214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662D36A7-4D31-2EE6-74A6-4AD9D8E80B7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7A9D0739-7866-6650-262A-53A877697695}"/>
                </a:ext>
              </a:extLst>
            </p:cNvPr>
            <p:cNvGrpSpPr/>
            <p:nvPr/>
          </p:nvGrpSpPr>
          <p:grpSpPr>
            <a:xfrm>
              <a:off x="-3327365"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E163D2D6-5108-0720-4CEB-3ABA3AA2E81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163836B4-B9E5-E090-9654-720D6128F9A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D9738ECA-55A8-41EA-E56E-4567FF58B0C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ADD6A4D7-EAF0-BD4C-1D18-F01E97312FE7}"/>
                </a:ext>
              </a:extLst>
            </p:cNvPr>
            <p:cNvGrpSpPr/>
            <p:nvPr/>
          </p:nvGrpSpPr>
          <p:grpSpPr>
            <a:xfrm>
              <a:off x="-5996785"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B16921FB-A404-A38A-2949-12EDD8E2799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63A5B040-4E38-C13A-7C7E-45C06140708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5A10F078-3DD7-C769-1176-68AB90613DD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2FAD949B-38C5-67C3-3F80-0B428F4FA730}"/>
                </a:ext>
              </a:extLst>
            </p:cNvPr>
            <p:cNvGrpSpPr/>
            <p:nvPr/>
          </p:nvGrpSpPr>
          <p:grpSpPr>
            <a:xfrm>
              <a:off x="2033408" y="2448454"/>
              <a:ext cx="2738174" cy="1961091"/>
              <a:chOff x="4726913" y="2438401"/>
              <a:chExt cx="2738174" cy="1961091"/>
            </a:xfrm>
          </p:grpSpPr>
          <p:sp>
            <p:nvSpPr>
              <p:cNvPr id="67" name="Graphic 2" descr="Film strip outline">
                <a:extLst>
                  <a:ext uri="{FF2B5EF4-FFF2-40B4-BE49-F238E27FC236}">
                    <a16:creationId xmlns:a16="http://schemas.microsoft.com/office/drawing/2014/main" id="{45B548E7-0629-846D-8A39-E930C571A29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E9038F0D-717B-B3F3-E1E9-2798517262C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94A8648A-86D6-5A14-10EC-7000B599DFE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DC78414A-21A4-02E4-8FD7-002E6A19EDC7}"/>
                </a:ext>
              </a:extLst>
            </p:cNvPr>
            <p:cNvGrpSpPr/>
            <p:nvPr/>
          </p:nvGrpSpPr>
          <p:grpSpPr>
            <a:xfrm>
              <a:off x="-636012" y="2448454"/>
              <a:ext cx="2738174" cy="1961091"/>
              <a:chOff x="4726913" y="2438401"/>
              <a:chExt cx="2738174" cy="1961091"/>
            </a:xfrm>
          </p:grpSpPr>
          <p:sp>
            <p:nvSpPr>
              <p:cNvPr id="64" name="Graphic 2" descr="Film strip outline">
                <a:extLst>
                  <a:ext uri="{FF2B5EF4-FFF2-40B4-BE49-F238E27FC236}">
                    <a16:creationId xmlns:a16="http://schemas.microsoft.com/office/drawing/2014/main" id="{73A4E084-F023-3291-2FB3-3ED74AE3FE0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5" name="Straight Connector 64">
                <a:extLst>
                  <a:ext uri="{FF2B5EF4-FFF2-40B4-BE49-F238E27FC236}">
                    <a16:creationId xmlns:a16="http://schemas.microsoft.com/office/drawing/2014/main" id="{8761F8E3-749F-21F1-32B2-C05575C4AA3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2DE4E308-7ABF-3A63-746B-DBDC70A0D7C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88" name="Group 87">
            <a:extLst>
              <a:ext uri="{FF2B5EF4-FFF2-40B4-BE49-F238E27FC236}">
                <a16:creationId xmlns:a16="http://schemas.microsoft.com/office/drawing/2014/main" id="{1AEF130F-1241-5D73-F207-887F054A472E}"/>
              </a:ext>
            </a:extLst>
          </p:cNvPr>
          <p:cNvGrpSpPr/>
          <p:nvPr/>
        </p:nvGrpSpPr>
        <p:grpSpPr>
          <a:xfrm rot="2700000">
            <a:off x="8784752" y="1346551"/>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9" name="Graphic 37" descr="Film strip outline">
              <a:extLst>
                <a:ext uri="{FF2B5EF4-FFF2-40B4-BE49-F238E27FC236}">
                  <a16:creationId xmlns:a16="http://schemas.microsoft.com/office/drawing/2014/main" id="{7D173544-F396-559E-0934-7C8BADBA4EF3}"/>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0" name="Graphic 37" descr="Film strip outline">
              <a:extLst>
                <a:ext uri="{FF2B5EF4-FFF2-40B4-BE49-F238E27FC236}">
                  <a16:creationId xmlns:a16="http://schemas.microsoft.com/office/drawing/2014/main" id="{84498F44-D57A-2B9B-5C59-6DD053491D40}"/>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1" name="Graphic 37" descr="Film strip outline">
              <a:extLst>
                <a:ext uri="{FF2B5EF4-FFF2-40B4-BE49-F238E27FC236}">
                  <a16:creationId xmlns:a16="http://schemas.microsoft.com/office/drawing/2014/main" id="{1FF983DA-5832-8538-3452-3EF48E299BB3}"/>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2" name="Graphic 37" descr="Film strip outline">
              <a:extLst>
                <a:ext uri="{FF2B5EF4-FFF2-40B4-BE49-F238E27FC236}">
                  <a16:creationId xmlns:a16="http://schemas.microsoft.com/office/drawing/2014/main" id="{B852D1C4-2222-EF6A-4B37-E1C155B8328E}"/>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9" name="TextBox 8">
            <a:extLst>
              <a:ext uri="{FF2B5EF4-FFF2-40B4-BE49-F238E27FC236}">
                <a16:creationId xmlns:a16="http://schemas.microsoft.com/office/drawing/2014/main" id="{05DF21E1-6C44-5601-15B7-F91D46BE507E}"/>
              </a:ext>
            </a:extLst>
          </p:cNvPr>
          <p:cNvSpPr txBox="1"/>
          <p:nvPr/>
        </p:nvSpPr>
        <p:spPr>
          <a:xfrm>
            <a:off x="1752980" y="11389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10" name="Freeform: Shape 9">
            <a:extLst>
              <a:ext uri="{FF2B5EF4-FFF2-40B4-BE49-F238E27FC236}">
                <a16:creationId xmlns:a16="http://schemas.microsoft.com/office/drawing/2014/main" id="{8C0DC0EB-B20C-A06D-5672-0593A15392AD}"/>
              </a:ext>
            </a:extLst>
          </p:cNvPr>
          <p:cNvSpPr/>
          <p:nvPr/>
        </p:nvSpPr>
        <p:spPr>
          <a:xfrm>
            <a:off x="6749313"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12" name="Rectangle 11">
            <a:extLst>
              <a:ext uri="{FF2B5EF4-FFF2-40B4-BE49-F238E27FC236}">
                <a16:creationId xmlns:a16="http://schemas.microsoft.com/office/drawing/2014/main" id="{CEF912F4-4F73-2A35-03C3-1C48A981F87B}"/>
              </a:ext>
            </a:extLst>
          </p:cNvPr>
          <p:cNvSpPr/>
          <p:nvPr/>
        </p:nvSpPr>
        <p:spPr>
          <a:xfrm>
            <a:off x="8425854"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 name="Rectangle 12">
            <a:extLst>
              <a:ext uri="{FF2B5EF4-FFF2-40B4-BE49-F238E27FC236}">
                <a16:creationId xmlns:a16="http://schemas.microsoft.com/office/drawing/2014/main" id="{C01696AE-D175-3F07-DB13-A6D120440D71}"/>
              </a:ext>
            </a:extLst>
          </p:cNvPr>
          <p:cNvSpPr>
            <a:spLocks/>
          </p:cNvSpPr>
          <p:nvPr/>
        </p:nvSpPr>
        <p:spPr>
          <a:xfrm>
            <a:off x="8425854"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6" name="Rectangle 15">
            <a:extLst>
              <a:ext uri="{FF2B5EF4-FFF2-40B4-BE49-F238E27FC236}">
                <a16:creationId xmlns:a16="http://schemas.microsoft.com/office/drawing/2014/main" id="{1524FC95-AF41-EE4D-E00E-9A32C7DD0788}"/>
              </a:ext>
            </a:extLst>
          </p:cNvPr>
          <p:cNvSpPr>
            <a:spLocks/>
          </p:cNvSpPr>
          <p:nvPr/>
        </p:nvSpPr>
        <p:spPr>
          <a:xfrm>
            <a:off x="8425854"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 name="Rectangle 16">
            <a:extLst>
              <a:ext uri="{FF2B5EF4-FFF2-40B4-BE49-F238E27FC236}">
                <a16:creationId xmlns:a16="http://schemas.microsoft.com/office/drawing/2014/main" id="{930EBEBA-D66F-2105-AC52-59D76A4D4014}"/>
              </a:ext>
            </a:extLst>
          </p:cNvPr>
          <p:cNvSpPr>
            <a:spLocks/>
          </p:cNvSpPr>
          <p:nvPr/>
        </p:nvSpPr>
        <p:spPr>
          <a:xfrm>
            <a:off x="8425854"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 name="Rectangle 17">
            <a:extLst>
              <a:ext uri="{FF2B5EF4-FFF2-40B4-BE49-F238E27FC236}">
                <a16:creationId xmlns:a16="http://schemas.microsoft.com/office/drawing/2014/main" id="{4F7894AA-D864-87D2-882B-3C017889EEED}"/>
              </a:ext>
            </a:extLst>
          </p:cNvPr>
          <p:cNvSpPr>
            <a:spLocks/>
          </p:cNvSpPr>
          <p:nvPr/>
        </p:nvSpPr>
        <p:spPr>
          <a:xfrm>
            <a:off x="8425854"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 name="Rectangle 18">
            <a:extLst>
              <a:ext uri="{FF2B5EF4-FFF2-40B4-BE49-F238E27FC236}">
                <a16:creationId xmlns:a16="http://schemas.microsoft.com/office/drawing/2014/main" id="{06BAF35A-FBF9-812F-309B-7591C972E721}"/>
              </a:ext>
            </a:extLst>
          </p:cNvPr>
          <p:cNvSpPr>
            <a:spLocks/>
          </p:cNvSpPr>
          <p:nvPr/>
        </p:nvSpPr>
        <p:spPr>
          <a:xfrm>
            <a:off x="8425854"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E63D8CB3-FE7D-5856-2E6A-1F8423E10405}"/>
              </a:ext>
            </a:extLst>
          </p:cNvPr>
          <p:cNvSpPr/>
          <p:nvPr/>
        </p:nvSpPr>
        <p:spPr>
          <a:xfrm>
            <a:off x="7513581" y="4724198"/>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Rectangle 92">
            <a:extLst>
              <a:ext uri="{FF2B5EF4-FFF2-40B4-BE49-F238E27FC236}">
                <a16:creationId xmlns:a16="http://schemas.microsoft.com/office/drawing/2014/main" id="{B9A23F6D-3B64-0E7E-7B2A-8D49B7312E7D}"/>
              </a:ext>
            </a:extLst>
          </p:cNvPr>
          <p:cNvSpPr/>
          <p:nvPr/>
        </p:nvSpPr>
        <p:spPr>
          <a:xfrm>
            <a:off x="7513581"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4" name="Freeform: Shape 93">
            <a:extLst>
              <a:ext uri="{FF2B5EF4-FFF2-40B4-BE49-F238E27FC236}">
                <a16:creationId xmlns:a16="http://schemas.microsoft.com/office/drawing/2014/main" id="{CEB22C1F-6D94-6BFD-D1BC-44FEA3C2F329}"/>
              </a:ext>
            </a:extLst>
          </p:cNvPr>
          <p:cNvSpPr/>
          <p:nvPr/>
        </p:nvSpPr>
        <p:spPr>
          <a:xfrm>
            <a:off x="7446465"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5" name="Freeform: Shape 94">
            <a:extLst>
              <a:ext uri="{FF2B5EF4-FFF2-40B4-BE49-F238E27FC236}">
                <a16:creationId xmlns:a16="http://schemas.microsoft.com/office/drawing/2014/main" id="{A36EFAF7-2DD6-17F6-5A4D-0490F0782CFC}"/>
              </a:ext>
            </a:extLst>
          </p:cNvPr>
          <p:cNvSpPr/>
          <p:nvPr/>
        </p:nvSpPr>
        <p:spPr>
          <a:xfrm>
            <a:off x="7446465"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6" name="Freeform: Shape 95">
            <a:extLst>
              <a:ext uri="{FF2B5EF4-FFF2-40B4-BE49-F238E27FC236}">
                <a16:creationId xmlns:a16="http://schemas.microsoft.com/office/drawing/2014/main" id="{B5D59C0D-636F-3CF6-EB20-C39FF3AE7AAF}"/>
              </a:ext>
            </a:extLst>
          </p:cNvPr>
          <p:cNvSpPr/>
          <p:nvPr/>
        </p:nvSpPr>
        <p:spPr>
          <a:xfrm>
            <a:off x="7446465"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7" name="Freeform: Shape 96">
            <a:extLst>
              <a:ext uri="{FF2B5EF4-FFF2-40B4-BE49-F238E27FC236}">
                <a16:creationId xmlns:a16="http://schemas.microsoft.com/office/drawing/2014/main" id="{805E2F23-F2C2-DC48-4C77-994B96C748D4}"/>
              </a:ext>
            </a:extLst>
          </p:cNvPr>
          <p:cNvSpPr/>
          <p:nvPr/>
        </p:nvSpPr>
        <p:spPr>
          <a:xfrm>
            <a:off x="7446465"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8" name="Freeform: Shape 97">
            <a:extLst>
              <a:ext uri="{FF2B5EF4-FFF2-40B4-BE49-F238E27FC236}">
                <a16:creationId xmlns:a16="http://schemas.microsoft.com/office/drawing/2014/main" id="{2A80E6A2-1BFA-3784-0669-517ED27F3C49}"/>
              </a:ext>
            </a:extLst>
          </p:cNvPr>
          <p:cNvSpPr/>
          <p:nvPr/>
        </p:nvSpPr>
        <p:spPr>
          <a:xfrm>
            <a:off x="7446465"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9" name="Freeform: Shape 98">
            <a:extLst>
              <a:ext uri="{FF2B5EF4-FFF2-40B4-BE49-F238E27FC236}">
                <a16:creationId xmlns:a16="http://schemas.microsoft.com/office/drawing/2014/main" id="{67C9D00E-8DE4-D26B-9DA4-F7A7CD9185BB}"/>
              </a:ext>
            </a:extLst>
          </p:cNvPr>
          <p:cNvSpPr/>
          <p:nvPr/>
        </p:nvSpPr>
        <p:spPr>
          <a:xfrm>
            <a:off x="7446465"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0" name="Rectangle 99">
            <a:extLst>
              <a:ext uri="{FF2B5EF4-FFF2-40B4-BE49-F238E27FC236}">
                <a16:creationId xmlns:a16="http://schemas.microsoft.com/office/drawing/2014/main" id="{09EFCFE9-B678-9F1C-BA9F-8D4E531AFCAD}"/>
              </a:ext>
            </a:extLst>
          </p:cNvPr>
          <p:cNvSpPr>
            <a:spLocks/>
          </p:cNvSpPr>
          <p:nvPr/>
        </p:nvSpPr>
        <p:spPr>
          <a:xfrm>
            <a:off x="8419735"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33948172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Effect transition="in" filter="wipe(left)">
                                      <p:cBhvr>
                                        <p:cTn id="7" dur="500"/>
                                        <p:tgtEl>
                                          <p:spTgt spid="9">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wipe(left)">
                                      <p:cBhvr>
                                        <p:cTn id="10" dur="500"/>
                                        <p:tgtEl>
                                          <p:spTgt spid="9">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9">
                                            <p:txEl>
                                              <p:pRg st="2" end="2"/>
                                            </p:txEl>
                                          </p:spTgt>
                                        </p:tgtEl>
                                        <p:attrNameLst>
                                          <p:attrName>style.visibility</p:attrName>
                                        </p:attrNameLst>
                                      </p:cBhvr>
                                      <p:to>
                                        <p:strVal val="visible"/>
                                      </p:to>
                                    </p:set>
                                    <p:animEffect transition="in" filter="wipe(left)">
                                      <p:cBhvr>
                                        <p:cTn id="13" dur="500"/>
                                        <p:tgtEl>
                                          <p:spTgt spid="9">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9">
                                            <p:txEl>
                                              <p:pRg st="3" end="3"/>
                                            </p:txEl>
                                          </p:spTgt>
                                        </p:tgtEl>
                                        <p:attrNameLst>
                                          <p:attrName>style.visibility</p:attrName>
                                        </p:attrNameLst>
                                      </p:cBhvr>
                                      <p:to>
                                        <p:strVal val="visible"/>
                                      </p:to>
                                    </p:set>
                                    <p:animEffect transition="in" filter="wipe(left)">
                                      <p:cBhvr>
                                        <p:cTn id="16" dur="500"/>
                                        <p:tgtEl>
                                          <p:spTgt spid="9">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Effect transition="in" filter="wipe(left)">
                                      <p:cBhvr>
                                        <p:cTn id="19" dur="500"/>
                                        <p:tgtEl>
                                          <p:spTgt spid="9">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9">
                                            <p:txEl>
                                              <p:pRg st="5" end="5"/>
                                            </p:txEl>
                                          </p:spTgt>
                                        </p:tgtEl>
                                        <p:attrNameLst>
                                          <p:attrName>style.visibility</p:attrName>
                                        </p:attrNameLst>
                                      </p:cBhvr>
                                      <p:to>
                                        <p:strVal val="visible"/>
                                      </p:to>
                                    </p:set>
                                    <p:animEffect transition="in" filter="wipe(left)">
                                      <p:cBhvr>
                                        <p:cTn id="22" dur="500"/>
                                        <p:tgtEl>
                                          <p:spTgt spid="9">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9">
                                            <p:txEl>
                                              <p:pRg st="6" end="6"/>
                                            </p:txEl>
                                          </p:spTgt>
                                        </p:tgtEl>
                                        <p:attrNameLst>
                                          <p:attrName>style.visibility</p:attrName>
                                        </p:attrNameLst>
                                      </p:cBhvr>
                                      <p:to>
                                        <p:strVal val="visible"/>
                                      </p:to>
                                    </p:set>
                                    <p:animEffect transition="in" filter="wipe(left)">
                                      <p:cBhvr>
                                        <p:cTn id="25" dur="500"/>
                                        <p:tgtEl>
                                          <p:spTgt spid="9">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50" fill="hold">
                                          <p:stCondLst>
                                            <p:cond delay="0"/>
                                          </p:stCondLst>
                                        </p:cTn>
                                        <p:tgtEl>
                                          <p:spTgt spid="9">
                                            <p:txEl>
                                              <p:pRg st="5" end="5"/>
                                            </p:txEl>
                                          </p:spTgt>
                                        </p:tgtEl>
                                        <p:attrNameLst>
                                          <p:attrName>r</p:attrName>
                                        </p:attrNameLst>
                                      </p:cBhvr>
                                    </p:animRot>
                                    <p:animRot by="-240000">
                                      <p:cBhvr>
                                        <p:cTn id="30" dur="100" fill="hold">
                                          <p:stCondLst>
                                            <p:cond delay="100"/>
                                          </p:stCondLst>
                                        </p:cTn>
                                        <p:tgtEl>
                                          <p:spTgt spid="9">
                                            <p:txEl>
                                              <p:pRg st="5" end="5"/>
                                            </p:txEl>
                                          </p:spTgt>
                                        </p:tgtEl>
                                        <p:attrNameLst>
                                          <p:attrName>r</p:attrName>
                                        </p:attrNameLst>
                                      </p:cBhvr>
                                    </p:animRot>
                                    <p:animRot by="240000">
                                      <p:cBhvr>
                                        <p:cTn id="31" dur="100" fill="hold">
                                          <p:stCondLst>
                                            <p:cond delay="200"/>
                                          </p:stCondLst>
                                        </p:cTn>
                                        <p:tgtEl>
                                          <p:spTgt spid="9">
                                            <p:txEl>
                                              <p:pRg st="5" end="5"/>
                                            </p:txEl>
                                          </p:spTgt>
                                        </p:tgtEl>
                                        <p:attrNameLst>
                                          <p:attrName>r</p:attrName>
                                        </p:attrNameLst>
                                      </p:cBhvr>
                                    </p:animRot>
                                    <p:animRot by="-240000">
                                      <p:cBhvr>
                                        <p:cTn id="32" dur="100" fill="hold">
                                          <p:stCondLst>
                                            <p:cond delay="300"/>
                                          </p:stCondLst>
                                        </p:cTn>
                                        <p:tgtEl>
                                          <p:spTgt spid="9">
                                            <p:txEl>
                                              <p:pRg st="5" end="5"/>
                                            </p:txEl>
                                          </p:spTgt>
                                        </p:tgtEl>
                                        <p:attrNameLst>
                                          <p:attrName>r</p:attrName>
                                        </p:attrNameLst>
                                      </p:cBhvr>
                                    </p:animRot>
                                    <p:animRot by="120000">
                                      <p:cBhvr>
                                        <p:cTn id="33" dur="100" fill="hold">
                                          <p:stCondLst>
                                            <p:cond delay="400"/>
                                          </p:stCondLst>
                                        </p:cTn>
                                        <p:tgtEl>
                                          <p:spTgt spid="9">
                                            <p:txEl>
                                              <p:pRg st="5" end="5"/>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9">
                                            <p:txEl>
                                              <p:pRg st="5" end="5"/>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9">
                                            <p:txEl>
                                              <p:pRg st="5" end="5"/>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99"/>
                                        </p:tgtEl>
                                        <p:attrNameLst>
                                          <p:attrName>style.visibility</p:attrName>
                                        </p:attrNameLst>
                                      </p:cBhvr>
                                      <p:to>
                                        <p:strVal val="visible"/>
                                      </p:to>
                                    </p:set>
                                    <p:animEffect transition="in" filter="fade">
                                      <p:cBhvr>
                                        <p:cTn id="40" dur="500"/>
                                        <p:tgtEl>
                                          <p:spTgt spid="99"/>
                                        </p:tgtEl>
                                      </p:cBhvr>
                                    </p:animEffect>
                                  </p:childTnLst>
                                </p:cTn>
                              </p:par>
                              <p:par>
                                <p:cTn id="41" presetID="10" presetClass="exit" presetSubtype="0" fill="hold" grpId="0" nodeType="withEffect">
                                  <p:stCondLst>
                                    <p:cond delay="0"/>
                                  </p:stCondLst>
                                  <p:childTnLst>
                                    <p:animEffect transition="out" filter="fade">
                                      <p:cBhvr>
                                        <p:cTn id="42" dur="500"/>
                                        <p:tgtEl>
                                          <p:spTgt spid="21"/>
                                        </p:tgtEl>
                                      </p:cBhvr>
                                    </p:animEffect>
                                    <p:set>
                                      <p:cBhvr>
                                        <p:cTn id="43"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p:bldP spid="21" grpId="0" animBg="1"/>
      <p:bldP spid="9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 name="Group 82">
            <a:extLst>
              <a:ext uri="{FF2B5EF4-FFF2-40B4-BE49-F238E27FC236}">
                <a16:creationId xmlns:a16="http://schemas.microsoft.com/office/drawing/2014/main" id="{F22E8DD6-C820-55CE-9E47-8C95AC9DF9C0}"/>
              </a:ext>
            </a:extLst>
          </p:cNvPr>
          <p:cNvGrpSpPr/>
          <p:nvPr/>
        </p:nvGrpSpPr>
        <p:grpSpPr>
          <a:xfrm rot="2700000">
            <a:off x="6041110" y="-1053281"/>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4" name="Graphic 37" descr="Film strip outline">
              <a:extLst>
                <a:ext uri="{FF2B5EF4-FFF2-40B4-BE49-F238E27FC236}">
                  <a16:creationId xmlns:a16="http://schemas.microsoft.com/office/drawing/2014/main" id="{00FA3286-0A3C-BEED-6AFF-DDF17CDBD8D2}"/>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4481B717-BCB1-6A29-56D0-C28DF9510EEE}"/>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6" name="Graphic 37" descr="Film strip outline">
              <a:extLst>
                <a:ext uri="{FF2B5EF4-FFF2-40B4-BE49-F238E27FC236}">
                  <a16:creationId xmlns:a16="http://schemas.microsoft.com/office/drawing/2014/main" id="{A451FFDE-A2FD-4028-71D1-96C93A510819}"/>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7" name="Graphic 37" descr="Film strip outline">
              <a:extLst>
                <a:ext uri="{FF2B5EF4-FFF2-40B4-BE49-F238E27FC236}">
                  <a16:creationId xmlns:a16="http://schemas.microsoft.com/office/drawing/2014/main" id="{B480E14D-AB35-E72A-8585-84B55272A1AF}"/>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 name="Title">
            <a:extLst>
              <a:ext uri="{FF2B5EF4-FFF2-40B4-BE49-F238E27FC236}">
                <a16:creationId xmlns:a16="http://schemas.microsoft.com/office/drawing/2014/main" id="{F6B9E566-7F4B-5EB3-2B70-FEB3D42C715E}"/>
              </a:ext>
            </a:extLst>
          </p:cNvPr>
          <p:cNvSpPr txBox="1">
            <a:spLocks/>
          </p:cNvSpPr>
          <p:nvPr/>
        </p:nvSpPr>
        <p:spPr>
          <a:xfrm>
            <a:off x="2017665" y="318147"/>
            <a:ext cx="2725785"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Dataset Used </a:t>
            </a:r>
          </a:p>
        </p:txBody>
      </p:sp>
      <p:grpSp>
        <p:nvGrpSpPr>
          <p:cNvPr id="3" name="!!Film_Tabe_2">
            <a:extLst>
              <a:ext uri="{FF2B5EF4-FFF2-40B4-BE49-F238E27FC236}">
                <a16:creationId xmlns:a16="http://schemas.microsoft.com/office/drawing/2014/main" id="{93B207DE-C1E2-532D-E650-B257B82FF66C}"/>
              </a:ext>
            </a:extLst>
          </p:cNvPr>
          <p:cNvGrpSpPr/>
          <p:nvPr/>
        </p:nvGrpSpPr>
        <p:grpSpPr>
          <a:xfrm rot="18000000">
            <a:off x="2665118" y="3173417"/>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D78640BA-0DCC-17A6-88AC-A756F81AC0D4}"/>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6058BC86-5AD8-AD1C-6881-CDCE09A3BCF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E5ACFC38-BEB2-2406-2B41-4BDB666FB4F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1995E53B-F2BA-2A77-8F61-C30F131FDDA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344EE202-2CF9-40AB-DAE0-01D4391357A4}"/>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47788D8A-3CE6-D89E-1790-D52DA10D998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6701D771-CB38-CD46-35C3-0F864E5750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C4ED72FE-38B2-92D8-9C0B-2AB43EFC031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3A2F9B50-3DA0-BD34-0080-FD82CEF2BF4D}"/>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3B7CAFEF-D339-72E3-FAAC-2EDFA3BD718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6B5041D3-939D-2016-60FA-656160F4055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5C048594-4F2A-EAEE-CED5-490C6425113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29F62D00-5F77-0B1E-3436-3A746793304D}"/>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517826BF-C783-6465-8A55-481EE6A15E3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1CE80722-A81D-94F2-2987-7372088FB39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0F2ED2A3-0A79-6929-7F36-ADEE0223692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626B3843-3802-BC6E-49B0-99297DBBCD9E}"/>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88A1C7C8-A519-761A-2E68-D8012AE0A9F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9AD3C99B-E86A-EC51-24FE-61D92E0258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8236F89E-3BA3-0F8A-DE73-A549D73FB2F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633BE74D-772A-7C16-121F-EB0043E1D83B}"/>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72F02C14-C616-697D-B8FC-79B5945BAE7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AA151F75-0AD2-6B2C-C726-9EA82E62AE1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7F16255E-2511-3118-67C7-95C1A48C0DF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1CEC06F6-DCFC-CB2E-2DFA-6698F1EE15CF}"/>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FB860CEF-A4FF-2E10-1911-94307A0FD6F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52A7067F-1BD4-7A38-3105-0234BD33EA7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E98BEA9C-E2FE-CF0D-8361-23D7D6A93A2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E7AADACB-77D5-FBED-B29D-DC9E0F148D27}"/>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57204D83-5AE1-B3C7-3A51-CF81E26A0C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84F91F57-466B-3DCE-7707-207FFC0E774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A9E381C3-81F2-A91C-22F7-7B5004E1CAC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951CFF16-8A3A-2A6C-3B77-C9B61D5AD84A}"/>
              </a:ext>
            </a:extLst>
          </p:cNvPr>
          <p:cNvGrpSpPr/>
          <p:nvPr/>
        </p:nvGrpSpPr>
        <p:grpSpPr>
          <a:xfrm rot="18000000">
            <a:off x="-13069397" y="3234911"/>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C7AD5CD8-198A-95D9-37F6-191ABDCC2443}"/>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CA912F04-71C4-4CB2-E1A9-FBE3B741BFC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94F62781-6D80-76A8-0085-FF68CC37669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E68F656D-CDD9-743F-58A5-F23B5DC8B96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F3B2FF21-DFC3-5B38-EFCE-A5E744A2D21D}"/>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3F92526D-F036-06FE-ECB1-52E35FAD0BD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18C724A3-FF07-2728-48DC-3CA62B74925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60EE6CB4-8EBC-C9F4-8DB9-AD4A05EB113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14EFF699-C393-906A-548E-BCC281FD64FD}"/>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C3692F87-6541-4AC9-D0DA-EB6DDA5023E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826968F2-9828-F18C-9E6B-43B87F32A51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27B90677-EE28-A26B-ED2A-12C705181E3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B93469B6-AFBE-F7B0-267B-B0C8E9654E5C}"/>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9A327E56-B65B-E7FE-C5FE-C5649E4F69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717D08E9-3255-67BF-3393-69F5F65F91C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15BE901C-3C5E-58B9-D5C3-77F40BD2723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1F9D5A57-05E3-0D0F-E908-7DC5227BA919}"/>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230668F5-04D3-3290-DF44-A2AB284CC8A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00E1D267-1829-4A61-AF4F-A60E65F54BA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BCB6B6F9-B248-C741-25BF-F547D60D3B3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D6845D46-D42B-7615-8380-21E075199A08}"/>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C3F83BDC-E149-17FA-6B4B-4FEE9D48591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608D8DE5-8AB8-D92E-BB1E-23EBD97E914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63913C5E-791D-B326-5F6C-2A57BE9BB80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7D537593-161F-9BB9-B44D-D519CF637BDA}"/>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2812DC0F-3B4C-A565-F81D-8418FBBEF86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7FEE49ED-1EDE-8CDB-C330-79AA09E84B9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934B203E-30DB-7F1D-2029-EFCD8A1036A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34B2EFEE-2608-FC3C-09EE-C001B2AADF65}"/>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99221934-E9FA-7274-0793-B768E0ACF08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939579BE-1CAC-5500-5079-0959CA1DE16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753D03AB-6D8B-37A6-5A27-B35B819E2C0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CDA0BE90-C6B2-6F71-D0F0-05A8EA402299}"/>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79" name="TextBox 78">
            <a:extLst>
              <a:ext uri="{FF2B5EF4-FFF2-40B4-BE49-F238E27FC236}">
                <a16:creationId xmlns:a16="http://schemas.microsoft.com/office/drawing/2014/main" id="{5F54FB50-EAC0-F478-2EFD-2CE7B2895E02}"/>
              </a:ext>
            </a:extLst>
          </p:cNvPr>
          <p:cNvSpPr txBox="1"/>
          <p:nvPr/>
        </p:nvSpPr>
        <p:spPr>
          <a:xfrm>
            <a:off x="727817" y="1307030"/>
            <a:ext cx="9844933" cy="5139869"/>
          </a:xfrm>
          <a:prstGeom prst="rect">
            <a:avLst/>
          </a:prstGeom>
          <a:noFill/>
        </p:spPr>
        <p:txBody>
          <a:bodyPr wrap="square" rtlCol="0">
            <a:spAutoFit/>
          </a:bodyPr>
          <a:lstStyle/>
          <a:p>
            <a:r>
              <a:rPr lang="en-US" sz="2400" b="1" dirty="0">
                <a:latin typeface="Times New Roman" panose="02020603050405020304" pitchFamily="18" charset="0"/>
                <a:cs typeface="Times New Roman" panose="02020603050405020304" pitchFamily="18" charset="0"/>
              </a:rPr>
              <a:t>VIMEO 90K:</a:t>
            </a:r>
            <a:endParaRPr lang="en-US" sz="2000"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	The Vimeo-90K dataset is a large-scale collection of short video sequences designed for learning temporal relationships between frames.</a:t>
            </a:r>
          </a:p>
          <a:p>
            <a:endParaRPr lang="en-US" sz="1200" dirty="0">
              <a:latin typeface="Times New Roman" panose="02020603050405020304" pitchFamily="18" charset="0"/>
              <a:cs typeface="Times New Roman" panose="02020603050405020304" pitchFamily="18" charset="0"/>
            </a:endParaRPr>
          </a:p>
          <a:p>
            <a:r>
              <a:rPr lang="en-US" sz="2000" b="1" dirty="0">
                <a:latin typeface="Times New Roman" panose="02020603050405020304" pitchFamily="18" charset="0"/>
                <a:cs typeface="Times New Roman" panose="02020603050405020304" pitchFamily="18" charset="0"/>
              </a:rPr>
              <a:t>Unlike traditional codecs:</a:t>
            </a:r>
          </a:p>
          <a:p>
            <a:r>
              <a:rPr lang="en-US" sz="2000" dirty="0">
                <a:latin typeface="Times New Roman" panose="02020603050405020304" pitchFamily="18" charset="0"/>
                <a:cs typeface="Times New Roman" panose="02020603050405020304" pitchFamily="18" charset="0"/>
              </a:rPr>
              <a:t>(such as H.264/AVC or H.265/HEVC), AI-based compression relies on neural networks to:</a:t>
            </a:r>
          </a:p>
          <a:p>
            <a:pPr marL="34290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Predict future frames </a:t>
            </a:r>
          </a:p>
          <a:p>
            <a:pPr marL="34290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Remove redundancy </a:t>
            </a:r>
          </a:p>
          <a:p>
            <a:pPr marL="342900" indent="-342900">
              <a:buFont typeface="Arial" panose="020B0604020202020204" pitchFamily="34" charset="0"/>
              <a:buChar char="•"/>
            </a:pPr>
            <a:r>
              <a:rPr lang="en-US" sz="2000" dirty="0">
                <a:latin typeface="Times New Roman" panose="02020603050405020304" pitchFamily="18" charset="0"/>
                <a:cs typeface="Times New Roman" panose="02020603050405020304" pitchFamily="18" charset="0"/>
              </a:rPr>
              <a:t>Reconstruct high-quality frames from compact representations </a:t>
            </a:r>
          </a:p>
          <a:p>
            <a:endParaRPr lang="en-AS" sz="1200" dirty="0"/>
          </a:p>
          <a:p>
            <a:r>
              <a:rPr lang="en-US" sz="2000" b="1" dirty="0">
                <a:latin typeface="Times New Roman" panose="02020603050405020304" pitchFamily="18" charset="0"/>
                <a:cs typeface="Times New Roman" panose="02020603050405020304" pitchFamily="18" charset="0"/>
              </a:rPr>
              <a:t>Why It Is Useful for AI-Based Video Compression?</a:t>
            </a:r>
            <a:endParaRPr lang="en-US" sz="1200" b="1" dirty="0">
              <a:latin typeface="Times New Roman" panose="02020603050405020304" pitchFamily="18" charset="0"/>
              <a:cs typeface="Times New Roman" panose="02020603050405020304" pitchFamily="18" charset="0"/>
            </a:endParaRPr>
          </a:p>
          <a:p>
            <a:r>
              <a:rPr lang="en-US" sz="2000" dirty="0">
                <a:latin typeface="Times New Roman" panose="02020603050405020304" pitchFamily="18" charset="0"/>
                <a:cs typeface="Times New Roman" panose="02020603050405020304" pitchFamily="18" charset="0"/>
              </a:rPr>
              <a:t>AI compression models depend on two main ideas:</a:t>
            </a:r>
          </a:p>
          <a:p>
            <a:pPr marL="457200" indent="-457200">
              <a:buFont typeface="+mj-lt"/>
              <a:buAutoNum type="arabicPeriod"/>
            </a:pPr>
            <a:r>
              <a:rPr lang="en-US" sz="2000" dirty="0">
                <a:latin typeface="Times New Roman" panose="02020603050405020304" pitchFamily="18" charset="0"/>
                <a:cs typeface="Times New Roman" panose="02020603050405020304" pitchFamily="18" charset="0"/>
              </a:rPr>
              <a:t>Temporal redundancy </a:t>
            </a:r>
          </a:p>
          <a:p>
            <a:pPr marL="457200" indent="-457200">
              <a:buFont typeface="+mj-lt"/>
              <a:buAutoNum type="arabicPeriod"/>
            </a:pPr>
            <a:r>
              <a:rPr lang="en-US" sz="2000" dirty="0">
                <a:latin typeface="Times New Roman" panose="02020603050405020304" pitchFamily="18" charset="0"/>
                <a:cs typeface="Times New Roman" panose="02020603050405020304" pitchFamily="18" charset="0"/>
              </a:rPr>
              <a:t>Efficient reconstruction from limited information </a:t>
            </a:r>
          </a:p>
          <a:p>
            <a:r>
              <a:rPr lang="en-US" sz="2000" dirty="0">
                <a:latin typeface="Times New Roman" panose="02020603050405020304" pitchFamily="18" charset="0"/>
                <a:cs typeface="Times New Roman" panose="02020603050405020304" pitchFamily="18" charset="0"/>
              </a:rPr>
              <a:t>The Vimeo-90K dataset supports both.</a:t>
            </a:r>
          </a:p>
          <a:p>
            <a:endParaRPr lang="en-US" sz="2000" dirty="0">
              <a:latin typeface="Times New Roman" panose="02020603050405020304" pitchFamily="18" charset="0"/>
              <a:cs typeface="Times New Roman" panose="02020603050405020304" pitchFamily="18" charset="0"/>
            </a:endParaRPr>
          </a:p>
          <a:p>
            <a:endParaRPr lang="en-AS" sz="2000" dirty="0">
              <a:latin typeface="Times New Roman" panose="02020603050405020304" pitchFamily="18" charset="0"/>
              <a:cs typeface="Times New Roman" panose="02020603050405020304" pitchFamily="18" charset="0"/>
            </a:endParaRPr>
          </a:p>
        </p:txBody>
      </p:sp>
      <p:sp>
        <p:nvSpPr>
          <p:cNvPr id="80" name="Footer Placeholder 79">
            <a:extLst>
              <a:ext uri="{FF2B5EF4-FFF2-40B4-BE49-F238E27FC236}">
                <a16:creationId xmlns:a16="http://schemas.microsoft.com/office/drawing/2014/main" id="{0CDADD23-8A08-6571-A2FA-1F6FDC25B538}"/>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8D947FC7-721E-6BDE-AC41-377815584A62}"/>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46</a:t>
            </a:fld>
            <a:endParaRPr lang="en-AS"/>
          </a:p>
        </p:txBody>
      </p:sp>
      <p:sp>
        <p:nvSpPr>
          <p:cNvPr id="82" name="Freeform 3">
            <a:extLst>
              <a:ext uri="{FF2B5EF4-FFF2-40B4-BE49-F238E27FC236}">
                <a16:creationId xmlns:a16="http://schemas.microsoft.com/office/drawing/2014/main" id="{168D30D9-4AAE-0D14-DD70-BD7AA70D61C9}"/>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69" name="Freeform: Shape 68">
            <a:extLst>
              <a:ext uri="{FF2B5EF4-FFF2-40B4-BE49-F238E27FC236}">
                <a16:creationId xmlns:a16="http://schemas.microsoft.com/office/drawing/2014/main" id="{CCBAB5D6-76E7-25B7-D66E-1937F14AA03F}"/>
              </a:ext>
            </a:extLst>
          </p:cNvPr>
          <p:cNvSpPr/>
          <p:nvPr/>
        </p:nvSpPr>
        <p:spPr>
          <a:xfrm>
            <a:off x="1285514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70" name="Rectangle 69">
            <a:extLst>
              <a:ext uri="{FF2B5EF4-FFF2-40B4-BE49-F238E27FC236}">
                <a16:creationId xmlns:a16="http://schemas.microsoft.com/office/drawing/2014/main" id="{965A482F-5D12-BFCD-900D-A0081A35F9BB}"/>
              </a:ext>
            </a:extLst>
          </p:cNvPr>
          <p:cNvSpPr/>
          <p:nvPr/>
        </p:nvSpPr>
        <p:spPr>
          <a:xfrm>
            <a:off x="1453168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1" name="Rectangle 70">
            <a:extLst>
              <a:ext uri="{FF2B5EF4-FFF2-40B4-BE49-F238E27FC236}">
                <a16:creationId xmlns:a16="http://schemas.microsoft.com/office/drawing/2014/main" id="{DE6C20B1-7EEB-0DE0-6824-3D11556A407E}"/>
              </a:ext>
            </a:extLst>
          </p:cNvPr>
          <p:cNvSpPr>
            <a:spLocks/>
          </p:cNvSpPr>
          <p:nvPr/>
        </p:nvSpPr>
        <p:spPr>
          <a:xfrm>
            <a:off x="14531689" y="2530829"/>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2" name="Rectangle 71">
            <a:extLst>
              <a:ext uri="{FF2B5EF4-FFF2-40B4-BE49-F238E27FC236}">
                <a16:creationId xmlns:a16="http://schemas.microsoft.com/office/drawing/2014/main" id="{5661682F-801C-6565-2B4C-BA705E022B33}"/>
              </a:ext>
            </a:extLst>
          </p:cNvPr>
          <p:cNvSpPr>
            <a:spLocks/>
          </p:cNvSpPr>
          <p:nvPr/>
        </p:nvSpPr>
        <p:spPr>
          <a:xfrm>
            <a:off x="14531689" y="325568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3" name="Rectangle 72">
            <a:extLst>
              <a:ext uri="{FF2B5EF4-FFF2-40B4-BE49-F238E27FC236}">
                <a16:creationId xmlns:a16="http://schemas.microsoft.com/office/drawing/2014/main" id="{F0C17849-5485-8ACC-E779-CE78F783D5AA}"/>
              </a:ext>
            </a:extLst>
          </p:cNvPr>
          <p:cNvSpPr>
            <a:spLocks/>
          </p:cNvSpPr>
          <p:nvPr/>
        </p:nvSpPr>
        <p:spPr>
          <a:xfrm>
            <a:off x="14531689" y="3980535"/>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4" name="Rectangle 73">
            <a:extLst>
              <a:ext uri="{FF2B5EF4-FFF2-40B4-BE49-F238E27FC236}">
                <a16:creationId xmlns:a16="http://schemas.microsoft.com/office/drawing/2014/main" id="{322F6288-A7FA-4884-2C84-C4CA09A0C4FE}"/>
              </a:ext>
            </a:extLst>
          </p:cNvPr>
          <p:cNvSpPr>
            <a:spLocks/>
          </p:cNvSpPr>
          <p:nvPr/>
        </p:nvSpPr>
        <p:spPr>
          <a:xfrm>
            <a:off x="14531689" y="470538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5" name="Rectangle 74">
            <a:extLst>
              <a:ext uri="{FF2B5EF4-FFF2-40B4-BE49-F238E27FC236}">
                <a16:creationId xmlns:a16="http://schemas.microsoft.com/office/drawing/2014/main" id="{9E654284-1F08-2F2E-8FE9-A55BC7AE16D4}"/>
              </a:ext>
            </a:extLst>
          </p:cNvPr>
          <p:cNvSpPr>
            <a:spLocks/>
          </p:cNvSpPr>
          <p:nvPr/>
        </p:nvSpPr>
        <p:spPr>
          <a:xfrm>
            <a:off x="1453168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8" name="Rectangle 77">
            <a:extLst>
              <a:ext uri="{FF2B5EF4-FFF2-40B4-BE49-F238E27FC236}">
                <a16:creationId xmlns:a16="http://schemas.microsoft.com/office/drawing/2014/main" id="{37F03194-4CE8-EB30-79E6-D974659738CA}"/>
              </a:ext>
            </a:extLst>
          </p:cNvPr>
          <p:cNvSpPr/>
          <p:nvPr/>
        </p:nvSpPr>
        <p:spPr>
          <a:xfrm>
            <a:off x="1361941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8" name="Freeform: Shape 87">
            <a:extLst>
              <a:ext uri="{FF2B5EF4-FFF2-40B4-BE49-F238E27FC236}">
                <a16:creationId xmlns:a16="http://schemas.microsoft.com/office/drawing/2014/main" id="{08C48B3D-4717-1E27-31E0-F18D8CAFD73C}"/>
              </a:ext>
            </a:extLst>
          </p:cNvPr>
          <p:cNvSpPr/>
          <p:nvPr/>
        </p:nvSpPr>
        <p:spPr>
          <a:xfrm>
            <a:off x="1355230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9" name="Freeform: Shape 88">
            <a:extLst>
              <a:ext uri="{FF2B5EF4-FFF2-40B4-BE49-F238E27FC236}">
                <a16:creationId xmlns:a16="http://schemas.microsoft.com/office/drawing/2014/main" id="{0625310D-F2B4-5881-6DE3-769F5138820F}"/>
              </a:ext>
            </a:extLst>
          </p:cNvPr>
          <p:cNvSpPr/>
          <p:nvPr/>
        </p:nvSpPr>
        <p:spPr>
          <a:xfrm>
            <a:off x="1355230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0" name="Freeform: Shape 89">
            <a:extLst>
              <a:ext uri="{FF2B5EF4-FFF2-40B4-BE49-F238E27FC236}">
                <a16:creationId xmlns:a16="http://schemas.microsoft.com/office/drawing/2014/main" id="{AB1D523E-85F2-5350-93B3-4153E9381A5C}"/>
              </a:ext>
            </a:extLst>
          </p:cNvPr>
          <p:cNvSpPr/>
          <p:nvPr/>
        </p:nvSpPr>
        <p:spPr>
          <a:xfrm>
            <a:off x="1355230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1" name="Freeform: Shape 90">
            <a:extLst>
              <a:ext uri="{FF2B5EF4-FFF2-40B4-BE49-F238E27FC236}">
                <a16:creationId xmlns:a16="http://schemas.microsoft.com/office/drawing/2014/main" id="{52612693-2D8E-3B38-6083-F3BDC08EE352}"/>
              </a:ext>
            </a:extLst>
          </p:cNvPr>
          <p:cNvSpPr/>
          <p:nvPr/>
        </p:nvSpPr>
        <p:spPr>
          <a:xfrm>
            <a:off x="13552300"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2" name="Freeform: Shape 91">
            <a:extLst>
              <a:ext uri="{FF2B5EF4-FFF2-40B4-BE49-F238E27FC236}">
                <a16:creationId xmlns:a16="http://schemas.microsoft.com/office/drawing/2014/main" id="{8D3C05B8-D70B-95F0-AA1E-FA134DAC25A1}"/>
              </a:ext>
            </a:extLst>
          </p:cNvPr>
          <p:cNvSpPr/>
          <p:nvPr/>
        </p:nvSpPr>
        <p:spPr>
          <a:xfrm>
            <a:off x="13552300"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3" name="Freeform: Shape 92">
            <a:extLst>
              <a:ext uri="{FF2B5EF4-FFF2-40B4-BE49-F238E27FC236}">
                <a16:creationId xmlns:a16="http://schemas.microsoft.com/office/drawing/2014/main" id="{A6D3589B-CD9C-6A93-9004-4C1260AE6E11}"/>
              </a:ext>
            </a:extLst>
          </p:cNvPr>
          <p:cNvSpPr/>
          <p:nvPr/>
        </p:nvSpPr>
        <p:spPr>
          <a:xfrm>
            <a:off x="13552300"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Tree>
    <p:extLst>
      <p:ext uri="{BB962C8B-B14F-4D97-AF65-F5344CB8AC3E}">
        <p14:creationId xmlns:p14="http://schemas.microsoft.com/office/powerpoint/2010/main" val="7329913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9">
                                            <p:txEl>
                                              <p:pRg st="0" end="0"/>
                                            </p:txEl>
                                          </p:spTgt>
                                        </p:tgtEl>
                                        <p:attrNameLst>
                                          <p:attrName>style.visibility</p:attrName>
                                        </p:attrNameLst>
                                      </p:cBhvr>
                                      <p:to>
                                        <p:strVal val="visible"/>
                                      </p:to>
                                    </p:set>
                                    <p:animEffect transition="in" filter="wipe(left)">
                                      <p:cBhvr>
                                        <p:cTn id="7" dur="400"/>
                                        <p:tgtEl>
                                          <p:spTgt spid="79">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9">
                                            <p:txEl>
                                              <p:pRg st="1" end="1"/>
                                            </p:txEl>
                                          </p:spTgt>
                                        </p:tgtEl>
                                        <p:attrNameLst>
                                          <p:attrName>style.visibility</p:attrName>
                                        </p:attrNameLst>
                                      </p:cBhvr>
                                      <p:to>
                                        <p:strVal val="visible"/>
                                      </p:to>
                                    </p:set>
                                    <p:animEffect transition="in" filter="wipe(left)">
                                      <p:cBhvr>
                                        <p:cTn id="10" dur="400"/>
                                        <p:tgtEl>
                                          <p:spTgt spid="79">
                                            <p:txEl>
                                              <p:pRg st="1" end="1"/>
                                            </p:txEl>
                                          </p:spTgt>
                                        </p:tgtEl>
                                      </p:cBhvr>
                                    </p:animEffect>
                                  </p:childTnLst>
                                </p:cTn>
                              </p:par>
                            </p:childTnLst>
                          </p:cTn>
                        </p:par>
                        <p:par>
                          <p:cTn id="11" fill="hold">
                            <p:stCondLst>
                              <p:cond delay="400"/>
                            </p:stCondLst>
                            <p:childTnLst>
                              <p:par>
                                <p:cTn id="12" presetID="22" presetClass="entr" presetSubtype="8" fill="hold" grpId="0" nodeType="afterEffect">
                                  <p:stCondLst>
                                    <p:cond delay="0"/>
                                  </p:stCondLst>
                                  <p:childTnLst>
                                    <p:set>
                                      <p:cBhvr>
                                        <p:cTn id="13" dur="1" fill="hold">
                                          <p:stCondLst>
                                            <p:cond delay="0"/>
                                          </p:stCondLst>
                                        </p:cTn>
                                        <p:tgtEl>
                                          <p:spTgt spid="79">
                                            <p:txEl>
                                              <p:pRg st="3" end="3"/>
                                            </p:txEl>
                                          </p:spTgt>
                                        </p:tgtEl>
                                        <p:attrNameLst>
                                          <p:attrName>style.visibility</p:attrName>
                                        </p:attrNameLst>
                                      </p:cBhvr>
                                      <p:to>
                                        <p:strVal val="visible"/>
                                      </p:to>
                                    </p:set>
                                    <p:animEffect transition="in" filter="wipe(left)">
                                      <p:cBhvr>
                                        <p:cTn id="14" dur="400"/>
                                        <p:tgtEl>
                                          <p:spTgt spid="79">
                                            <p:txEl>
                                              <p:pRg st="3" end="3"/>
                                            </p:txEl>
                                          </p:spTgt>
                                        </p:tgtEl>
                                      </p:cBhvr>
                                    </p:animEffect>
                                  </p:childTnLst>
                                </p:cTn>
                              </p:par>
                            </p:childTnLst>
                          </p:cTn>
                        </p:par>
                        <p:par>
                          <p:cTn id="15" fill="hold">
                            <p:stCondLst>
                              <p:cond delay="800"/>
                            </p:stCondLst>
                            <p:childTnLst>
                              <p:par>
                                <p:cTn id="16" presetID="22" presetClass="entr" presetSubtype="8" fill="hold" grpId="0" nodeType="afterEffect">
                                  <p:stCondLst>
                                    <p:cond delay="0"/>
                                  </p:stCondLst>
                                  <p:childTnLst>
                                    <p:set>
                                      <p:cBhvr>
                                        <p:cTn id="17" dur="1" fill="hold">
                                          <p:stCondLst>
                                            <p:cond delay="0"/>
                                          </p:stCondLst>
                                        </p:cTn>
                                        <p:tgtEl>
                                          <p:spTgt spid="79">
                                            <p:txEl>
                                              <p:pRg st="4" end="4"/>
                                            </p:txEl>
                                          </p:spTgt>
                                        </p:tgtEl>
                                        <p:attrNameLst>
                                          <p:attrName>style.visibility</p:attrName>
                                        </p:attrNameLst>
                                      </p:cBhvr>
                                      <p:to>
                                        <p:strVal val="visible"/>
                                      </p:to>
                                    </p:set>
                                    <p:animEffect transition="in" filter="wipe(left)">
                                      <p:cBhvr>
                                        <p:cTn id="18" dur="400"/>
                                        <p:tgtEl>
                                          <p:spTgt spid="79">
                                            <p:txEl>
                                              <p:pRg st="4" end="4"/>
                                            </p:txEl>
                                          </p:spTgt>
                                        </p:tgtEl>
                                      </p:cBhvr>
                                    </p:animEffect>
                                  </p:childTnLst>
                                </p:cTn>
                              </p:par>
                            </p:childTnLst>
                          </p:cTn>
                        </p:par>
                        <p:par>
                          <p:cTn id="19" fill="hold">
                            <p:stCondLst>
                              <p:cond delay="1200"/>
                            </p:stCondLst>
                            <p:childTnLst>
                              <p:par>
                                <p:cTn id="20" presetID="22" presetClass="entr" presetSubtype="8" fill="hold" grpId="0" nodeType="afterEffect">
                                  <p:stCondLst>
                                    <p:cond delay="0"/>
                                  </p:stCondLst>
                                  <p:childTnLst>
                                    <p:set>
                                      <p:cBhvr>
                                        <p:cTn id="21" dur="1" fill="hold">
                                          <p:stCondLst>
                                            <p:cond delay="0"/>
                                          </p:stCondLst>
                                        </p:cTn>
                                        <p:tgtEl>
                                          <p:spTgt spid="79">
                                            <p:txEl>
                                              <p:pRg st="5" end="5"/>
                                            </p:txEl>
                                          </p:spTgt>
                                        </p:tgtEl>
                                        <p:attrNameLst>
                                          <p:attrName>style.visibility</p:attrName>
                                        </p:attrNameLst>
                                      </p:cBhvr>
                                      <p:to>
                                        <p:strVal val="visible"/>
                                      </p:to>
                                    </p:set>
                                    <p:animEffect transition="in" filter="wipe(left)">
                                      <p:cBhvr>
                                        <p:cTn id="22" dur="400"/>
                                        <p:tgtEl>
                                          <p:spTgt spid="79">
                                            <p:txEl>
                                              <p:pRg st="5" end="5"/>
                                            </p:txEl>
                                          </p:spTgt>
                                        </p:tgtEl>
                                      </p:cBhvr>
                                    </p:animEffect>
                                  </p:childTnLst>
                                </p:cTn>
                              </p:par>
                            </p:childTnLst>
                          </p:cTn>
                        </p:par>
                        <p:par>
                          <p:cTn id="23" fill="hold">
                            <p:stCondLst>
                              <p:cond delay="1600"/>
                            </p:stCondLst>
                            <p:childTnLst>
                              <p:par>
                                <p:cTn id="24" presetID="22" presetClass="entr" presetSubtype="8" fill="hold" grpId="0" nodeType="afterEffect">
                                  <p:stCondLst>
                                    <p:cond delay="0"/>
                                  </p:stCondLst>
                                  <p:childTnLst>
                                    <p:set>
                                      <p:cBhvr>
                                        <p:cTn id="25" dur="1" fill="hold">
                                          <p:stCondLst>
                                            <p:cond delay="0"/>
                                          </p:stCondLst>
                                        </p:cTn>
                                        <p:tgtEl>
                                          <p:spTgt spid="79">
                                            <p:txEl>
                                              <p:pRg st="6" end="6"/>
                                            </p:txEl>
                                          </p:spTgt>
                                        </p:tgtEl>
                                        <p:attrNameLst>
                                          <p:attrName>style.visibility</p:attrName>
                                        </p:attrNameLst>
                                      </p:cBhvr>
                                      <p:to>
                                        <p:strVal val="visible"/>
                                      </p:to>
                                    </p:set>
                                    <p:animEffect transition="in" filter="wipe(left)">
                                      <p:cBhvr>
                                        <p:cTn id="26" dur="400"/>
                                        <p:tgtEl>
                                          <p:spTgt spid="79">
                                            <p:txEl>
                                              <p:pRg st="6" end="6"/>
                                            </p:txEl>
                                          </p:spTgt>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79">
                                            <p:txEl>
                                              <p:pRg st="7" end="7"/>
                                            </p:txEl>
                                          </p:spTgt>
                                        </p:tgtEl>
                                        <p:attrNameLst>
                                          <p:attrName>style.visibility</p:attrName>
                                        </p:attrNameLst>
                                      </p:cBhvr>
                                      <p:to>
                                        <p:strVal val="visible"/>
                                      </p:to>
                                    </p:set>
                                    <p:animEffect transition="in" filter="wipe(left)">
                                      <p:cBhvr>
                                        <p:cTn id="30" dur="400"/>
                                        <p:tgtEl>
                                          <p:spTgt spid="79">
                                            <p:txEl>
                                              <p:pRg st="7" end="7"/>
                                            </p:txEl>
                                          </p:spTgt>
                                        </p:tgtEl>
                                      </p:cBhvr>
                                    </p:animEffect>
                                  </p:childTnLst>
                                </p:cTn>
                              </p:par>
                            </p:childTnLst>
                          </p:cTn>
                        </p:par>
                        <p:par>
                          <p:cTn id="31" fill="hold">
                            <p:stCondLst>
                              <p:cond delay="2400"/>
                            </p:stCondLst>
                            <p:childTnLst>
                              <p:par>
                                <p:cTn id="32" presetID="22" presetClass="entr" presetSubtype="8" fill="hold" grpId="0" nodeType="afterEffect">
                                  <p:stCondLst>
                                    <p:cond delay="0"/>
                                  </p:stCondLst>
                                  <p:childTnLst>
                                    <p:set>
                                      <p:cBhvr>
                                        <p:cTn id="33" dur="1" fill="hold">
                                          <p:stCondLst>
                                            <p:cond delay="0"/>
                                          </p:stCondLst>
                                        </p:cTn>
                                        <p:tgtEl>
                                          <p:spTgt spid="79">
                                            <p:txEl>
                                              <p:pRg st="9" end="9"/>
                                            </p:txEl>
                                          </p:spTgt>
                                        </p:tgtEl>
                                        <p:attrNameLst>
                                          <p:attrName>style.visibility</p:attrName>
                                        </p:attrNameLst>
                                      </p:cBhvr>
                                      <p:to>
                                        <p:strVal val="visible"/>
                                      </p:to>
                                    </p:set>
                                    <p:animEffect transition="in" filter="wipe(left)">
                                      <p:cBhvr>
                                        <p:cTn id="34" dur="400"/>
                                        <p:tgtEl>
                                          <p:spTgt spid="79">
                                            <p:txEl>
                                              <p:pRg st="9" end="9"/>
                                            </p:txEl>
                                          </p:spTgt>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79">
                                            <p:txEl>
                                              <p:pRg st="10" end="10"/>
                                            </p:txEl>
                                          </p:spTgt>
                                        </p:tgtEl>
                                        <p:attrNameLst>
                                          <p:attrName>style.visibility</p:attrName>
                                        </p:attrNameLst>
                                      </p:cBhvr>
                                      <p:to>
                                        <p:strVal val="visible"/>
                                      </p:to>
                                    </p:set>
                                    <p:animEffect transition="in" filter="wipe(left)">
                                      <p:cBhvr>
                                        <p:cTn id="37" dur="400"/>
                                        <p:tgtEl>
                                          <p:spTgt spid="79">
                                            <p:txEl>
                                              <p:pRg st="10" end="10"/>
                                            </p:txEl>
                                          </p:spTgt>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79">
                                            <p:txEl>
                                              <p:pRg st="11" end="11"/>
                                            </p:txEl>
                                          </p:spTgt>
                                        </p:tgtEl>
                                        <p:attrNameLst>
                                          <p:attrName>style.visibility</p:attrName>
                                        </p:attrNameLst>
                                      </p:cBhvr>
                                      <p:to>
                                        <p:strVal val="visible"/>
                                      </p:to>
                                    </p:set>
                                    <p:animEffect transition="in" filter="wipe(left)">
                                      <p:cBhvr>
                                        <p:cTn id="40" dur="400"/>
                                        <p:tgtEl>
                                          <p:spTgt spid="79">
                                            <p:txEl>
                                              <p:pRg st="11" end="11"/>
                                            </p:txEl>
                                          </p:spTgt>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79">
                                            <p:txEl>
                                              <p:pRg st="12" end="12"/>
                                            </p:txEl>
                                          </p:spTgt>
                                        </p:tgtEl>
                                        <p:attrNameLst>
                                          <p:attrName>style.visibility</p:attrName>
                                        </p:attrNameLst>
                                      </p:cBhvr>
                                      <p:to>
                                        <p:strVal val="visible"/>
                                      </p:to>
                                    </p:set>
                                    <p:animEffect transition="in" filter="wipe(left)">
                                      <p:cBhvr>
                                        <p:cTn id="43" dur="400"/>
                                        <p:tgtEl>
                                          <p:spTgt spid="79">
                                            <p:txEl>
                                              <p:pRg st="12" end="12"/>
                                            </p:txEl>
                                          </p:spTgt>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79">
                                            <p:txEl>
                                              <p:pRg st="13" end="13"/>
                                            </p:txEl>
                                          </p:spTgt>
                                        </p:tgtEl>
                                        <p:attrNameLst>
                                          <p:attrName>style.visibility</p:attrName>
                                        </p:attrNameLst>
                                      </p:cBhvr>
                                      <p:to>
                                        <p:strVal val="visible"/>
                                      </p:to>
                                    </p:set>
                                    <p:animEffect transition="in" filter="wipe(left)">
                                      <p:cBhvr>
                                        <p:cTn id="46" dur="400"/>
                                        <p:tgtEl>
                                          <p:spTgt spid="79">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uiExpand="1"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1ECCB7-A5D7-7578-72F4-0C91C441F164}"/>
            </a:ext>
          </a:extLst>
        </p:cNvPr>
        <p:cNvGrpSpPr/>
        <p:nvPr/>
      </p:nvGrpSpPr>
      <p:grpSpPr>
        <a:xfrm>
          <a:off x="0" y="0"/>
          <a:ext cx="0" cy="0"/>
          <a:chOff x="0" y="0"/>
          <a:chExt cx="0" cy="0"/>
        </a:xfrm>
      </p:grpSpPr>
      <p:grpSp>
        <p:nvGrpSpPr>
          <p:cNvPr id="83" name="Group 82">
            <a:extLst>
              <a:ext uri="{FF2B5EF4-FFF2-40B4-BE49-F238E27FC236}">
                <a16:creationId xmlns:a16="http://schemas.microsoft.com/office/drawing/2014/main" id="{CD8A2304-C210-C730-68ED-C6E113F18B29}"/>
              </a:ext>
            </a:extLst>
          </p:cNvPr>
          <p:cNvGrpSpPr/>
          <p:nvPr/>
        </p:nvGrpSpPr>
        <p:grpSpPr>
          <a:xfrm rot="2700000">
            <a:off x="3454193" y="-3996155"/>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4" name="Graphic 37" descr="Film strip outline">
              <a:extLst>
                <a:ext uri="{FF2B5EF4-FFF2-40B4-BE49-F238E27FC236}">
                  <a16:creationId xmlns:a16="http://schemas.microsoft.com/office/drawing/2014/main" id="{B702FDC8-FE1C-DE4A-B6BF-96D3E7B1FB1E}"/>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B95E6F3A-5C19-B195-A195-05C2750A0A24}"/>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6" name="Graphic 37" descr="Film strip outline">
              <a:extLst>
                <a:ext uri="{FF2B5EF4-FFF2-40B4-BE49-F238E27FC236}">
                  <a16:creationId xmlns:a16="http://schemas.microsoft.com/office/drawing/2014/main" id="{726CC0DE-A724-4900-0610-BC41B99C2BD7}"/>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7" name="Graphic 37" descr="Film strip outline">
              <a:extLst>
                <a:ext uri="{FF2B5EF4-FFF2-40B4-BE49-F238E27FC236}">
                  <a16:creationId xmlns:a16="http://schemas.microsoft.com/office/drawing/2014/main" id="{C574E150-3425-8F70-04DF-46D56566557D}"/>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 name="Title">
            <a:extLst>
              <a:ext uri="{FF2B5EF4-FFF2-40B4-BE49-F238E27FC236}">
                <a16:creationId xmlns:a16="http://schemas.microsoft.com/office/drawing/2014/main" id="{073DD105-8DE5-9788-4893-2B1315069800}"/>
              </a:ext>
            </a:extLst>
          </p:cNvPr>
          <p:cNvSpPr txBox="1">
            <a:spLocks/>
          </p:cNvSpPr>
          <p:nvPr/>
        </p:nvSpPr>
        <p:spPr>
          <a:xfrm>
            <a:off x="2017665" y="318147"/>
            <a:ext cx="2725785"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Dataset Used </a:t>
            </a:r>
          </a:p>
        </p:txBody>
      </p:sp>
      <p:grpSp>
        <p:nvGrpSpPr>
          <p:cNvPr id="3" name="!!Film_Tabe_2">
            <a:extLst>
              <a:ext uri="{FF2B5EF4-FFF2-40B4-BE49-F238E27FC236}">
                <a16:creationId xmlns:a16="http://schemas.microsoft.com/office/drawing/2014/main" id="{0CC22E24-B401-47E4-0DF8-DC349EC916FA}"/>
              </a:ext>
            </a:extLst>
          </p:cNvPr>
          <p:cNvGrpSpPr/>
          <p:nvPr/>
        </p:nvGrpSpPr>
        <p:grpSpPr>
          <a:xfrm rot="18000000">
            <a:off x="5510802" y="-1797120"/>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4FFCB0EE-F219-5E29-69D4-89E92EDF1CD7}"/>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107F1458-724D-C0B2-03EA-1177166C760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9CD22924-7F2D-7126-0F16-CC6E2D041FE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872166D7-2723-4842-2EC1-02F05E4B373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197AEF33-B23C-40E2-88D4-7E19831A2646}"/>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F725F8F6-4CF4-D6AF-F52D-70F5ADB77D5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7F605D16-8006-A6CB-6540-9D621782405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93E350E6-AE2E-2FB1-9BE6-F7865D0A16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B6F1C2C2-C181-F295-4FFC-A2D97206C714}"/>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C09C81A4-E59A-7C21-0913-9D3296528C4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00391B44-B614-3E84-E025-E1CAA23698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3A26039D-016C-55F1-9F7C-7918B30791D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142F6CC3-56D9-C745-9C65-C727FF63EB62}"/>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B739F4A9-08EE-418F-3463-F679C42590F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C9753F28-E6AE-9BD3-03A8-D8B6D6C1B4D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3BB47CC0-5AA6-441D-D36D-85F995FDACB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91A44E2F-8D8E-6995-C39E-6BE35244C673}"/>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97EDF2CB-41BC-0050-8354-C25B028E55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2F00EFEB-E6F3-762C-23E7-40E09288733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921BFCDE-6F9E-6732-0EB6-51E4E579819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46E768A3-C1CD-35A9-F1DA-532C260769FF}"/>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589A35D7-FB10-B12A-44BE-E79C5BCA79F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771A9E4A-1D06-DDFA-DFA5-83E57351364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1C2C4E40-D01D-3B78-4D89-2C686C4A01F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C3D93CDA-5C58-99F6-59EE-9CDA4A4253B0}"/>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059E7553-4CB0-447C-9155-1DEF179201F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1ED4DD1B-57E5-CB62-2574-800F9CE4131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E424904C-A33D-5A91-F70F-207CB6008E1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AA38F4FF-9BC4-84D8-8772-476FB6EE6FBE}"/>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F9FE2581-A9B9-A318-C250-3EC8A4DCCA6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AB4515C2-E2C2-AC02-689C-2C0F685C995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480B4E56-908D-FD28-19F3-5136279DE1C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7C0F83C2-DDCB-9ACA-EA0D-273912B327AD}"/>
              </a:ext>
            </a:extLst>
          </p:cNvPr>
          <p:cNvGrpSpPr/>
          <p:nvPr/>
        </p:nvGrpSpPr>
        <p:grpSpPr>
          <a:xfrm rot="18000000">
            <a:off x="-14740821" y="6187267"/>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F63E3309-0A44-A50E-D4C2-E1A60083F95A}"/>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470908F0-AA73-F9FD-044B-4E706CD6E19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25A0A162-4470-157A-54F2-36903E2F612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6F8E3064-BD78-87F8-1B8D-BA6512103EA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94F45658-3AF2-445B-0CF6-8565B46122D7}"/>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B0D566BB-203E-FEDF-8C77-B3A477326A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8453F76C-9111-1F42-02D2-17F737135E0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D0B6DAEA-B712-35EC-5E14-9F3E83AE9EF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0D128351-0DE1-05D0-BB10-8AF73489EF53}"/>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BFA2E475-D260-A7AB-1D86-509425A5A43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C172416A-0DA9-89F5-F0B5-CF81C496C17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4FEBAC49-D712-8C69-0286-3ADD9F5F88D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7491D33B-72A3-A499-382C-13B0A621FC47}"/>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B2B0B621-450F-A4E3-25EF-AA951E7CA17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826EFB18-D41E-C0DF-5616-332B8232A10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0322CC47-E9C0-33FB-9310-671906820F7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C5D244BD-A8CF-2BD9-3C16-C6B0EDB0ACCF}"/>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2EFE37FB-A373-A5D5-837C-966430AB411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3C3707AA-8CAC-EFB1-62D1-1731052BEEC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A100C508-BAD4-455A-F09C-01FF9FC48E6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FD4A7642-86E5-4528-915E-9A469F230C2B}"/>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FF1856BC-3365-B1A0-4223-959044A599F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E6B695BA-D8FB-4303-78ED-D0AD4566421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B6408446-BA0A-C0C9-2C8C-B70068087D2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CC3C2AE1-12E3-D442-BF64-0C9959FB4D60}"/>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F5091B7E-19D9-EAAA-9F07-8F75B2F4B29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106E0E84-E084-D11C-5556-394B8EB6319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031D91D6-A027-0883-F0DB-DBFD97ECA76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FE4AF8CD-BF35-B357-F079-AB0F3394B935}"/>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5749DE1E-4644-72DF-4C20-86D6DE94DAC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ABB832B2-A00C-B064-5D4E-5C7ACF88814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BB9BC85C-A3F9-D1BA-26FA-AB11AC95670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DDAE3CD7-08C2-561C-1BE6-2FBB64248F0D}"/>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79" name="TextBox 78">
            <a:extLst>
              <a:ext uri="{FF2B5EF4-FFF2-40B4-BE49-F238E27FC236}">
                <a16:creationId xmlns:a16="http://schemas.microsoft.com/office/drawing/2014/main" id="{6C934FC1-6841-969C-1915-139DDF6AAC56}"/>
              </a:ext>
            </a:extLst>
          </p:cNvPr>
          <p:cNvSpPr txBox="1"/>
          <p:nvPr/>
        </p:nvSpPr>
        <p:spPr>
          <a:xfrm>
            <a:off x="727817" y="1307030"/>
            <a:ext cx="9844933" cy="2339102"/>
          </a:xfrm>
          <a:prstGeom prst="rect">
            <a:avLst/>
          </a:prstGeom>
          <a:noFill/>
        </p:spPr>
        <p:txBody>
          <a:bodyPr wrap="square" rtlCol="0">
            <a:spAutoFit/>
          </a:bodyPr>
          <a:lstStyle/>
          <a:p>
            <a:r>
              <a:rPr lang="en-US" sz="2400" b="1" dirty="0">
                <a:latin typeface="Times New Roman" panose="02020603050405020304" pitchFamily="18" charset="0"/>
                <a:cs typeface="Times New Roman" panose="02020603050405020304" pitchFamily="18" charset="0"/>
              </a:rPr>
              <a:t>What are the Previous Projects that used the VIMEO 90k?</a:t>
            </a:r>
          </a:p>
          <a:p>
            <a:endParaRPr lang="en-US" sz="1200" dirty="0">
              <a:latin typeface="Times New Roman" panose="02020603050405020304" pitchFamily="18" charset="0"/>
              <a:cs typeface="Times New Roman" panose="02020603050405020304" pitchFamily="18" charset="0"/>
            </a:endParaRPr>
          </a:p>
          <a:p>
            <a:pPr marL="457200" indent="-457200">
              <a:buFont typeface="+mj-lt"/>
              <a:buAutoNum type="arabicPeriod"/>
            </a:pPr>
            <a:r>
              <a:rPr lang="en-US" sz="2200" dirty="0">
                <a:latin typeface="Times New Roman" panose="02020603050405020304" pitchFamily="18" charset="0"/>
                <a:cs typeface="Times New Roman" panose="02020603050405020304" pitchFamily="18" charset="0"/>
              </a:rPr>
              <a:t>Generative Video Compression (GVC) compresses video by storing a small learned representation and recreating frames with AI2.</a:t>
            </a:r>
          </a:p>
          <a:p>
            <a:pPr marL="457200" indent="-457200">
              <a:buFont typeface="+mj-lt"/>
              <a:buAutoNum type="arabicPeriod"/>
            </a:pPr>
            <a:r>
              <a:rPr lang="en-US" sz="2200" dirty="0">
                <a:latin typeface="Times New Roman" panose="02020603050405020304" pitchFamily="18" charset="0"/>
                <a:cs typeface="Times New Roman" panose="02020603050405020304" pitchFamily="18" charset="0"/>
              </a:rPr>
              <a:t> MSENet (Multivariate Spatiotemporal Entropy Network) – 2024/2025 is an AI-based compression model that learns spatial and temporal dependencies in video to better predict entropy, allowing more efficient encoding of data.</a:t>
            </a:r>
          </a:p>
        </p:txBody>
      </p:sp>
      <p:sp>
        <p:nvSpPr>
          <p:cNvPr id="80" name="Footer Placeholder 79">
            <a:extLst>
              <a:ext uri="{FF2B5EF4-FFF2-40B4-BE49-F238E27FC236}">
                <a16:creationId xmlns:a16="http://schemas.microsoft.com/office/drawing/2014/main" id="{72E53A1B-4738-F042-D34F-737FAC51B919}"/>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B9EE7799-F876-8310-78AF-EBC31CC177A6}"/>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47</a:t>
            </a:fld>
            <a:endParaRPr lang="en-AS"/>
          </a:p>
        </p:txBody>
      </p:sp>
      <p:sp>
        <p:nvSpPr>
          <p:cNvPr id="82" name="Freeform 3">
            <a:extLst>
              <a:ext uri="{FF2B5EF4-FFF2-40B4-BE49-F238E27FC236}">
                <a16:creationId xmlns:a16="http://schemas.microsoft.com/office/drawing/2014/main" id="{C618CAEE-9DA7-355F-055D-8B0A69CF87AD}"/>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graphicFrame>
        <p:nvGraphicFramePr>
          <p:cNvPr id="69" name="Table 68">
            <a:extLst>
              <a:ext uri="{FF2B5EF4-FFF2-40B4-BE49-F238E27FC236}">
                <a16:creationId xmlns:a16="http://schemas.microsoft.com/office/drawing/2014/main" id="{ABCE882A-5CE9-B193-2601-AD35AE814C33}"/>
              </a:ext>
            </a:extLst>
          </p:cNvPr>
          <p:cNvGraphicFramePr>
            <a:graphicFrameLocks noGrp="1"/>
          </p:cNvGraphicFramePr>
          <p:nvPr>
            <p:extLst>
              <p:ext uri="{D42A27DB-BD31-4B8C-83A1-F6EECF244321}">
                <p14:modId xmlns:p14="http://schemas.microsoft.com/office/powerpoint/2010/main" val="1317459721"/>
              </p:ext>
            </p:extLst>
          </p:nvPr>
        </p:nvGraphicFramePr>
        <p:xfrm>
          <a:off x="2032000" y="3819394"/>
          <a:ext cx="8128000" cy="2818840"/>
        </p:xfrm>
        <a:graphic>
          <a:graphicData uri="http://schemas.openxmlformats.org/drawingml/2006/table">
            <a:tbl>
              <a:tblPr firstRow="1" bandRow="1">
                <a:tableStyleId>{073A0DAA-6AF3-43AB-8588-CEC1D06C72B9}</a:tableStyleId>
              </a:tblPr>
              <a:tblGrid>
                <a:gridCol w="2011450">
                  <a:extLst>
                    <a:ext uri="{9D8B030D-6E8A-4147-A177-3AD203B41FA5}">
                      <a16:colId xmlns:a16="http://schemas.microsoft.com/office/drawing/2014/main" val="4122488167"/>
                    </a:ext>
                  </a:extLst>
                </a:gridCol>
                <a:gridCol w="6116550">
                  <a:extLst>
                    <a:ext uri="{9D8B030D-6E8A-4147-A177-3AD203B41FA5}">
                      <a16:colId xmlns:a16="http://schemas.microsoft.com/office/drawing/2014/main" val="603399941"/>
                    </a:ext>
                  </a:extLst>
                </a:gridCol>
              </a:tblGrid>
              <a:tr h="370840">
                <a:tc>
                  <a:txBody>
                    <a:bodyPr/>
                    <a:lstStyle/>
                    <a:p>
                      <a:pPr algn="ctr">
                        <a:lnSpc>
                          <a:spcPct val="115000"/>
                        </a:lnSpc>
                        <a:spcAft>
                          <a:spcPts val="800"/>
                        </a:spcAft>
                        <a:buNone/>
                      </a:pPr>
                      <a:r>
                        <a:rPr lang="en-US" sz="1400" kern="100">
                          <a:effectLst/>
                          <a:latin typeface="Times New Roman" panose="02020603050405020304" pitchFamily="18" charset="0"/>
                          <a:cs typeface="Times New Roman" panose="02020603050405020304" pitchFamily="18" charset="0"/>
                        </a:rPr>
                        <a:t>Aspect</a:t>
                      </a:r>
                      <a:endParaRPr lang="en-AS" sz="1400" kern="10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tc>
                  <a:txBody>
                    <a:bodyPr/>
                    <a:lstStyle/>
                    <a:p>
                      <a:pPr algn="ctr">
                        <a:lnSpc>
                          <a:spcPct val="115000"/>
                        </a:lnSpc>
                        <a:spcAft>
                          <a:spcPts val="800"/>
                        </a:spcAft>
                        <a:buNone/>
                      </a:pPr>
                      <a:r>
                        <a:rPr lang="en-US" sz="1400" kern="100" dirty="0">
                          <a:effectLst/>
                          <a:latin typeface="Times New Roman" panose="02020603050405020304" pitchFamily="18" charset="0"/>
                          <a:cs typeface="Times New Roman" panose="02020603050405020304" pitchFamily="18" charset="0"/>
                        </a:rPr>
                        <a:t>Description</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179592502"/>
                  </a:ext>
                </a:extLst>
              </a:tr>
              <a:tr h="576000">
                <a:tc>
                  <a:txBody>
                    <a:bodyPr/>
                    <a:lstStyle/>
                    <a:p>
                      <a:pPr algn="ctr">
                        <a:lnSpc>
                          <a:spcPct val="115000"/>
                        </a:lnSpc>
                        <a:spcAft>
                          <a:spcPts val="800"/>
                        </a:spcAft>
                        <a:buNone/>
                      </a:pPr>
                      <a:r>
                        <a:rPr lang="en-US" sz="1400" kern="100">
                          <a:effectLst/>
                          <a:latin typeface="Times New Roman" panose="02020603050405020304" pitchFamily="18" charset="0"/>
                          <a:cs typeface="Times New Roman" panose="02020603050405020304" pitchFamily="18" charset="0"/>
                        </a:rPr>
                        <a:t>Size</a:t>
                      </a:r>
                      <a:endParaRPr lang="en-AS" sz="1400" kern="10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tc>
                  <a:txBody>
                    <a:bodyPr/>
                    <a:lstStyle/>
                    <a:p>
                      <a:pPr algn="ctr">
                        <a:lnSpc>
                          <a:spcPct val="115000"/>
                        </a:lnSpc>
                        <a:spcAft>
                          <a:spcPts val="800"/>
                        </a:spcAft>
                        <a:buNone/>
                      </a:pPr>
                      <a:r>
                        <a:rPr lang="en-US" sz="1400" kern="100" dirty="0">
                          <a:effectLst/>
                          <a:latin typeface="Times New Roman" panose="02020603050405020304" pitchFamily="18" charset="0"/>
                          <a:cs typeface="Times New Roman" panose="02020603050405020304" pitchFamily="18" charset="0"/>
                        </a:rPr>
                        <a:t>Approximately 90,000 sequences in total; Triplet subset: 73,171 sequences, Septuplet subset: 91,701 sequences</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78246028"/>
                  </a:ext>
                </a:extLst>
              </a:tr>
              <a:tr h="324000">
                <a:tc>
                  <a:txBody>
                    <a:bodyPr/>
                    <a:lstStyle/>
                    <a:p>
                      <a:pPr algn="ctr">
                        <a:lnSpc>
                          <a:spcPct val="115000"/>
                        </a:lnSpc>
                        <a:spcAft>
                          <a:spcPts val="800"/>
                        </a:spcAft>
                        <a:buNone/>
                      </a:pPr>
                      <a:r>
                        <a:rPr lang="en-US" sz="1400" kern="100">
                          <a:effectLst/>
                          <a:latin typeface="Times New Roman" panose="02020603050405020304" pitchFamily="18" charset="0"/>
                          <a:cs typeface="Times New Roman" panose="02020603050405020304" pitchFamily="18" charset="0"/>
                        </a:rPr>
                        <a:t>Resolution</a:t>
                      </a:r>
                      <a:endParaRPr lang="en-AS" sz="1400" kern="10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tc>
                  <a:txBody>
                    <a:bodyPr/>
                    <a:lstStyle/>
                    <a:p>
                      <a:pPr algn="ctr">
                        <a:lnSpc>
                          <a:spcPct val="115000"/>
                        </a:lnSpc>
                        <a:spcAft>
                          <a:spcPts val="800"/>
                        </a:spcAft>
                        <a:buNone/>
                      </a:pPr>
                      <a:r>
                        <a:rPr lang="en-US" sz="1400" kern="100" dirty="0">
                          <a:effectLst/>
                          <a:latin typeface="Times New Roman" panose="02020603050405020304" pitchFamily="18" charset="0"/>
                          <a:cs typeface="Times New Roman" panose="02020603050405020304" pitchFamily="18" charset="0"/>
                        </a:rPr>
                        <a:t>448 × 256 pixels per frame</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9126050"/>
                  </a:ext>
                </a:extLst>
              </a:tr>
              <a:tr h="324000">
                <a:tc>
                  <a:txBody>
                    <a:bodyPr/>
                    <a:lstStyle/>
                    <a:p>
                      <a:pPr algn="ctr">
                        <a:lnSpc>
                          <a:spcPct val="115000"/>
                        </a:lnSpc>
                        <a:spcAft>
                          <a:spcPts val="800"/>
                        </a:spcAft>
                        <a:buNone/>
                      </a:pPr>
                      <a:r>
                        <a:rPr lang="en-US" sz="1400" kern="100" dirty="0">
                          <a:effectLst/>
                          <a:latin typeface="Times New Roman" panose="02020603050405020304" pitchFamily="18" charset="0"/>
                          <a:cs typeface="Times New Roman" panose="02020603050405020304" pitchFamily="18" charset="0"/>
                        </a:rPr>
                        <a:t>Data type</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tc>
                  <a:txBody>
                    <a:bodyPr/>
                    <a:lstStyle/>
                    <a:p>
                      <a:pPr algn="ctr"/>
                      <a:r>
                        <a:rPr lang="en-US" sz="1400" dirty="0">
                          <a:latin typeface="Times New Roman" panose="02020603050405020304" pitchFamily="18" charset="0"/>
                          <a:cs typeface="Times New Roman" panose="02020603050405020304" pitchFamily="18" charset="0"/>
                        </a:rPr>
                        <a:t>Images (frames extracted from video sequences)</a:t>
                      </a:r>
                    </a:p>
                  </a:txBody>
                  <a:tcPr marL="68580" marR="68580" marT="0" marB="0" anchor="ctr"/>
                </a:tc>
                <a:extLst>
                  <a:ext uri="{0D108BD9-81ED-4DB2-BD59-A6C34878D82A}">
                    <a16:rowId xmlns:a16="http://schemas.microsoft.com/office/drawing/2014/main" val="4161209756"/>
                  </a:ext>
                </a:extLst>
              </a:tr>
              <a:tr h="324000">
                <a:tc>
                  <a:txBody>
                    <a:bodyPr/>
                    <a:lstStyle/>
                    <a:p>
                      <a:pPr algn="ctr">
                        <a:lnSpc>
                          <a:spcPct val="115000"/>
                        </a:lnSpc>
                        <a:buNone/>
                      </a:pPr>
                      <a:r>
                        <a:rPr lang="en-AS" sz="1400" kern="100" dirty="0">
                          <a:effectLst/>
                          <a:latin typeface="Times New Roman" panose="02020603050405020304" pitchFamily="18" charset="0"/>
                          <a:cs typeface="Times New Roman" panose="02020603050405020304" pitchFamily="18" charset="0"/>
                        </a:rPr>
                        <a:t>  </a:t>
                      </a:r>
                      <a:r>
                        <a:rPr lang="en-US" sz="1400" kern="1200" dirty="0">
                          <a:solidFill>
                            <a:schemeClr val="dk1"/>
                          </a:solidFill>
                          <a:effectLst/>
                          <a:latin typeface="Times New Roman" panose="02020603050405020304" pitchFamily="18" charset="0"/>
                          <a:cs typeface="Times New Roman" panose="02020603050405020304" pitchFamily="18" charset="0"/>
                        </a:rPr>
                        <a:t>Number of scenes</a:t>
                      </a:r>
                      <a:endParaRPr lang="en-AS" sz="1400" kern="100" dirty="0">
                        <a:effectLst/>
                        <a:latin typeface="Times New Roman" panose="02020603050405020304" pitchFamily="18" charset="0"/>
                        <a:cs typeface="Times New Roman" panose="02020603050405020304" pitchFamily="18" charset="0"/>
                      </a:endParaRPr>
                    </a:p>
                  </a:txBody>
                  <a:tcPr marL="9525" marR="9525" marT="9525" marB="9525" anchor="ctr"/>
                </a:tc>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en-AS" sz="1400" kern="100" dirty="0">
                          <a:effectLst/>
                          <a:latin typeface="Times New Roman" panose="02020603050405020304" pitchFamily="18" charset="0"/>
                          <a:cs typeface="Times New Roman" panose="02020603050405020304" pitchFamily="18" charset="0"/>
                        </a:rPr>
                        <a:t>  </a:t>
                      </a:r>
                      <a:r>
                        <a:rPr lang="en-US" sz="1400" kern="100" dirty="0">
                          <a:effectLst/>
                          <a:latin typeface="Times New Roman" panose="02020603050405020304" pitchFamily="18" charset="0"/>
                          <a:cs typeface="Times New Roman" panose="02020603050405020304" pitchFamily="18" charset="0"/>
                        </a:rPr>
                        <a:t>Each sequence is a short clip from real-world Vimeo videos with varied scenes</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9525" marR="9525" marT="9525" marB="9525" anchor="ctr"/>
                </a:tc>
                <a:extLst>
                  <a:ext uri="{0D108BD9-81ED-4DB2-BD59-A6C34878D82A}">
                    <a16:rowId xmlns:a16="http://schemas.microsoft.com/office/drawing/2014/main" val="2104543871"/>
                  </a:ext>
                </a:extLst>
              </a:tr>
              <a:tr h="576000">
                <a:tc>
                  <a:txBody>
                    <a:bodyPr/>
                    <a:lstStyle/>
                    <a:p>
                      <a:pPr algn="ctr">
                        <a:lnSpc>
                          <a:spcPct val="115000"/>
                        </a:lnSpc>
                        <a:spcAft>
                          <a:spcPts val="800"/>
                        </a:spcAft>
                        <a:buNone/>
                      </a:pPr>
                      <a:r>
                        <a:rPr lang="en-US" sz="1400" kern="1200" dirty="0">
                          <a:solidFill>
                            <a:schemeClr val="dk1"/>
                          </a:solidFill>
                          <a:effectLst/>
                          <a:latin typeface="Times New Roman" panose="02020603050405020304" pitchFamily="18" charset="0"/>
                          <a:cs typeface="Times New Roman" panose="02020603050405020304" pitchFamily="18" charset="0"/>
                        </a:rPr>
                        <a:t>Usage</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9525" marR="9525" marT="9525" marB="9525" anchor="ctr"/>
                </a:tc>
                <a:tc>
                  <a:txBody>
                    <a:bodyPr/>
                    <a:lstStyle/>
                    <a:p>
                      <a:pPr algn="ctr">
                        <a:lnSpc>
                          <a:spcPct val="115000"/>
                        </a:lnSpc>
                        <a:spcAft>
                          <a:spcPts val="800"/>
                        </a:spcAft>
                        <a:buNone/>
                      </a:pPr>
                      <a:r>
                        <a:rPr lang="en-US" sz="1400" kern="1200" dirty="0">
                          <a:solidFill>
                            <a:schemeClr val="dk1"/>
                          </a:solidFill>
                          <a:effectLst/>
                          <a:latin typeface="Times New Roman" panose="02020603050405020304" pitchFamily="18" charset="0"/>
                          <a:cs typeface="Times New Roman" panose="02020603050405020304" pitchFamily="18" charset="0"/>
                        </a:rPr>
                        <a:t>Video super-resolution, frame interpolation, video denoising, compression artifact removal (deblocking)</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9525" marR="9525" marT="9525" marB="9525" anchor="ctr"/>
                </a:tc>
                <a:extLst>
                  <a:ext uri="{0D108BD9-81ED-4DB2-BD59-A6C34878D82A}">
                    <a16:rowId xmlns:a16="http://schemas.microsoft.com/office/drawing/2014/main" val="2161476140"/>
                  </a:ext>
                </a:extLst>
              </a:tr>
              <a:tr h="324000">
                <a:tc>
                  <a:txBody>
                    <a:bodyPr/>
                    <a:lstStyle/>
                    <a:p>
                      <a:pPr algn="ctr">
                        <a:lnSpc>
                          <a:spcPct val="115000"/>
                        </a:lnSpc>
                        <a:spcAft>
                          <a:spcPts val="800"/>
                        </a:spcAft>
                        <a:buNone/>
                      </a:pPr>
                      <a:r>
                        <a:rPr lang="en-US" sz="1400" kern="1200" dirty="0">
                          <a:solidFill>
                            <a:schemeClr val="dk1"/>
                          </a:solidFill>
                          <a:effectLst/>
                          <a:latin typeface="Times New Roman" panose="02020603050405020304" pitchFamily="18" charset="0"/>
                          <a:cs typeface="Times New Roman" panose="02020603050405020304" pitchFamily="18" charset="0"/>
                        </a:rPr>
                        <a:t>Format</a:t>
                      </a:r>
                      <a:endParaRPr lang="en-A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tc>
                  <a:txBody>
                    <a:bodyPr/>
                    <a:lstStyle/>
                    <a:p>
                      <a:pPr algn="ctr">
                        <a:lnSpc>
                          <a:spcPct val="115000"/>
                        </a:lnSpc>
                        <a:spcAft>
                          <a:spcPts val="800"/>
                        </a:spcAft>
                        <a:buNone/>
                      </a:pPr>
                      <a:r>
                        <a:rPr lang="en-US" sz="1400" kern="1200" dirty="0">
                          <a:solidFill>
                            <a:schemeClr val="dk1"/>
                          </a:solidFill>
                          <a:effectLst/>
                          <a:latin typeface="Times New Roman" panose="02020603050405020304" pitchFamily="18" charset="0"/>
                          <a:cs typeface="Times New Roman" panose="02020603050405020304" pitchFamily="18" charset="0"/>
                        </a:rPr>
                        <a:t>PNG images organized in folders per sequence</a:t>
                      </a:r>
                      <a:endParaRPr lang="en-US" sz="1400" kern="100" dirty="0">
                        <a:effectLst/>
                        <a:latin typeface="Times New Roman" panose="02020603050405020304" pitchFamily="18" charset="0"/>
                        <a:ea typeface="Aptos" panose="020B000402020202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053185236"/>
                  </a:ext>
                </a:extLst>
              </a:tr>
            </a:tbl>
          </a:graphicData>
        </a:graphic>
      </p:graphicFrame>
    </p:spTree>
    <p:extLst>
      <p:ext uri="{BB962C8B-B14F-4D97-AF65-F5344CB8AC3E}">
        <p14:creationId xmlns:p14="http://schemas.microsoft.com/office/powerpoint/2010/main" val="14760704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9">
                                            <p:txEl>
                                              <p:pRg st="0" end="0"/>
                                            </p:txEl>
                                          </p:spTgt>
                                        </p:tgtEl>
                                        <p:attrNameLst>
                                          <p:attrName>style.visibility</p:attrName>
                                        </p:attrNameLst>
                                      </p:cBhvr>
                                      <p:to>
                                        <p:strVal val="visible"/>
                                      </p:to>
                                    </p:set>
                                    <p:animEffect transition="in" filter="wipe(left)">
                                      <p:cBhvr>
                                        <p:cTn id="7" dur="400"/>
                                        <p:tgtEl>
                                          <p:spTgt spid="79">
                                            <p:txEl>
                                              <p:pRg st="0" end="0"/>
                                            </p:txEl>
                                          </p:spTgt>
                                        </p:tgtEl>
                                      </p:cBhvr>
                                    </p:animEffect>
                                  </p:childTnLst>
                                </p:cTn>
                              </p:par>
                            </p:childTnLst>
                          </p:cTn>
                        </p:par>
                        <p:par>
                          <p:cTn id="8" fill="hold">
                            <p:stCondLst>
                              <p:cond delay="400"/>
                            </p:stCondLst>
                            <p:childTnLst>
                              <p:par>
                                <p:cTn id="9" presetID="22" presetClass="entr" presetSubtype="8" fill="hold" grpId="0" nodeType="afterEffect">
                                  <p:stCondLst>
                                    <p:cond delay="0"/>
                                  </p:stCondLst>
                                  <p:childTnLst>
                                    <p:set>
                                      <p:cBhvr>
                                        <p:cTn id="10" dur="1" fill="hold">
                                          <p:stCondLst>
                                            <p:cond delay="0"/>
                                          </p:stCondLst>
                                        </p:cTn>
                                        <p:tgtEl>
                                          <p:spTgt spid="79">
                                            <p:txEl>
                                              <p:pRg st="2" end="2"/>
                                            </p:txEl>
                                          </p:spTgt>
                                        </p:tgtEl>
                                        <p:attrNameLst>
                                          <p:attrName>style.visibility</p:attrName>
                                        </p:attrNameLst>
                                      </p:cBhvr>
                                      <p:to>
                                        <p:strVal val="visible"/>
                                      </p:to>
                                    </p:set>
                                    <p:animEffect transition="in" filter="wipe(left)">
                                      <p:cBhvr>
                                        <p:cTn id="11" dur="400"/>
                                        <p:tgtEl>
                                          <p:spTgt spid="79">
                                            <p:txEl>
                                              <p:pRg st="2" end="2"/>
                                            </p:txEl>
                                          </p:spTgt>
                                        </p:tgtEl>
                                      </p:cBhvr>
                                    </p:animEffect>
                                  </p:childTnLst>
                                </p:cTn>
                              </p:par>
                            </p:childTnLst>
                          </p:cTn>
                        </p:par>
                        <p:par>
                          <p:cTn id="12" fill="hold">
                            <p:stCondLst>
                              <p:cond delay="800"/>
                            </p:stCondLst>
                            <p:childTnLst>
                              <p:par>
                                <p:cTn id="13" presetID="22" presetClass="entr" presetSubtype="8" fill="hold" grpId="0" nodeType="afterEffect">
                                  <p:stCondLst>
                                    <p:cond delay="0"/>
                                  </p:stCondLst>
                                  <p:childTnLst>
                                    <p:set>
                                      <p:cBhvr>
                                        <p:cTn id="14" dur="1" fill="hold">
                                          <p:stCondLst>
                                            <p:cond delay="0"/>
                                          </p:stCondLst>
                                        </p:cTn>
                                        <p:tgtEl>
                                          <p:spTgt spid="79">
                                            <p:txEl>
                                              <p:pRg st="3" end="3"/>
                                            </p:txEl>
                                          </p:spTgt>
                                        </p:tgtEl>
                                        <p:attrNameLst>
                                          <p:attrName>style.visibility</p:attrName>
                                        </p:attrNameLst>
                                      </p:cBhvr>
                                      <p:to>
                                        <p:strVal val="visible"/>
                                      </p:to>
                                    </p:set>
                                    <p:animEffect transition="in" filter="wipe(left)">
                                      <p:cBhvr>
                                        <p:cTn id="15" dur="400"/>
                                        <p:tgtEl>
                                          <p:spTgt spid="79">
                                            <p:txEl>
                                              <p:pRg st="3" end="3"/>
                                            </p:txEl>
                                          </p:spTgt>
                                        </p:tgtEl>
                                      </p:cBhvr>
                                    </p:animEffect>
                                  </p:childTnLst>
                                </p:cTn>
                              </p:par>
                            </p:childTnLst>
                          </p:cTn>
                        </p:par>
                        <p:par>
                          <p:cTn id="16" fill="hold">
                            <p:stCondLst>
                              <p:cond delay="1200"/>
                            </p:stCondLst>
                            <p:childTnLst>
                              <p:par>
                                <p:cTn id="17" presetID="22" presetClass="entr" presetSubtype="1" fill="hold" nodeType="afterEffect">
                                  <p:stCondLst>
                                    <p:cond delay="0"/>
                                  </p:stCondLst>
                                  <p:childTnLst>
                                    <p:set>
                                      <p:cBhvr>
                                        <p:cTn id="18" dur="1" fill="hold">
                                          <p:stCondLst>
                                            <p:cond delay="0"/>
                                          </p:stCondLst>
                                        </p:cTn>
                                        <p:tgtEl>
                                          <p:spTgt spid="69"/>
                                        </p:tgtEl>
                                        <p:attrNameLst>
                                          <p:attrName>style.visibility</p:attrName>
                                        </p:attrNameLst>
                                      </p:cBhvr>
                                      <p:to>
                                        <p:strVal val="visible"/>
                                      </p:to>
                                    </p:set>
                                    <p:animEffect transition="in" filter="wipe(up)">
                                      <p:cBhvr>
                                        <p:cTn id="19" dur="25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uiExpand="1" build="p"/>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B303A0-E950-C4C8-CA3D-5AFC8BBC39DB}"/>
            </a:ext>
          </a:extLst>
        </p:cNvPr>
        <p:cNvGrpSpPr/>
        <p:nvPr/>
      </p:nvGrpSpPr>
      <p:grpSpPr>
        <a:xfrm>
          <a:off x="0" y="0"/>
          <a:ext cx="0" cy="0"/>
          <a:chOff x="0" y="0"/>
          <a:chExt cx="0" cy="0"/>
        </a:xfrm>
      </p:grpSpPr>
      <p:pic>
        <p:nvPicPr>
          <p:cNvPr id="70" name="Graphic 69" descr="Cloud with solid fill">
            <a:extLst>
              <a:ext uri="{FF2B5EF4-FFF2-40B4-BE49-F238E27FC236}">
                <a16:creationId xmlns:a16="http://schemas.microsoft.com/office/drawing/2014/main" id="{479FE639-5852-DC30-60D7-2895D7E0363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96246" y="-1898758"/>
            <a:ext cx="7307834" cy="7307834"/>
          </a:xfrm>
          <a:prstGeom prst="rect">
            <a:avLst/>
          </a:prstGeom>
        </p:spPr>
      </p:pic>
      <p:grpSp>
        <p:nvGrpSpPr>
          <p:cNvPr id="83" name="Group 82">
            <a:extLst>
              <a:ext uri="{FF2B5EF4-FFF2-40B4-BE49-F238E27FC236}">
                <a16:creationId xmlns:a16="http://schemas.microsoft.com/office/drawing/2014/main" id="{810C112C-1B21-809F-2E6B-74614DAEB586}"/>
              </a:ext>
            </a:extLst>
          </p:cNvPr>
          <p:cNvGrpSpPr/>
          <p:nvPr/>
        </p:nvGrpSpPr>
        <p:grpSpPr>
          <a:xfrm rot="2700000">
            <a:off x="6928962" y="-612826"/>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4" name="Graphic 37" descr="Film strip outline">
              <a:extLst>
                <a:ext uri="{FF2B5EF4-FFF2-40B4-BE49-F238E27FC236}">
                  <a16:creationId xmlns:a16="http://schemas.microsoft.com/office/drawing/2014/main" id="{617BF099-5228-8448-7DC6-074BD67F75DD}"/>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C24476F6-B719-5E05-D8E5-FBB7CD0BDA8F}"/>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6" name="Graphic 37" descr="Film strip outline">
              <a:extLst>
                <a:ext uri="{FF2B5EF4-FFF2-40B4-BE49-F238E27FC236}">
                  <a16:creationId xmlns:a16="http://schemas.microsoft.com/office/drawing/2014/main" id="{05CAD9D5-3349-319A-0B01-7C6C7B249588}"/>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7" name="Graphic 37" descr="Film strip outline">
              <a:extLst>
                <a:ext uri="{FF2B5EF4-FFF2-40B4-BE49-F238E27FC236}">
                  <a16:creationId xmlns:a16="http://schemas.microsoft.com/office/drawing/2014/main" id="{927C7530-F354-C4AB-CFBD-A81EC11AD1D3}"/>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 name="Title">
            <a:extLst>
              <a:ext uri="{FF2B5EF4-FFF2-40B4-BE49-F238E27FC236}">
                <a16:creationId xmlns:a16="http://schemas.microsoft.com/office/drawing/2014/main" id="{22286AFC-BFAE-F678-1D5A-E7231C962445}"/>
              </a:ext>
            </a:extLst>
          </p:cNvPr>
          <p:cNvSpPr txBox="1">
            <a:spLocks/>
          </p:cNvSpPr>
          <p:nvPr/>
        </p:nvSpPr>
        <p:spPr>
          <a:xfrm>
            <a:off x="2017665" y="318147"/>
            <a:ext cx="4666914"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Dataset Training Setup</a:t>
            </a:r>
          </a:p>
        </p:txBody>
      </p:sp>
      <p:grpSp>
        <p:nvGrpSpPr>
          <p:cNvPr id="3" name="!!Film_Tabe_2">
            <a:extLst>
              <a:ext uri="{FF2B5EF4-FFF2-40B4-BE49-F238E27FC236}">
                <a16:creationId xmlns:a16="http://schemas.microsoft.com/office/drawing/2014/main" id="{9CA52056-885C-0A75-DD78-771DA962860E}"/>
              </a:ext>
            </a:extLst>
          </p:cNvPr>
          <p:cNvGrpSpPr/>
          <p:nvPr/>
        </p:nvGrpSpPr>
        <p:grpSpPr>
          <a:xfrm rot="18000000">
            <a:off x="1892884" y="4428530"/>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B2287695-91AE-D25D-5899-C9CFF6538948}"/>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279E6239-734E-6081-27B4-91B9047696E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E5A44574-F3CE-6824-FF39-DFB5E905FFE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B57C19C4-C0EE-A5FE-A2BE-5B968827118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29F3892F-B174-CFAB-8FFD-854DE7E23957}"/>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8ABCBB44-01D8-872E-DBA2-A1E4AF7CD0B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CC32F33B-B0CA-A262-1BBA-3EAD2AE6814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E3A1A092-5321-782D-9C11-C86B3848BBE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2C61CA68-D9AD-16F8-36BA-92055BD6B204}"/>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48389140-A239-C119-904A-9B75D762AF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4A4B35A9-8012-68E0-9F0C-D94D5883225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13D54FFA-CA60-619A-8800-2E9C30D1BA4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2F547CCD-0631-0F7B-08DE-0F1160CEFBEA}"/>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40AEDD2B-12C7-2692-50DE-F5D4112D166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65A93426-9AF5-DF7C-A124-7C75FCE56A2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CF7CFBCB-773D-9373-DCCD-15AF6366E98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976D2A9E-D0EA-3268-3BA4-D0BD027425A9}"/>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8836DA67-732C-A980-D18E-CEC678D1462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3AD7DB61-E440-4F65-8086-EDDBC960E09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8313010C-D9D3-77CC-9916-A6E3F61ECAB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2F908146-AF5F-2DD0-ED44-77CA49699FF6}"/>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B69FB21E-A88A-34E1-ADC9-6BA7BF84AD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D234CF03-132B-45AB-C22E-FACC92DAFD6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A561B757-F277-BB93-E495-DED257312BA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DF76EA0E-412A-4A65-7F2A-57494682F41B}"/>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38E3CDBE-7C07-356D-0971-48EBEFDBC2A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89DF9CD3-F771-DA83-3C04-14CFBB16B9C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AA646C9F-85E1-2BAC-D8DD-ADC39319E4A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5A17F984-98DB-4E53-BF98-99020871B83B}"/>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48F3C276-2B29-8A01-DE64-27B3D116FE1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198C0A8E-1374-C412-6034-4022A8CE40A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B4388A66-6D09-0E58-38FF-35865BB40F0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BD193A58-8581-73C2-CF48-04409536645F}"/>
              </a:ext>
            </a:extLst>
          </p:cNvPr>
          <p:cNvGrpSpPr/>
          <p:nvPr/>
        </p:nvGrpSpPr>
        <p:grpSpPr>
          <a:xfrm rot="18000000">
            <a:off x="-12156733" y="1596774"/>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B1DE8995-D463-8EF6-13A3-B21B01A5366C}"/>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FDC81E91-0E67-0033-4E59-25BCFC81783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9EDD6203-0AFF-5C1B-EB64-AFD9ACB632D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C130EEDC-210D-987B-358D-1EA7EF0EBDC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2AAE9324-C0D5-1336-FF78-456DC454D23D}"/>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687BF23D-CBD5-A6F6-213C-6A4440DDE04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45078A90-EC11-009B-7174-03F117865D0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9856CD67-8B1C-D181-B428-EA6FFA8A9AC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8A8AC395-F6C9-2196-6D5D-0651A0B21D2A}"/>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DC98804D-62CE-D6AB-B475-5F9770EF2C8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95C4E9DF-827C-86C4-2437-E8AFEACCE71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94F8A7CE-E61C-4287-4775-A8132D98D45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6EC38B11-DD08-A706-C9A2-3F6F723CA133}"/>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B69A9F95-8DF3-DC63-8921-B4D51BCCAEA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880DF093-C915-2765-B4A6-D9F98DA467A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C6C15E2A-C13A-52D2-ABC1-83E8B28E9DC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0B95B855-3DE0-E854-C7D3-F7392A8F73D1}"/>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68584E80-D3B7-1AC5-C644-D4C6CD4AD4D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AB34BE78-71AF-4CED-EE66-83512CD81DC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21D9053D-C013-0BB1-98A6-9CB18083033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42B16CAE-E8EA-ABBC-57DF-C42AC75414B3}"/>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0B9841C0-ABC0-EE0C-B4D0-97E4003572F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ED3E996C-7612-B01D-DC36-5775A939346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F8938400-AF52-1E39-0803-EC6920B5C76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532D262A-9580-0B63-157D-8E7C62AE401B}"/>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ECE38702-5FA0-D291-6E36-59E6E4D4B42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EEDDD299-2FE8-F660-7088-D666509AAB3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2A0B0A4B-6C2B-66A1-FC8F-ED2423B8634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6525120D-4432-BC48-49EF-6F6B216E5A35}"/>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1D290593-2534-EB25-B81B-2D8899D900B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AF6569C5-CE7E-7C3F-E899-796297B5089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F097AA2F-6FCE-8107-F4AF-28F4547B2D6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AED9A1BA-87D2-D512-5D68-F7C9CEAC3AB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E3146E18-1B3F-AA7E-7495-956A3C075C66}"/>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1AD4649C-87BE-D773-DC2C-89085AEAEACE}"/>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48</a:t>
            </a:fld>
            <a:endParaRPr lang="en-AS"/>
          </a:p>
        </p:txBody>
      </p:sp>
      <p:sp>
        <p:nvSpPr>
          <p:cNvPr id="82" name="Freeform 3">
            <a:extLst>
              <a:ext uri="{FF2B5EF4-FFF2-40B4-BE49-F238E27FC236}">
                <a16:creationId xmlns:a16="http://schemas.microsoft.com/office/drawing/2014/main" id="{76A0D85B-AC10-4AA8-9540-A4DFC35DD5FB}"/>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dirty="0"/>
          </a:p>
        </p:txBody>
      </p:sp>
      <p:grpSp>
        <p:nvGrpSpPr>
          <p:cNvPr id="151" name="Fram_2">
            <a:extLst>
              <a:ext uri="{FF2B5EF4-FFF2-40B4-BE49-F238E27FC236}">
                <a16:creationId xmlns:a16="http://schemas.microsoft.com/office/drawing/2014/main" id="{2D3D7387-660E-9194-AA72-16FF76352379}"/>
              </a:ext>
            </a:extLst>
          </p:cNvPr>
          <p:cNvGrpSpPr/>
          <p:nvPr/>
        </p:nvGrpSpPr>
        <p:grpSpPr>
          <a:xfrm>
            <a:off x="1988421" y="4023596"/>
            <a:ext cx="8215159" cy="2556387"/>
            <a:chOff x="1988421" y="2150806"/>
            <a:chExt cx="8215159" cy="2556387"/>
          </a:xfrm>
        </p:grpSpPr>
        <p:grpSp>
          <p:nvGrpSpPr>
            <p:cNvPr id="150" name="Group 149">
              <a:extLst>
                <a:ext uri="{FF2B5EF4-FFF2-40B4-BE49-F238E27FC236}">
                  <a16:creationId xmlns:a16="http://schemas.microsoft.com/office/drawing/2014/main" id="{3DCFE073-341E-EC58-E2A0-BCA4B7FBD016}"/>
                </a:ext>
              </a:extLst>
            </p:cNvPr>
            <p:cNvGrpSpPr/>
            <p:nvPr/>
          </p:nvGrpSpPr>
          <p:grpSpPr>
            <a:xfrm>
              <a:off x="1988421" y="2150806"/>
              <a:ext cx="8215159" cy="2556387"/>
              <a:chOff x="2900515" y="2150806"/>
              <a:chExt cx="8215159" cy="2556387"/>
            </a:xfrm>
          </p:grpSpPr>
          <p:sp>
            <p:nvSpPr>
              <p:cNvPr id="123" name="Rectangle: Rounded Corners 122">
                <a:extLst>
                  <a:ext uri="{FF2B5EF4-FFF2-40B4-BE49-F238E27FC236}">
                    <a16:creationId xmlns:a16="http://schemas.microsoft.com/office/drawing/2014/main" id="{E76EB4B0-C7C0-AD17-6E85-89DC95A3292E}"/>
                  </a:ext>
                </a:extLst>
              </p:cNvPr>
              <p:cNvSpPr/>
              <p:nvPr/>
            </p:nvSpPr>
            <p:spPr>
              <a:xfrm>
                <a:off x="2900515" y="2150806"/>
                <a:ext cx="8215159" cy="2556387"/>
              </a:xfrm>
              <a:prstGeom prst="roundRect">
                <a:avLst>
                  <a:gd name="adj" fmla="val 11282"/>
                </a:avLst>
              </a:prstGeom>
              <a:solidFill>
                <a:schemeClr val="bg1">
                  <a:lumMod val="95000"/>
                </a:schemeClr>
              </a:solidFill>
              <a:ln>
                <a:solidFill>
                  <a:schemeClr val="bg2">
                    <a:lumMod val="75000"/>
                  </a:schemeClr>
                </a:solidFill>
              </a:ln>
              <a:effectLst>
                <a:outerShdw blurRad="254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pic>
            <p:nvPicPr>
              <p:cNvPr id="124" name="Graphic 123" descr="Gears with solid fill">
                <a:extLst>
                  <a:ext uri="{FF2B5EF4-FFF2-40B4-BE49-F238E27FC236}">
                    <a16:creationId xmlns:a16="http://schemas.microsoft.com/office/drawing/2014/main" id="{EE711DE2-D5DB-10A0-2FF9-85A818994F2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339628" y="2225673"/>
                <a:ext cx="914400" cy="914400"/>
              </a:xfrm>
              <a:prstGeom prst="rect">
                <a:avLst/>
              </a:prstGeom>
              <a:effectLst>
                <a:outerShdw blurRad="12700" dist="38100" dir="2700000" algn="tl" rotWithShape="0">
                  <a:prstClr val="black">
                    <a:alpha val="40000"/>
                  </a:prstClr>
                </a:outerShdw>
              </a:effectLst>
            </p:spPr>
          </p:pic>
          <p:sp>
            <p:nvSpPr>
              <p:cNvPr id="125" name="TextBox 124">
                <a:extLst>
                  <a:ext uri="{FF2B5EF4-FFF2-40B4-BE49-F238E27FC236}">
                    <a16:creationId xmlns:a16="http://schemas.microsoft.com/office/drawing/2014/main" id="{5577E974-D23E-E89B-FF6A-614947E1E8D0}"/>
                  </a:ext>
                </a:extLst>
              </p:cNvPr>
              <p:cNvSpPr txBox="1"/>
              <p:nvPr/>
            </p:nvSpPr>
            <p:spPr>
              <a:xfrm>
                <a:off x="4158301" y="2452041"/>
                <a:ext cx="3238500" cy="461665"/>
              </a:xfrm>
              <a:prstGeom prst="rect">
                <a:avLst/>
              </a:prstGeom>
              <a:noFill/>
            </p:spPr>
            <p:txBody>
              <a:bodyPr wrap="square" rtlCol="0">
                <a:spAutoFit/>
              </a:bodyPr>
              <a:lstStyle/>
              <a:p>
                <a:r>
                  <a:rPr lang="en-US" sz="2400" dirty="0">
                    <a:latin typeface="Times New Roman" panose="02020603050405020304" pitchFamily="18" charset="0"/>
                    <a:cs typeface="Times New Roman" panose="02020603050405020304" pitchFamily="18" charset="0"/>
                  </a:rPr>
                  <a:t>Training Details</a:t>
                </a:r>
              </a:p>
            </p:txBody>
          </p:sp>
        </p:grpSp>
        <mc:AlternateContent xmlns:mc="http://schemas.openxmlformats.org/markup-compatibility/2006" xmlns:a14="http://schemas.microsoft.com/office/drawing/2010/main">
          <mc:Choice Requires="a14">
            <p:sp>
              <p:nvSpPr>
                <p:cNvPr id="149" name="TextBox 148">
                  <a:extLst>
                    <a:ext uri="{FF2B5EF4-FFF2-40B4-BE49-F238E27FC236}">
                      <a16:creationId xmlns:a16="http://schemas.microsoft.com/office/drawing/2014/main" id="{88BFD8DA-F455-4BFC-61D3-E8326EAF3424}"/>
                    </a:ext>
                  </a:extLst>
                </p:cNvPr>
                <p:cNvSpPr txBox="1"/>
                <p:nvPr/>
              </p:nvSpPr>
              <p:spPr>
                <a:xfrm>
                  <a:off x="2481262" y="3216274"/>
                  <a:ext cx="7229476" cy="1200329"/>
                </a:xfrm>
                <a:prstGeom prst="rect">
                  <a:avLst/>
                </a:prstGeom>
                <a:noFill/>
              </p:spPr>
              <p:txBody>
                <a:bodyPr wrap="square" rtlCol="0">
                  <a:spAutoFit/>
                </a:bodyPr>
                <a:lstStyle/>
                <a:p>
                  <a:r>
                    <a:rPr lang="en-US" dirty="0">
                      <a:latin typeface="Times New Roman" panose="02020603050405020304" pitchFamily="18" charset="0"/>
                      <a:cs typeface="Times New Roman" panose="02020603050405020304" pitchFamily="18" charset="0"/>
                    </a:rPr>
                    <a:t>Epochs		</a:t>
                  </a:r>
                  <a14:m>
                    <m:oMath xmlns:m="http://schemas.openxmlformats.org/officeDocument/2006/math">
                      <m:r>
                        <a:rPr lang="en-US" i="1" dirty="0" smtClean="0">
                          <a:latin typeface="Cambria Math" panose="02040503050406030204" pitchFamily="18" charset="0"/>
                          <a:cs typeface="Times New Roman" panose="02020603050405020304" pitchFamily="18" charset="0"/>
                        </a:rPr>
                        <m:t>75</m:t>
                      </m:r>
                    </m:oMath>
                  </a14:m>
                  <a:endParaRPr lang="en-US" dirty="0">
                    <a:latin typeface="Times New Roman" panose="02020603050405020304" pitchFamily="18" charset="0"/>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Batch Size	</a:t>
                  </a:r>
                  <a14:m>
                    <m:oMath xmlns:m="http://schemas.openxmlformats.org/officeDocument/2006/math">
                      <m:r>
                        <a:rPr lang="en-US" i="1" dirty="0" smtClean="0">
                          <a:latin typeface="Cambria Math" panose="02040503050406030204" pitchFamily="18" charset="0"/>
                          <a:cs typeface="Times New Roman" panose="02020603050405020304" pitchFamily="18" charset="0"/>
                        </a:rPr>
                        <m:t>2</m:t>
                      </m:r>
                    </m:oMath>
                  </a14:m>
                  <a:r>
                    <a:rPr lang="en-US" dirty="0">
                      <a:latin typeface="Times New Roman" panose="02020603050405020304" pitchFamily="18" charset="0"/>
                      <a:cs typeface="Times New Roman" panose="02020603050405020304" pitchFamily="18" charset="0"/>
                    </a:rPr>
                    <a:t> (GPU – Memory Limited)</a:t>
                  </a:r>
                </a:p>
                <a:p>
                  <a:r>
                    <a:rPr lang="en-US" dirty="0">
                      <a:latin typeface="Times New Roman" panose="02020603050405020304" pitchFamily="18" charset="0"/>
                      <a:cs typeface="Times New Roman" panose="02020603050405020304" pitchFamily="18" charset="0"/>
                    </a:rPr>
                    <a:t>GPU		Nvidia RTX 3060 Ti </a:t>
                  </a:r>
                  <a14:m>
                    <m:oMath xmlns:m="http://schemas.openxmlformats.org/officeDocument/2006/math">
                      <m:d>
                        <m:dPr>
                          <m:ctrlPr>
                            <a:rPr lang="en-US" b="0" i="1" smtClean="0">
                              <a:latin typeface="Cambria Math" panose="02040503050406030204" pitchFamily="18" charset="0"/>
                              <a:cs typeface="Times New Roman" panose="02020603050405020304" pitchFamily="18" charset="0"/>
                            </a:rPr>
                          </m:ctrlPr>
                        </m:dPr>
                        <m:e>
                          <m:r>
                            <a:rPr lang="en-US" b="0" i="1" smtClean="0">
                              <a:latin typeface="Cambria Math" panose="02040503050406030204" pitchFamily="18" charset="0"/>
                              <a:cs typeface="Times New Roman" panose="02020603050405020304" pitchFamily="18" charset="0"/>
                            </a:rPr>
                            <m:t>8</m:t>
                          </m:r>
                          <m:r>
                            <a:rPr lang="en-US" b="0" i="1" smtClean="0">
                              <a:latin typeface="Cambria Math" panose="02040503050406030204" pitchFamily="18" charset="0"/>
                              <a:cs typeface="Times New Roman" panose="02020603050405020304" pitchFamily="18" charset="0"/>
                            </a:rPr>
                            <m:t> </m:t>
                          </m:r>
                          <m:r>
                            <m:rPr>
                              <m:sty m:val="p"/>
                            </m:rPr>
                            <a:rPr lang="en-US" b="0" i="0" smtClean="0">
                              <a:latin typeface="Cambria Math" panose="02040503050406030204" pitchFamily="18" charset="0"/>
                              <a:cs typeface="Times New Roman" panose="02020603050405020304" pitchFamily="18" charset="0"/>
                            </a:rPr>
                            <m:t>GB</m:t>
                          </m:r>
                        </m:e>
                      </m:d>
                    </m:oMath>
                  </a14:m>
                  <a:endParaRPr lang="en-US" dirty="0">
                    <a:latin typeface="Times New Roman" panose="02020603050405020304" pitchFamily="18" charset="0"/>
                    <a:cs typeface="Times New Roman" panose="02020603050405020304" pitchFamily="18" charset="0"/>
                  </a:endParaRPr>
                </a:p>
                <a:p>
                  <a:r>
                    <a:rPr lang="en-US" dirty="0">
                      <a:latin typeface="Times New Roman" panose="02020603050405020304" pitchFamily="18" charset="0"/>
                      <a:cs typeface="Times New Roman" panose="02020603050405020304" pitchFamily="18" charset="0"/>
                    </a:rPr>
                    <a:t>Loss Function	</a:t>
                  </a:r>
                  <a:r>
                    <a:rPr lang="en-US" dirty="0" err="1">
                      <a:latin typeface="Times New Roman" panose="02020603050405020304" pitchFamily="18" charset="0"/>
                      <a:cs typeface="Times New Roman" panose="02020603050405020304" pitchFamily="18" charset="0"/>
                    </a:rPr>
                    <a:t>Lagrangian</a:t>
                  </a:r>
                  <a:r>
                    <a:rPr lang="en-US" dirty="0">
                      <a:latin typeface="Times New Roman" panose="02020603050405020304" pitchFamily="18" charset="0"/>
                      <a:cs typeface="Times New Roman" panose="02020603050405020304" pitchFamily="18" charset="0"/>
                    </a:rPr>
                    <a:t> rate-distortion: </a:t>
                  </a:r>
                  <a14:m>
                    <m:oMath xmlns:m="http://schemas.openxmlformats.org/officeDocument/2006/math">
                      <m:r>
                        <m:rPr>
                          <m:sty m:val="p"/>
                        </m:rPr>
                        <a:rPr lang="en-US" b="0" i="0" smtClean="0">
                          <a:latin typeface="Cambria Math" panose="02040503050406030204" pitchFamily="18" charset="0"/>
                          <a:cs typeface="Times New Roman" panose="02020603050405020304" pitchFamily="18" charset="0"/>
                        </a:rPr>
                        <m:t>Loss</m:t>
                      </m:r>
                      <m:r>
                        <a:rPr lang="en-US" b="0" i="1" smtClean="0">
                          <a:latin typeface="Cambria Math" panose="02040503050406030204" pitchFamily="18" charset="0"/>
                          <a:cs typeface="Times New Roman" panose="02020603050405020304" pitchFamily="18" charset="0"/>
                        </a:rPr>
                        <m:t>=</m:t>
                      </m:r>
                      <m:r>
                        <m:rPr>
                          <m:sty m:val="p"/>
                        </m:rPr>
                        <a:rPr lang="en-US" b="0" i="0" smtClean="0">
                          <a:latin typeface="Cambria Math" panose="02040503050406030204" pitchFamily="18" charset="0"/>
                          <a:cs typeface="Times New Roman" panose="02020603050405020304" pitchFamily="18" charset="0"/>
                        </a:rPr>
                        <m:t>bpp</m:t>
                      </m:r>
                      <m:r>
                        <a:rPr lang="en-US" b="0" i="1" smtClean="0">
                          <a:latin typeface="Cambria Math" panose="02040503050406030204" pitchFamily="18" charset="0"/>
                          <a:cs typeface="Times New Roman" panose="02020603050405020304" pitchFamily="18" charset="0"/>
                        </a:rPr>
                        <m:t>+</m:t>
                      </m:r>
                      <m:r>
                        <a:rPr lang="en-US" b="0" i="1" smtClean="0">
                          <a:latin typeface="Cambria Math" panose="02040503050406030204" pitchFamily="18" charset="0"/>
                          <a:cs typeface="Times New Roman" panose="02020603050405020304" pitchFamily="18" charset="0"/>
                        </a:rPr>
                        <m:t>𝜆</m:t>
                      </m:r>
                      <m:r>
                        <a:rPr lang="en-US" b="0" i="1" smtClean="0">
                          <a:latin typeface="Cambria Math" panose="02040503050406030204" pitchFamily="18" charset="0"/>
                          <a:ea typeface="Cambria Math" panose="02040503050406030204" pitchFamily="18" charset="0"/>
                          <a:cs typeface="Times New Roman" panose="02020603050405020304" pitchFamily="18" charset="0"/>
                        </a:rPr>
                        <m:t>∙</m:t>
                      </m:r>
                      <m:r>
                        <m:rPr>
                          <m:sty m:val="p"/>
                        </m:rPr>
                        <a:rPr lang="en-US" b="0" i="0" smtClean="0">
                          <a:latin typeface="Cambria Math" panose="02040503050406030204" pitchFamily="18" charset="0"/>
                          <a:ea typeface="Cambria Math" panose="02040503050406030204" pitchFamily="18" charset="0"/>
                          <a:cs typeface="Times New Roman" panose="02020603050405020304" pitchFamily="18" charset="0"/>
                        </a:rPr>
                        <m:t>distortion</m:t>
                      </m:r>
                    </m:oMath>
                  </a14:m>
                  <a:endParaRPr lang="en-US" dirty="0">
                    <a:latin typeface="Times New Roman" panose="02020603050405020304" pitchFamily="18" charset="0"/>
                    <a:cs typeface="Times New Roman" panose="02020603050405020304" pitchFamily="18" charset="0"/>
                  </a:endParaRPr>
                </a:p>
              </p:txBody>
            </p:sp>
          </mc:Choice>
          <mc:Fallback xmlns="">
            <p:sp>
              <p:nvSpPr>
                <p:cNvPr id="149" name="TextBox 148">
                  <a:extLst>
                    <a:ext uri="{FF2B5EF4-FFF2-40B4-BE49-F238E27FC236}">
                      <a16:creationId xmlns:a16="http://schemas.microsoft.com/office/drawing/2014/main" id="{88BFD8DA-F455-4BFC-61D3-E8326EAF3424}"/>
                    </a:ext>
                  </a:extLst>
                </p:cNvPr>
                <p:cNvSpPr txBox="1">
                  <a:spLocks noRot="1" noChangeAspect="1" noMove="1" noResize="1" noEditPoints="1" noAdjustHandles="1" noChangeArrowheads="1" noChangeShapeType="1" noTextEdit="1"/>
                </p:cNvSpPr>
                <p:nvPr/>
              </p:nvSpPr>
              <p:spPr>
                <a:xfrm>
                  <a:off x="2481262" y="3216274"/>
                  <a:ext cx="7229476" cy="1200329"/>
                </a:xfrm>
                <a:prstGeom prst="rect">
                  <a:avLst/>
                </a:prstGeom>
                <a:blipFill>
                  <a:blip r:embed="rId6"/>
                  <a:stretch>
                    <a:fillRect l="-675" t="-3046" b="-7107"/>
                  </a:stretch>
                </a:blipFill>
              </p:spPr>
              <p:txBody>
                <a:bodyPr/>
                <a:lstStyle/>
                <a:p>
                  <a:r>
                    <a:rPr lang="en-AS">
                      <a:noFill/>
                    </a:rPr>
                    <a:t> </a:t>
                  </a:r>
                </a:p>
              </p:txBody>
            </p:sp>
          </mc:Fallback>
        </mc:AlternateContent>
      </p:grpSp>
      <p:grpSp>
        <p:nvGrpSpPr>
          <p:cNvPr id="126" name="Fram_1">
            <a:extLst>
              <a:ext uri="{FF2B5EF4-FFF2-40B4-BE49-F238E27FC236}">
                <a16:creationId xmlns:a16="http://schemas.microsoft.com/office/drawing/2014/main" id="{0441F2ED-9FF2-4A6D-C153-87611E946A0C}"/>
              </a:ext>
            </a:extLst>
          </p:cNvPr>
          <p:cNvGrpSpPr/>
          <p:nvPr/>
        </p:nvGrpSpPr>
        <p:grpSpPr>
          <a:xfrm>
            <a:off x="2902052" y="1386348"/>
            <a:ext cx="6390968" cy="2556387"/>
            <a:chOff x="2902052" y="1386348"/>
            <a:chExt cx="6390968" cy="2556387"/>
          </a:xfrm>
        </p:grpSpPr>
        <p:sp>
          <p:nvSpPr>
            <p:cNvPr id="115" name="Rectangle: Rounded Corners 114">
              <a:extLst>
                <a:ext uri="{FF2B5EF4-FFF2-40B4-BE49-F238E27FC236}">
                  <a16:creationId xmlns:a16="http://schemas.microsoft.com/office/drawing/2014/main" id="{8E61FA89-77FC-F73F-3A2C-C7E56108AB1A}"/>
                </a:ext>
              </a:extLst>
            </p:cNvPr>
            <p:cNvSpPr/>
            <p:nvPr/>
          </p:nvSpPr>
          <p:spPr>
            <a:xfrm>
              <a:off x="2902052" y="1386348"/>
              <a:ext cx="6390968" cy="2556387"/>
            </a:xfrm>
            <a:prstGeom prst="roundRect">
              <a:avLst>
                <a:gd name="adj" fmla="val 11282"/>
              </a:avLst>
            </a:prstGeom>
            <a:solidFill>
              <a:schemeClr val="bg1">
                <a:lumMod val="95000"/>
              </a:schemeClr>
            </a:solidFill>
            <a:ln>
              <a:solidFill>
                <a:schemeClr val="bg2">
                  <a:lumMod val="75000"/>
                </a:schemeClr>
              </a:solidFill>
            </a:ln>
            <a:effectLst>
              <a:outerShdw blurRad="254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grpSp>
          <p:nvGrpSpPr>
            <p:cNvPr id="117" name="Group 116">
              <a:extLst>
                <a:ext uri="{FF2B5EF4-FFF2-40B4-BE49-F238E27FC236}">
                  <a16:creationId xmlns:a16="http://schemas.microsoft.com/office/drawing/2014/main" id="{26581A91-0B54-7E63-2ECB-923E1AAAE665}"/>
                </a:ext>
              </a:extLst>
            </p:cNvPr>
            <p:cNvGrpSpPr/>
            <p:nvPr/>
          </p:nvGrpSpPr>
          <p:grpSpPr>
            <a:xfrm>
              <a:off x="3436890" y="1556465"/>
              <a:ext cx="722947" cy="723900"/>
              <a:chOff x="741315" y="1556465"/>
              <a:chExt cx="722947" cy="723900"/>
            </a:xfrm>
          </p:grpSpPr>
          <p:sp>
            <p:nvSpPr>
              <p:cNvPr id="118" name="Freeform: Shape 117">
                <a:extLst>
                  <a:ext uri="{FF2B5EF4-FFF2-40B4-BE49-F238E27FC236}">
                    <a16:creationId xmlns:a16="http://schemas.microsoft.com/office/drawing/2014/main" id="{C16D6253-3C8B-88C9-CBDF-6B80FB3003D2}"/>
                  </a:ext>
                </a:extLst>
              </p:cNvPr>
              <p:cNvSpPr/>
              <p:nvPr/>
            </p:nvSpPr>
            <p:spPr>
              <a:xfrm>
                <a:off x="741315" y="1556465"/>
                <a:ext cx="603885" cy="723900"/>
              </a:xfrm>
              <a:custGeom>
                <a:avLst/>
                <a:gdLst>
                  <a:gd name="csX0" fmla="*/ 342900 w 603885"/>
                  <a:gd name="csY0" fmla="*/ 0 h 723900"/>
                  <a:gd name="csX1" fmla="*/ 0 w 603885"/>
                  <a:gd name="csY1" fmla="*/ 361950 h 723900"/>
                  <a:gd name="csX2" fmla="*/ 361950 w 603885"/>
                  <a:gd name="csY2" fmla="*/ 723900 h 723900"/>
                  <a:gd name="csX3" fmla="*/ 603885 w 603885"/>
                  <a:gd name="csY3" fmla="*/ 630555 h 723900"/>
                  <a:gd name="csX4" fmla="*/ 342900 w 603885"/>
                  <a:gd name="csY4" fmla="*/ 369570 h 723900"/>
                  <a:gd name="csX5" fmla="*/ 342900 w 603885"/>
                  <a:gd name="csY5" fmla="*/ 0 h 723900"/>
                </a:gdLst>
                <a:ahLst/>
                <a:cxnLst>
                  <a:cxn ang="0">
                    <a:pos x="csX0" y="csY0"/>
                  </a:cxn>
                  <a:cxn ang="0">
                    <a:pos x="csX1" y="csY1"/>
                  </a:cxn>
                  <a:cxn ang="0">
                    <a:pos x="csX2" y="csY2"/>
                  </a:cxn>
                  <a:cxn ang="0">
                    <a:pos x="csX3" y="csY3"/>
                  </a:cxn>
                  <a:cxn ang="0">
                    <a:pos x="csX4" y="csY4"/>
                  </a:cxn>
                  <a:cxn ang="0">
                    <a:pos x="csX5" y="csY5"/>
                  </a:cxn>
                </a:cxnLst>
                <a:rect l="l" t="t" r="r" b="b"/>
                <a:pathLst>
                  <a:path w="603885" h="723900">
                    <a:moveTo>
                      <a:pt x="342900" y="0"/>
                    </a:moveTo>
                    <a:cubicBezTo>
                      <a:pt x="152400" y="9525"/>
                      <a:pt x="0" y="169545"/>
                      <a:pt x="0" y="361950"/>
                    </a:cubicBezTo>
                    <a:cubicBezTo>
                      <a:pt x="0" y="561975"/>
                      <a:pt x="161925" y="723900"/>
                      <a:pt x="361950" y="723900"/>
                    </a:cubicBezTo>
                    <a:cubicBezTo>
                      <a:pt x="452438" y="723900"/>
                      <a:pt x="537210" y="691515"/>
                      <a:pt x="603885" y="630555"/>
                    </a:cubicBezTo>
                    <a:lnTo>
                      <a:pt x="342900" y="369570"/>
                    </a:lnTo>
                    <a:lnTo>
                      <a:pt x="342900" y="0"/>
                    </a:lnTo>
                    <a:close/>
                  </a:path>
                </a:pathLst>
              </a:custGeom>
              <a:solidFill>
                <a:schemeClr val="tx1">
                  <a:lumMod val="85000"/>
                  <a:lumOff val="15000"/>
                </a:schemeClr>
              </a:solidFill>
              <a:ln w="9525" cap="flat">
                <a:solidFill>
                  <a:schemeClr val="tx1">
                    <a:lumMod val="95000"/>
                    <a:lumOff val="5000"/>
                  </a:schemeClr>
                </a:solidFill>
                <a:prstDash val="solid"/>
                <a:miter/>
              </a:ln>
              <a:effectLst>
                <a:outerShdw blurRad="12700" dist="38100" dir="2700000" algn="tl" rotWithShape="0">
                  <a:prstClr val="black">
                    <a:alpha val="40000"/>
                  </a:prstClr>
                </a:outerShdw>
              </a:effectLst>
            </p:spPr>
            <p:txBody>
              <a:bodyPr/>
              <a:lstStyle/>
              <a:p>
                <a:endParaRPr lang="en-AS"/>
              </a:p>
            </p:txBody>
          </p:sp>
          <p:sp>
            <p:nvSpPr>
              <p:cNvPr id="119" name="Freeform: Shape 118">
                <a:extLst>
                  <a:ext uri="{FF2B5EF4-FFF2-40B4-BE49-F238E27FC236}">
                    <a16:creationId xmlns:a16="http://schemas.microsoft.com/office/drawing/2014/main" id="{B70916EE-83B1-C5DD-93A5-5246A066A713}"/>
                  </a:ext>
                </a:extLst>
              </p:cNvPr>
              <p:cNvSpPr/>
              <p:nvPr/>
            </p:nvSpPr>
            <p:spPr>
              <a:xfrm>
                <a:off x="1122315" y="1556465"/>
                <a:ext cx="341947" cy="342900"/>
              </a:xfrm>
              <a:custGeom>
                <a:avLst/>
                <a:gdLst>
                  <a:gd name="csX0" fmla="*/ 0 w 341947"/>
                  <a:gd name="csY0" fmla="*/ 0 h 342900"/>
                  <a:gd name="csX1" fmla="*/ 0 w 341947"/>
                  <a:gd name="csY1" fmla="*/ 342900 h 342900"/>
                  <a:gd name="csX2" fmla="*/ 341948 w 341947"/>
                  <a:gd name="csY2" fmla="*/ 342900 h 342900"/>
                  <a:gd name="csX3" fmla="*/ 0 w 341947"/>
                  <a:gd name="csY3" fmla="*/ 0 h 342900"/>
                </a:gdLst>
                <a:ahLst/>
                <a:cxnLst>
                  <a:cxn ang="0">
                    <a:pos x="csX0" y="csY0"/>
                  </a:cxn>
                  <a:cxn ang="0">
                    <a:pos x="csX1" y="csY1"/>
                  </a:cxn>
                  <a:cxn ang="0">
                    <a:pos x="csX2" y="csY2"/>
                  </a:cxn>
                  <a:cxn ang="0">
                    <a:pos x="csX3" y="csY3"/>
                  </a:cxn>
                </a:cxnLst>
                <a:rect l="l" t="t" r="r" b="b"/>
                <a:pathLst>
                  <a:path w="341947" h="342900">
                    <a:moveTo>
                      <a:pt x="0" y="0"/>
                    </a:moveTo>
                    <a:lnTo>
                      <a:pt x="0" y="342900"/>
                    </a:lnTo>
                    <a:lnTo>
                      <a:pt x="341948" y="342900"/>
                    </a:lnTo>
                    <a:cubicBezTo>
                      <a:pt x="332423" y="157163"/>
                      <a:pt x="184785" y="9525"/>
                      <a:pt x="0" y="0"/>
                    </a:cubicBezTo>
                    <a:close/>
                  </a:path>
                </a:pathLst>
              </a:custGeom>
              <a:solidFill>
                <a:schemeClr val="tx1">
                  <a:lumMod val="75000"/>
                  <a:lumOff val="25000"/>
                </a:schemeClr>
              </a:solidFill>
              <a:ln w="9525" cap="flat">
                <a:solidFill>
                  <a:schemeClr val="tx1">
                    <a:lumMod val="85000"/>
                    <a:lumOff val="15000"/>
                  </a:schemeClr>
                </a:solidFill>
                <a:prstDash val="solid"/>
                <a:miter/>
              </a:ln>
              <a:effectLst>
                <a:outerShdw blurRad="12700" dist="38100" dir="2700000" algn="tl" rotWithShape="0">
                  <a:prstClr val="black">
                    <a:alpha val="40000"/>
                  </a:prstClr>
                </a:outerShdw>
              </a:effectLst>
            </p:spPr>
            <p:txBody>
              <a:bodyPr/>
              <a:lstStyle/>
              <a:p>
                <a:endParaRPr lang="en-AS"/>
              </a:p>
            </p:txBody>
          </p:sp>
          <p:sp>
            <p:nvSpPr>
              <p:cNvPr id="120" name="Freeform: Shape 119">
                <a:extLst>
                  <a:ext uri="{FF2B5EF4-FFF2-40B4-BE49-F238E27FC236}">
                    <a16:creationId xmlns:a16="http://schemas.microsoft.com/office/drawing/2014/main" id="{7356AA84-F8B9-5557-D729-8A83B2648640}"/>
                  </a:ext>
                </a:extLst>
              </p:cNvPr>
              <p:cNvSpPr/>
              <p:nvPr/>
            </p:nvSpPr>
            <p:spPr>
              <a:xfrm>
                <a:off x="1148984" y="1937465"/>
                <a:ext cx="315277" cy="222885"/>
              </a:xfrm>
              <a:custGeom>
                <a:avLst/>
                <a:gdLst>
                  <a:gd name="csX0" fmla="*/ 0 w 315277"/>
                  <a:gd name="csY0" fmla="*/ 0 h 222885"/>
                  <a:gd name="csX1" fmla="*/ 222885 w 315277"/>
                  <a:gd name="csY1" fmla="*/ 222885 h 222885"/>
                  <a:gd name="csX2" fmla="*/ 315278 w 315277"/>
                  <a:gd name="csY2" fmla="*/ 0 h 222885"/>
                  <a:gd name="csX3" fmla="*/ 0 w 315277"/>
                  <a:gd name="csY3" fmla="*/ 0 h 222885"/>
                </a:gdLst>
                <a:ahLst/>
                <a:cxnLst>
                  <a:cxn ang="0">
                    <a:pos x="csX0" y="csY0"/>
                  </a:cxn>
                  <a:cxn ang="0">
                    <a:pos x="csX1" y="csY1"/>
                  </a:cxn>
                  <a:cxn ang="0">
                    <a:pos x="csX2" y="csY2"/>
                  </a:cxn>
                  <a:cxn ang="0">
                    <a:pos x="csX3" y="csY3"/>
                  </a:cxn>
                </a:cxnLst>
                <a:rect l="l" t="t" r="r" b="b"/>
                <a:pathLst>
                  <a:path w="315277" h="222885">
                    <a:moveTo>
                      <a:pt x="0" y="0"/>
                    </a:moveTo>
                    <a:lnTo>
                      <a:pt x="222885" y="222885"/>
                    </a:lnTo>
                    <a:cubicBezTo>
                      <a:pt x="279083" y="160973"/>
                      <a:pt x="311468" y="82868"/>
                      <a:pt x="315278" y="0"/>
                    </a:cubicBezTo>
                    <a:lnTo>
                      <a:pt x="0" y="0"/>
                    </a:lnTo>
                    <a:close/>
                  </a:path>
                </a:pathLst>
              </a:custGeom>
              <a:solidFill>
                <a:schemeClr val="tx1">
                  <a:lumMod val="50000"/>
                  <a:lumOff val="50000"/>
                </a:schemeClr>
              </a:solidFill>
              <a:ln w="9525" cap="flat">
                <a:solidFill>
                  <a:schemeClr val="tx1">
                    <a:lumMod val="85000"/>
                    <a:lumOff val="15000"/>
                  </a:schemeClr>
                </a:solidFill>
                <a:prstDash val="solid"/>
                <a:miter/>
              </a:ln>
              <a:effectLst>
                <a:outerShdw blurRad="12700" dist="38100" dir="2700000" algn="tl" rotWithShape="0">
                  <a:prstClr val="black">
                    <a:alpha val="40000"/>
                  </a:prstClr>
                </a:outerShdw>
              </a:effectLst>
            </p:spPr>
            <p:txBody>
              <a:bodyPr/>
              <a:lstStyle/>
              <a:p>
                <a:endParaRPr lang="en-AS"/>
              </a:p>
            </p:txBody>
          </p:sp>
        </p:grpSp>
        <p:sp>
          <p:nvSpPr>
            <p:cNvPr id="121" name="TextBox 120">
              <a:extLst>
                <a:ext uri="{FF2B5EF4-FFF2-40B4-BE49-F238E27FC236}">
                  <a16:creationId xmlns:a16="http://schemas.microsoft.com/office/drawing/2014/main" id="{B4B88FED-4696-B6B3-2E73-C82268930BBF}"/>
                </a:ext>
              </a:extLst>
            </p:cNvPr>
            <p:cNvSpPr txBox="1"/>
            <p:nvPr/>
          </p:nvSpPr>
          <p:spPr>
            <a:xfrm>
              <a:off x="4159837" y="1687583"/>
              <a:ext cx="3238500" cy="461665"/>
            </a:xfrm>
            <a:prstGeom prst="rect">
              <a:avLst/>
            </a:prstGeom>
            <a:noFill/>
          </p:spPr>
          <p:txBody>
            <a:bodyPr wrap="square" rtlCol="0">
              <a:spAutoFit/>
            </a:bodyPr>
            <a:lstStyle/>
            <a:p>
              <a:r>
                <a:rPr lang="en-US" sz="2400" dirty="0">
                  <a:latin typeface="Times New Roman" panose="02020603050405020304" pitchFamily="18" charset="0"/>
                  <a:cs typeface="Times New Roman" panose="02020603050405020304" pitchFamily="18" charset="0"/>
                </a:rPr>
                <a:t>Dataset Split</a:t>
              </a:r>
            </a:p>
          </p:txBody>
        </p:sp>
      </p:grpSp>
      <p:graphicFrame>
        <p:nvGraphicFramePr>
          <p:cNvPr id="122" name="Table">
            <a:extLst>
              <a:ext uri="{FF2B5EF4-FFF2-40B4-BE49-F238E27FC236}">
                <a16:creationId xmlns:a16="http://schemas.microsoft.com/office/drawing/2014/main" id="{248864C5-6C15-2AF4-4C89-A0692BACCB3A}"/>
              </a:ext>
            </a:extLst>
          </p:cNvPr>
          <p:cNvGraphicFramePr>
            <a:graphicFrameLocks noGrp="1"/>
          </p:cNvGraphicFramePr>
          <p:nvPr>
            <p:extLst>
              <p:ext uri="{D42A27DB-BD31-4B8C-83A1-F6EECF244321}">
                <p14:modId xmlns:p14="http://schemas.microsoft.com/office/powerpoint/2010/main" val="2610282673"/>
              </p:ext>
            </p:extLst>
          </p:nvPr>
        </p:nvGraphicFramePr>
        <p:xfrm>
          <a:off x="4985655" y="2515223"/>
          <a:ext cx="3253470" cy="1112520"/>
        </p:xfrm>
        <a:graphic>
          <a:graphicData uri="http://schemas.openxmlformats.org/drawingml/2006/table">
            <a:tbl>
              <a:tblPr firstRow="1" bandRow="1">
                <a:tableStyleId>{073A0DAA-6AF3-43AB-8588-CEC1D06C72B9}</a:tableStyleId>
              </a:tblPr>
              <a:tblGrid>
                <a:gridCol w="1332000">
                  <a:extLst>
                    <a:ext uri="{9D8B030D-6E8A-4147-A177-3AD203B41FA5}">
                      <a16:colId xmlns:a16="http://schemas.microsoft.com/office/drawing/2014/main" val="450767318"/>
                    </a:ext>
                  </a:extLst>
                </a:gridCol>
                <a:gridCol w="1332000">
                  <a:extLst>
                    <a:ext uri="{9D8B030D-6E8A-4147-A177-3AD203B41FA5}">
                      <a16:colId xmlns:a16="http://schemas.microsoft.com/office/drawing/2014/main" val="50249056"/>
                    </a:ext>
                  </a:extLst>
                </a:gridCol>
                <a:gridCol w="589470">
                  <a:extLst>
                    <a:ext uri="{9D8B030D-6E8A-4147-A177-3AD203B41FA5}">
                      <a16:colId xmlns:a16="http://schemas.microsoft.com/office/drawing/2014/main" val="2163700246"/>
                    </a:ext>
                  </a:extLst>
                </a:gridCol>
              </a:tblGrid>
              <a:tr h="370840">
                <a:tc>
                  <a:txBody>
                    <a:bodyPr/>
                    <a:lstStyle/>
                    <a:p>
                      <a:pPr marL="0" indent="0" algn="ctr">
                        <a:buNone/>
                      </a:pPr>
                      <a:r>
                        <a:rPr lang="en-US" sz="1600" b="1" dirty="0">
                          <a:solidFill>
                            <a:srgbClr val="FFFFFF"/>
                          </a:solidFill>
                          <a:latin typeface="Times New Roman" panose="02020603050405020304" pitchFamily="18" charset="0"/>
                          <a:cs typeface="Times New Roman" panose="02020603050405020304" pitchFamily="18" charset="0"/>
                        </a:rPr>
                        <a:t>Partition</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b="1" dirty="0">
                          <a:solidFill>
                            <a:srgbClr val="FFFFFF"/>
                          </a:solidFill>
                          <a:latin typeface="Times New Roman" panose="02020603050405020304" pitchFamily="18" charset="0"/>
                          <a:cs typeface="Times New Roman" panose="02020603050405020304" pitchFamily="18" charset="0"/>
                        </a:rPr>
                        <a:t>Sequences</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b="1" dirty="0">
                          <a:solidFill>
                            <a:srgbClr val="FFFFFF"/>
                          </a:solidFill>
                          <a:latin typeface="Times New Roman" panose="02020603050405020304" pitchFamily="18" charset="0"/>
                          <a:cs typeface="Times New Roman" panose="02020603050405020304" pitchFamily="18" charset="0"/>
                        </a:rPr>
                        <a:t>%</a:t>
                      </a:r>
                      <a:endParaRPr lang="en-US" sz="1600" dirty="0">
                        <a:latin typeface="Times New Roman" panose="02020603050405020304" pitchFamily="18" charset="0"/>
                        <a:cs typeface="Times New Roman" panose="02020603050405020304" pitchFamily="18" charset="0"/>
                      </a:endParaRPr>
                    </a:p>
                  </a:txBody>
                  <a:tcPr anchor="ctr"/>
                </a:tc>
                <a:extLst>
                  <a:ext uri="{0D108BD9-81ED-4DB2-BD59-A6C34878D82A}">
                    <a16:rowId xmlns:a16="http://schemas.microsoft.com/office/drawing/2014/main" val="1285640888"/>
                  </a:ext>
                </a:extLst>
              </a:tr>
              <a:tr h="370840">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Training</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82,531</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90%</a:t>
                      </a:r>
                      <a:endParaRPr lang="en-US" sz="1600" dirty="0">
                        <a:latin typeface="Times New Roman" panose="02020603050405020304" pitchFamily="18" charset="0"/>
                        <a:cs typeface="Times New Roman" panose="02020603050405020304" pitchFamily="18" charset="0"/>
                      </a:endParaRPr>
                    </a:p>
                  </a:txBody>
                  <a:tcPr anchor="ctr"/>
                </a:tc>
                <a:extLst>
                  <a:ext uri="{0D108BD9-81ED-4DB2-BD59-A6C34878D82A}">
                    <a16:rowId xmlns:a16="http://schemas.microsoft.com/office/drawing/2014/main" val="979469444"/>
                  </a:ext>
                </a:extLst>
              </a:tr>
              <a:tr h="370840">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Validation</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9,170</a:t>
                      </a:r>
                      <a:endParaRPr lang="en-US" sz="1600" dirty="0">
                        <a:latin typeface="Times New Roman" panose="02020603050405020304" pitchFamily="18" charset="0"/>
                        <a:cs typeface="Times New Roman" panose="02020603050405020304" pitchFamily="18" charset="0"/>
                      </a:endParaRPr>
                    </a:p>
                  </a:txBody>
                  <a:tcPr anchor="ctr"/>
                </a:tc>
                <a:tc>
                  <a:txBody>
                    <a:bodyPr/>
                    <a:lstStyle/>
                    <a:p>
                      <a:pPr marL="0" indent="0" algn="ctr">
                        <a:buNone/>
                      </a:pPr>
                      <a:r>
                        <a:rPr lang="en-US" sz="1600" dirty="0">
                          <a:solidFill>
                            <a:srgbClr val="1B2430"/>
                          </a:solidFill>
                          <a:latin typeface="Times New Roman" panose="02020603050405020304" pitchFamily="18" charset="0"/>
                          <a:cs typeface="Times New Roman" panose="02020603050405020304" pitchFamily="18" charset="0"/>
                        </a:rPr>
                        <a:t>10%</a:t>
                      </a:r>
                      <a:endParaRPr lang="en-US" sz="1600" dirty="0">
                        <a:latin typeface="Times New Roman" panose="02020603050405020304" pitchFamily="18" charset="0"/>
                        <a:cs typeface="Times New Roman" panose="02020603050405020304" pitchFamily="18" charset="0"/>
                      </a:endParaRPr>
                    </a:p>
                  </a:txBody>
                  <a:tcPr anchor="ctr"/>
                </a:tc>
                <a:extLst>
                  <a:ext uri="{0D108BD9-81ED-4DB2-BD59-A6C34878D82A}">
                    <a16:rowId xmlns:a16="http://schemas.microsoft.com/office/drawing/2014/main" val="2588187826"/>
                  </a:ext>
                </a:extLst>
              </a:tr>
            </a:tbl>
          </a:graphicData>
        </a:graphic>
      </p:graphicFrame>
      <p:graphicFrame>
        <p:nvGraphicFramePr>
          <p:cNvPr id="116" name="Chart">
            <a:extLst>
              <a:ext uri="{FF2B5EF4-FFF2-40B4-BE49-F238E27FC236}">
                <a16:creationId xmlns:a16="http://schemas.microsoft.com/office/drawing/2014/main" id="{B0AD49F3-5971-DD26-EE71-C37A01A1C52F}"/>
              </a:ext>
            </a:extLst>
          </p:cNvPr>
          <p:cNvGraphicFramePr/>
          <p:nvPr>
            <p:extLst>
              <p:ext uri="{D42A27DB-BD31-4B8C-83A1-F6EECF244321}">
                <p14:modId xmlns:p14="http://schemas.microsoft.com/office/powerpoint/2010/main" val="1704526712"/>
              </p:ext>
            </p:extLst>
          </p:nvPr>
        </p:nvGraphicFramePr>
        <p:xfrm>
          <a:off x="3202575" y="2477123"/>
          <a:ext cx="1783080" cy="1188720"/>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14295514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26"/>
                                        </p:tgtEl>
                                        <p:attrNameLst>
                                          <p:attrName>style.visibility</p:attrName>
                                        </p:attrNameLst>
                                      </p:cBhvr>
                                      <p:to>
                                        <p:strVal val="visible"/>
                                      </p:to>
                                    </p:set>
                                    <p:animEffect transition="in" filter="fade">
                                      <p:cBhvr>
                                        <p:cTn id="7" dur="500"/>
                                        <p:tgtEl>
                                          <p:spTgt spid="126"/>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116"/>
                                        </p:tgtEl>
                                        <p:attrNameLst>
                                          <p:attrName>style.visibility</p:attrName>
                                        </p:attrNameLst>
                                      </p:cBhvr>
                                      <p:to>
                                        <p:strVal val="visible"/>
                                      </p:to>
                                    </p:set>
                                    <p:animEffect transition="in" filter="wheel(1)">
                                      <p:cBhvr>
                                        <p:cTn id="11" dur="500"/>
                                        <p:tgtEl>
                                          <p:spTgt spid="116"/>
                                        </p:tgtEl>
                                      </p:cBhvr>
                                    </p:animEffect>
                                  </p:childTnLst>
                                </p:cTn>
                              </p:par>
                              <p:par>
                                <p:cTn id="12" presetID="10" presetClass="entr" presetSubtype="0" fill="hold" nodeType="withEffect">
                                  <p:stCondLst>
                                    <p:cond delay="0"/>
                                  </p:stCondLst>
                                  <p:childTnLst>
                                    <p:set>
                                      <p:cBhvr>
                                        <p:cTn id="13" dur="1" fill="hold">
                                          <p:stCondLst>
                                            <p:cond delay="0"/>
                                          </p:stCondLst>
                                        </p:cTn>
                                        <p:tgtEl>
                                          <p:spTgt spid="122"/>
                                        </p:tgtEl>
                                        <p:attrNameLst>
                                          <p:attrName>style.visibility</p:attrName>
                                        </p:attrNameLst>
                                      </p:cBhvr>
                                      <p:to>
                                        <p:strVal val="visible"/>
                                      </p:to>
                                    </p:set>
                                    <p:animEffect transition="in" filter="fade">
                                      <p:cBhvr>
                                        <p:cTn id="14" dur="500"/>
                                        <p:tgtEl>
                                          <p:spTgt spid="122"/>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151"/>
                                        </p:tgtEl>
                                        <p:attrNameLst>
                                          <p:attrName>style.visibility</p:attrName>
                                        </p:attrNameLst>
                                      </p:cBhvr>
                                      <p:to>
                                        <p:strVal val="visible"/>
                                      </p:to>
                                    </p:set>
                                    <p:animEffect transition="in" filter="fade">
                                      <p:cBhvr>
                                        <p:cTn id="18"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6" grpId="0">
        <p:bldAsOne/>
      </p:bldGraphic>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247416-AE89-3CD8-EA88-586980528C53}"/>
            </a:ext>
          </a:extLst>
        </p:cNvPr>
        <p:cNvGrpSpPr/>
        <p:nvPr/>
      </p:nvGrpSpPr>
      <p:grpSpPr>
        <a:xfrm>
          <a:off x="0" y="0"/>
          <a:ext cx="0" cy="0"/>
          <a:chOff x="0" y="0"/>
          <a:chExt cx="0" cy="0"/>
        </a:xfrm>
      </p:grpSpPr>
      <p:pic>
        <p:nvPicPr>
          <p:cNvPr id="70" name="Graphic 69" descr="Cloud with solid fill">
            <a:extLst>
              <a:ext uri="{FF2B5EF4-FFF2-40B4-BE49-F238E27FC236}">
                <a16:creationId xmlns:a16="http://schemas.microsoft.com/office/drawing/2014/main" id="{D7CC4513-5228-474B-9AE1-14FC602ABBB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96246" y="-1898758"/>
            <a:ext cx="7307834" cy="7307834"/>
          </a:xfrm>
          <a:prstGeom prst="rect">
            <a:avLst/>
          </a:prstGeom>
        </p:spPr>
      </p:pic>
      <p:grpSp>
        <p:nvGrpSpPr>
          <p:cNvPr id="83" name="Group 82">
            <a:extLst>
              <a:ext uri="{FF2B5EF4-FFF2-40B4-BE49-F238E27FC236}">
                <a16:creationId xmlns:a16="http://schemas.microsoft.com/office/drawing/2014/main" id="{87B21E8A-1C6A-7A85-2059-BC823611A992}"/>
              </a:ext>
            </a:extLst>
          </p:cNvPr>
          <p:cNvGrpSpPr/>
          <p:nvPr/>
        </p:nvGrpSpPr>
        <p:grpSpPr>
          <a:xfrm rot="2700000">
            <a:off x="9329086" y="2061322"/>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4" name="Graphic 37" descr="Film strip outline">
              <a:extLst>
                <a:ext uri="{FF2B5EF4-FFF2-40B4-BE49-F238E27FC236}">
                  <a16:creationId xmlns:a16="http://schemas.microsoft.com/office/drawing/2014/main" id="{C8BDAE1D-FA44-BA33-E54A-33F0BBE534E7}"/>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1AD78327-0F27-6E70-DA67-543AC497D8FD}"/>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6" name="Graphic 37" descr="Film strip outline">
              <a:extLst>
                <a:ext uri="{FF2B5EF4-FFF2-40B4-BE49-F238E27FC236}">
                  <a16:creationId xmlns:a16="http://schemas.microsoft.com/office/drawing/2014/main" id="{C3D69FDA-F107-BDF1-D528-557958C06256}"/>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7" name="Graphic 37" descr="Film strip outline">
              <a:extLst>
                <a:ext uri="{FF2B5EF4-FFF2-40B4-BE49-F238E27FC236}">
                  <a16:creationId xmlns:a16="http://schemas.microsoft.com/office/drawing/2014/main" id="{EB1E374E-C49D-0A0A-319F-67BEBF2FB348}"/>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2" name="Title">
            <a:extLst>
              <a:ext uri="{FF2B5EF4-FFF2-40B4-BE49-F238E27FC236}">
                <a16:creationId xmlns:a16="http://schemas.microsoft.com/office/drawing/2014/main" id="{3E35B346-A0D5-BBA9-A797-D33A9EAEFDFB}"/>
              </a:ext>
            </a:extLst>
          </p:cNvPr>
          <p:cNvSpPr txBox="1">
            <a:spLocks/>
          </p:cNvSpPr>
          <p:nvPr/>
        </p:nvSpPr>
        <p:spPr>
          <a:xfrm>
            <a:off x="2017665" y="318147"/>
            <a:ext cx="4666914"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Training result</a:t>
            </a:r>
          </a:p>
        </p:txBody>
      </p:sp>
      <p:grpSp>
        <p:nvGrpSpPr>
          <p:cNvPr id="3" name="!!Film_Tabe_2">
            <a:extLst>
              <a:ext uri="{FF2B5EF4-FFF2-40B4-BE49-F238E27FC236}">
                <a16:creationId xmlns:a16="http://schemas.microsoft.com/office/drawing/2014/main" id="{3C095595-B0AE-0D94-A109-85280985D721}"/>
              </a:ext>
            </a:extLst>
          </p:cNvPr>
          <p:cNvGrpSpPr/>
          <p:nvPr/>
        </p:nvGrpSpPr>
        <p:grpSpPr>
          <a:xfrm rot="18000000">
            <a:off x="4480485" y="-949"/>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B21BD82D-87B8-5612-9FCE-227FCC1B48AC}"/>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E9FF692D-2990-B26E-7023-CB6DDA09A96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47A99464-9043-E3D3-DF66-24C935D10E2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45AB32A3-589C-405A-E277-7B520818455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C047F30D-B1A5-3391-706B-8FC58E37F46C}"/>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2DE1AA5D-BAB0-0E9D-06DB-34A5263653C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E407CBFA-4DD5-5915-48E0-4A68430A1B0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7966C210-F45C-AE65-B05D-A988B4481BE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CFE20123-92DF-8886-F9AA-9B24BD7468DB}"/>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1F88734C-CCCE-75CA-DD43-63D3019E893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E8641702-AE11-034B-4F07-336BC57117D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5C87F69F-05B3-EDF0-440C-E7E08BB8633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A8BC265E-326F-19CA-5674-5F6610391427}"/>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C84728B6-0456-CAD2-6457-270BDADF316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9BC4E085-9225-D6A7-3B16-17B733D2C1A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5C050451-A325-3163-B10A-DC35C393968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CF57E4D5-05AE-3D3E-E122-350B31778B49}"/>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C43DAC5D-0D79-AD9E-629A-DEE21A90B2A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9C04A19C-72F0-884A-E379-CDBCBEDFA1E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EF8AF619-D62A-CD97-D762-5FCE58C3E9D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C083C603-77DA-9AE3-7B99-7541FF7A0B50}"/>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330D2616-4409-833B-8E14-8C0A461DC7D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56FF267C-5AF6-A31C-CA40-3C3DB0D0EF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98928ADA-49A1-5CF4-0A00-0E0CBCD9FDC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95F9CA1E-2C27-1D84-8E96-D7D7E5BC87E4}"/>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3FF235F1-AB70-71FD-7BDA-EDE3E1AD0F4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D73B7970-9211-B043-FE68-5068A23581B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E5DDB9B5-C8CD-4655-0952-5220C8DC2E1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7AB75CB7-E116-E7ED-DBD4-B5178E1D5F29}"/>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53B476F9-B8E0-995A-AA99-A4C0815559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0CEADFB0-F3B6-F8C6-222B-1C1374F24CA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D9CCF870-2FC3-E821-5149-79D1E742807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24478004-F1C7-1339-26C5-BE208A64834E}"/>
              </a:ext>
            </a:extLst>
          </p:cNvPr>
          <p:cNvGrpSpPr/>
          <p:nvPr/>
        </p:nvGrpSpPr>
        <p:grpSpPr>
          <a:xfrm rot="18000000">
            <a:off x="-13919249" y="4676368"/>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7CC875C1-D43C-EFD3-9589-5A8A263BE9C3}"/>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740D25F2-C863-D20B-AB25-F3F1DACA2E0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694604AF-F620-7546-F60F-FEC6C3E73D2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A52876A7-1C2A-AF61-4AB9-96103528691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22F4E09F-9BE3-1487-B279-5EB91A3ABBA1}"/>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C0E2B9EF-AF95-F56A-9364-997AF350163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A1334457-DF24-0BE6-7003-018FB9C3FD7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30E165A8-C442-1C09-32F2-5BA16649972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CDE0D5DB-F9FE-3397-85BB-564752CE35B3}"/>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55682D03-73EF-9DFD-368E-5D81D6A568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8E2BCBDA-6B4D-3DC2-B4A8-916A53DCACA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DD19D24B-8530-80B8-9BC7-CF939AE90A8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C60D3C25-B9D1-0E4A-70F5-1E45153AF188}"/>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F2AD8ED5-8135-EDE8-012D-FD331F45260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F26C8F76-879E-6C6E-E05B-A4611FFED1E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DE82A0B0-05EE-8C75-4F2B-1EEF107FC89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BFBAE765-D8DE-8E25-AE4F-F2AD4265DB3E}"/>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65153E5E-DA48-6FE8-AC5E-030D5D591F5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0C5E6526-5505-CD8F-8BD9-A465C417736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166DC846-BE48-CA6D-1812-3B1094461FF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B246CE40-9D0C-9EEC-7170-49C252CC0690}"/>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98641835-6DBA-6122-22A1-47B1201A890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6D3FBA1E-50F4-102A-FE46-74882CFBBD1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DAFBE041-410C-6C3F-440F-47312382677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D1E7B73E-3B3B-D0FF-5196-3D4A65CA39FB}"/>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5AF20261-5526-57B6-5316-27AD4EE0AF2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02B079CC-9BC8-10D1-3FDF-41428795A96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0233AEF3-E15C-0596-5D52-D1A25046C59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C59F384C-89D2-82C7-0425-4F3F2A305CAA}"/>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3ACAE286-794B-F151-529E-2C96790F93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C04E23BD-9321-4499-578B-003F93FF995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3AE682E2-75EE-7A1B-E992-CE26C6D7885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6F352E1C-BF26-6754-5CE9-AD6D748B460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8B086F2B-0B4C-B5AF-4330-078A480745B3}"/>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081626BD-9919-BF00-0C19-F7EA804DF6E8}"/>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49</a:t>
            </a:fld>
            <a:endParaRPr lang="en-AS"/>
          </a:p>
        </p:txBody>
      </p:sp>
      <p:sp>
        <p:nvSpPr>
          <p:cNvPr id="82" name="Freeform 3">
            <a:extLst>
              <a:ext uri="{FF2B5EF4-FFF2-40B4-BE49-F238E27FC236}">
                <a16:creationId xmlns:a16="http://schemas.microsoft.com/office/drawing/2014/main" id="{5BB8C566-0AD9-EC85-CB20-9037AA0A594B}"/>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dirty="0"/>
          </a:p>
        </p:txBody>
      </p:sp>
      <mc:AlternateContent xmlns:mc="http://schemas.openxmlformats.org/markup-compatibility/2006" xmlns:a14="http://schemas.microsoft.com/office/drawing/2010/main">
        <mc:Choice Requires="a14">
          <p:graphicFrame>
            <p:nvGraphicFramePr>
              <p:cNvPr id="74" name="Table 73">
                <a:extLst>
                  <a:ext uri="{FF2B5EF4-FFF2-40B4-BE49-F238E27FC236}">
                    <a16:creationId xmlns:a16="http://schemas.microsoft.com/office/drawing/2014/main" id="{20B2C822-E4D2-61AF-0781-4F3C3F270B53}"/>
                  </a:ext>
                </a:extLst>
              </p:cNvPr>
              <p:cNvGraphicFramePr>
                <a:graphicFrameLocks noGrp="1"/>
              </p:cNvGraphicFramePr>
              <p:nvPr/>
            </p:nvGraphicFramePr>
            <p:xfrm>
              <a:off x="1952927" y="1284859"/>
              <a:ext cx="8286146" cy="3808984"/>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Epoch </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λ</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Loss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Val Loss</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extLst>
                      <a:ext uri="{0D108BD9-81ED-4DB2-BD59-A6C34878D82A}">
                        <a16:rowId xmlns:a16="http://schemas.microsoft.com/office/drawing/2014/main" val="1673402263"/>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1</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72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07305</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41</m:t>
                                </m:r>
                              </m:oMath>
                            </m:oMathPara>
                          </a14:m>
                          <a:endParaRPr/>
                        </a:p>
                      </a:txBody>
                      <a:tcPr marL="54219" marR="54219" marT="0" marB="0" anchor="ctr"/>
                    </a:tc>
                    <a:extLst>
                      <a:ext uri="{0D108BD9-81ED-4DB2-BD59-A6C34878D82A}">
                        <a16:rowId xmlns:a16="http://schemas.microsoft.com/office/drawing/2014/main" val="212160413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07303</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07301</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80</m:t>
                                </m:r>
                              </m:oMath>
                            </m:oMathPara>
                          </a14:m>
                          <a:endParaRPr/>
                        </a:p>
                      </a:txBody>
                      <a:tcPr marL="54219" marR="54219" marT="0" marB="0" anchor="ctr"/>
                    </a:tc>
                    <a:extLst>
                      <a:ext uri="{0D108BD9-81ED-4DB2-BD59-A6C34878D82A}">
                        <a16:rowId xmlns:a16="http://schemas.microsoft.com/office/drawing/2014/main" val="1346522948"/>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07302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64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60</m:t>
                                </m:r>
                              </m:oMath>
                            </m:oMathPara>
                          </a14:m>
                          <a:endParaRPr/>
                        </a:p>
                      </a:txBody>
                      <a:tcPr marL="54219" marR="54219" marT="0" marB="0" anchor="ctr"/>
                    </a:tc>
                    <a:extLst>
                      <a:ext uri="{0D108BD9-81ED-4DB2-BD59-A6C34878D82A}">
                        <a16:rowId xmlns:a16="http://schemas.microsoft.com/office/drawing/2014/main" val="3975082853"/>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08325</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40</m:t>
                                </m:r>
                              </m:oMath>
                            </m:oMathPara>
                          </a14:m>
                          <a:endParaRPr/>
                        </a:p>
                      </a:txBody>
                      <a:tcPr marL="54219" marR="54219" marT="0" marB="0" anchor="ctr"/>
                    </a:tc>
                    <a:extLst>
                      <a:ext uri="{0D108BD9-81ED-4DB2-BD59-A6C34878D82A}">
                        <a16:rowId xmlns:a16="http://schemas.microsoft.com/office/drawing/2014/main" val="363061183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08313</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54</m:t>
                                </m:r>
                              </m:oMath>
                            </m:oMathPara>
                          </a14:m>
                          <a:endParaRPr/>
                        </a:p>
                      </a:txBody>
                      <a:tcPr marL="54219" marR="54219" marT="0" marB="0" anchor="ctr"/>
                    </a:tc>
                    <a:extLst>
                      <a:ext uri="{0D108BD9-81ED-4DB2-BD59-A6C34878D82A}">
                        <a16:rowId xmlns:a16="http://schemas.microsoft.com/office/drawing/2014/main" val="3989189582"/>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42</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57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08316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50</m:t>
                                </m:r>
                              </m:oMath>
                            </m:oMathPara>
                          </a14:m>
                          <a:endParaRPr/>
                        </a:p>
                      </a:txBody>
                      <a:tcPr marL="54219" marR="54219" marT="0" marB="0" anchor="ctr"/>
                    </a:tc>
                    <a:extLst>
                      <a:ext uri="{0D108BD9-81ED-4DB2-BD59-A6C34878D82A}">
                        <a16:rowId xmlns:a16="http://schemas.microsoft.com/office/drawing/2014/main" val="2831492799"/>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43</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08309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25</m:t>
                                </m:r>
                              </m:oMath>
                            </m:oMathPara>
                          </a14:m>
                          <a:endParaRPr/>
                        </a:p>
                      </a:txBody>
                      <a:tcPr marL="54219" marR="54219" marT="0" marB="0" anchor="ctr"/>
                    </a:tc>
                    <a:extLst>
                      <a:ext uri="{0D108BD9-81ED-4DB2-BD59-A6C34878D82A}">
                        <a16:rowId xmlns:a16="http://schemas.microsoft.com/office/drawing/2014/main" val="3785134491"/>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1024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10377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44</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53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10385</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44</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85</m:t>
                                </m:r>
                              </m:oMath>
                            </m:oMathPara>
                          </a14:m>
                          <a:endParaRPr dirty="0"/>
                        </a:p>
                      </a:txBody>
                      <a:tcPr marL="54219" marR="54219" marT="0" marB="0" anchor="ctr"/>
                    </a:tc>
                    <a:extLst>
                      <a:ext uri="{0D108BD9-81ED-4DB2-BD59-A6C34878D82A}">
                        <a16:rowId xmlns:a16="http://schemas.microsoft.com/office/drawing/2014/main" val="424688326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60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1024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10368</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25</m:t>
                                </m:r>
                              </m:oMath>
                            </m:oMathPara>
                          </a14:m>
                          <a:endParaRPr dirty="0"/>
                        </a:p>
                      </a:txBody>
                      <a:tcPr marL="54219" marR="54219" marT="0" marB="0" anchor="ctr"/>
                    </a:tc>
                    <a:extLst>
                      <a:ext uri="{0D108BD9-81ED-4DB2-BD59-A6C34878D82A}">
                        <a16:rowId xmlns:a16="http://schemas.microsoft.com/office/drawing/2014/main" val="3199892548"/>
                      </a:ext>
                    </a:extLst>
                  </a:tr>
                </a:tbl>
              </a:graphicData>
            </a:graphic>
          </p:graphicFrame>
        </mc:Choice>
        <mc:Fallback xmlns="">
          <p:graphicFrame>
            <p:nvGraphicFramePr>
              <p:cNvPr id="74" name="Table 73">
                <a:extLst>
                  <a:ext uri="{FF2B5EF4-FFF2-40B4-BE49-F238E27FC236}">
                    <a16:creationId xmlns:a16="http://schemas.microsoft.com/office/drawing/2014/main" id="{20B2C822-E4D2-61AF-0781-4F3C3F270B53}"/>
                  </a:ext>
                </a:extLst>
              </p:cNvPr>
              <p:cNvGraphicFramePr>
                <a:graphicFrameLocks noGrp="1"/>
              </p:cNvGraphicFramePr>
              <p:nvPr/>
            </p:nvGraphicFramePr>
            <p:xfrm>
              <a:off x="1952927" y="1284859"/>
              <a:ext cx="8286146" cy="3808984"/>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Epoch </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λ</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Loss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Val Loss</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extLst>
                      <a:ext uri="{0D108BD9-81ED-4DB2-BD59-A6C34878D82A}">
                        <a16:rowId xmlns:a16="http://schemas.microsoft.com/office/drawing/2014/main" val="1673402263"/>
                      </a:ext>
                    </a:extLst>
                  </a:tr>
                  <a:tr h="382016">
                    <a:tc>
                      <a:txBody>
                        <a:bodyPr/>
                        <a:lstStyle/>
                        <a:p>
                          <a:endParaRPr lang="en-AS"/>
                        </a:p>
                      </a:txBody>
                      <a:tcPr marL="54219" marR="54219" marT="0" marB="0" anchor="ctr">
                        <a:blipFill>
                          <a:blip r:embed="rId5"/>
                          <a:stretch>
                            <a:fillRect l="-800" t="-98413" r="-991200" b="-800000"/>
                          </a:stretch>
                        </a:blipFill>
                      </a:tcPr>
                    </a:tc>
                    <a:tc>
                      <a:txBody>
                        <a:bodyPr/>
                        <a:lstStyle/>
                        <a:p>
                          <a:endParaRPr lang="en-AS"/>
                        </a:p>
                      </a:txBody>
                      <a:tcPr marL="54219" marR="54219" marT="0" marB="0" anchor="ctr">
                        <a:blipFill>
                          <a:blip r:embed="rId5"/>
                          <a:stretch>
                            <a:fillRect l="-135484" t="-98413" r="-1232258" b="-800000"/>
                          </a:stretch>
                        </a:blipFill>
                      </a:tcPr>
                    </a:tc>
                    <a:tc>
                      <a:txBody>
                        <a:bodyPr/>
                        <a:lstStyle/>
                        <a:p>
                          <a:endParaRPr lang="en-AS"/>
                        </a:p>
                      </a:txBody>
                      <a:tcPr marL="54219" marR="54219" marT="0" marB="0" anchor="ctr">
                        <a:blipFill>
                          <a:blip r:embed="rId5"/>
                          <a:stretch>
                            <a:fillRect l="-123034" t="-98413" r="-543820" b="-800000"/>
                          </a:stretch>
                        </a:blipFill>
                      </a:tcPr>
                    </a:tc>
                    <a:tc>
                      <a:txBody>
                        <a:bodyPr/>
                        <a:lstStyle/>
                        <a:p>
                          <a:endParaRPr lang="en-AS"/>
                        </a:p>
                      </a:txBody>
                      <a:tcPr marL="54219" marR="54219" marT="0" marB="0" anchor="ctr">
                        <a:blipFill>
                          <a:blip r:embed="rId5"/>
                          <a:stretch>
                            <a:fillRect l="-234911" t="-98413" r="-472781" b="-800000"/>
                          </a:stretch>
                        </a:blipFill>
                      </a:tcPr>
                    </a:tc>
                    <a:tc>
                      <a:txBody>
                        <a:bodyPr/>
                        <a:lstStyle/>
                        <a:p>
                          <a:endParaRPr lang="en-AS"/>
                        </a:p>
                      </a:txBody>
                      <a:tcPr marL="54219" marR="54219" marT="0" marB="0" anchor="ctr">
                        <a:blipFill>
                          <a:blip r:embed="rId5"/>
                          <a:stretch>
                            <a:fillRect l="-208088" t="-98413" r="-193750" b="-800000"/>
                          </a:stretch>
                        </a:blipFill>
                      </a:tcPr>
                    </a:tc>
                    <a:tc>
                      <a:txBody>
                        <a:bodyPr/>
                        <a:lstStyle/>
                        <a:p>
                          <a:endParaRPr lang="en-AS"/>
                        </a:p>
                      </a:txBody>
                      <a:tcPr marL="54219" marR="54219" marT="0" marB="0" anchor="ctr">
                        <a:blipFill>
                          <a:blip r:embed="rId5"/>
                          <a:stretch>
                            <a:fillRect l="-573973" t="-98413" r="-260959" b="-800000"/>
                          </a:stretch>
                        </a:blipFill>
                      </a:tcPr>
                    </a:tc>
                    <a:tc>
                      <a:txBody>
                        <a:bodyPr/>
                        <a:lstStyle/>
                        <a:p>
                          <a:endParaRPr lang="en-AS"/>
                        </a:p>
                      </a:txBody>
                      <a:tcPr marL="54219" marR="54219" marT="0" marB="0" anchor="ctr">
                        <a:blipFill>
                          <a:blip r:embed="rId5"/>
                          <a:stretch>
                            <a:fillRect l="-718248" t="-98413" r="-178102" b="-800000"/>
                          </a:stretch>
                        </a:blipFill>
                      </a:tcPr>
                    </a:tc>
                    <a:tc>
                      <a:txBody>
                        <a:bodyPr/>
                        <a:lstStyle/>
                        <a:p>
                          <a:endParaRPr lang="en-AS"/>
                        </a:p>
                      </a:txBody>
                      <a:tcPr marL="54219" marR="54219" marT="0" marB="0" anchor="ctr">
                        <a:blipFill>
                          <a:blip r:embed="rId5"/>
                          <a:stretch>
                            <a:fillRect l="-467083" t="-98413" r="-1667" b="-800000"/>
                          </a:stretch>
                        </a:blipFill>
                      </a:tcPr>
                    </a:tc>
                    <a:extLst>
                      <a:ext uri="{0D108BD9-81ED-4DB2-BD59-A6C34878D82A}">
                        <a16:rowId xmlns:a16="http://schemas.microsoft.com/office/drawing/2014/main" val="2121604130"/>
                      </a:ext>
                    </a:extLst>
                  </a:tr>
                  <a:tr h="382016">
                    <a:tc>
                      <a:txBody>
                        <a:bodyPr/>
                        <a:lstStyle/>
                        <a:p>
                          <a:endParaRPr lang="en-AS"/>
                        </a:p>
                      </a:txBody>
                      <a:tcPr marL="54219" marR="54219" marT="0" marB="0" anchor="ctr">
                        <a:blipFill>
                          <a:blip r:embed="rId5"/>
                          <a:stretch>
                            <a:fillRect l="-800" t="-198413" r="-991200" b="-700000"/>
                          </a:stretch>
                        </a:blipFill>
                      </a:tcPr>
                    </a:tc>
                    <a:tc>
                      <a:txBody>
                        <a:bodyPr/>
                        <a:lstStyle/>
                        <a:p>
                          <a:endParaRPr lang="en-AS"/>
                        </a:p>
                      </a:txBody>
                      <a:tcPr marL="54219" marR="54219" marT="0" marB="0" anchor="ctr">
                        <a:blipFill>
                          <a:blip r:embed="rId5"/>
                          <a:stretch>
                            <a:fillRect l="-135484" t="-198413" r="-1232258" b="-700000"/>
                          </a:stretch>
                        </a:blipFill>
                      </a:tcPr>
                    </a:tc>
                    <a:tc>
                      <a:txBody>
                        <a:bodyPr/>
                        <a:lstStyle/>
                        <a:p>
                          <a:endParaRPr lang="en-AS"/>
                        </a:p>
                      </a:txBody>
                      <a:tcPr marL="54219" marR="54219" marT="0" marB="0" anchor="ctr">
                        <a:blipFill>
                          <a:blip r:embed="rId5"/>
                          <a:stretch>
                            <a:fillRect l="-123034" t="-198413" r="-543820" b="-700000"/>
                          </a:stretch>
                        </a:blipFill>
                      </a:tcPr>
                    </a:tc>
                    <a:tc>
                      <a:txBody>
                        <a:bodyPr/>
                        <a:lstStyle/>
                        <a:p>
                          <a:endParaRPr lang="en-AS"/>
                        </a:p>
                      </a:txBody>
                      <a:tcPr marL="54219" marR="54219" marT="0" marB="0" anchor="ctr">
                        <a:blipFill>
                          <a:blip r:embed="rId5"/>
                          <a:stretch>
                            <a:fillRect l="-234911" t="-198413" r="-472781" b="-700000"/>
                          </a:stretch>
                        </a:blipFill>
                      </a:tcPr>
                    </a:tc>
                    <a:tc>
                      <a:txBody>
                        <a:bodyPr/>
                        <a:lstStyle/>
                        <a:p>
                          <a:endParaRPr lang="en-AS"/>
                        </a:p>
                      </a:txBody>
                      <a:tcPr marL="54219" marR="54219" marT="0" marB="0" anchor="ctr">
                        <a:blipFill>
                          <a:blip r:embed="rId5"/>
                          <a:stretch>
                            <a:fillRect l="-208088" t="-198413" r="-193750" b="-700000"/>
                          </a:stretch>
                        </a:blipFill>
                      </a:tcPr>
                    </a:tc>
                    <a:tc>
                      <a:txBody>
                        <a:bodyPr/>
                        <a:lstStyle/>
                        <a:p>
                          <a:endParaRPr lang="en-AS"/>
                        </a:p>
                      </a:txBody>
                      <a:tcPr marL="54219" marR="54219" marT="0" marB="0" anchor="ctr">
                        <a:blipFill>
                          <a:blip r:embed="rId5"/>
                          <a:stretch>
                            <a:fillRect l="-573973" t="-198413" r="-260959" b="-700000"/>
                          </a:stretch>
                        </a:blipFill>
                      </a:tcPr>
                    </a:tc>
                    <a:tc>
                      <a:txBody>
                        <a:bodyPr/>
                        <a:lstStyle/>
                        <a:p>
                          <a:endParaRPr lang="en-AS"/>
                        </a:p>
                      </a:txBody>
                      <a:tcPr marL="54219" marR="54219" marT="0" marB="0" anchor="ctr">
                        <a:blipFill>
                          <a:blip r:embed="rId5"/>
                          <a:stretch>
                            <a:fillRect l="-718248" t="-198413" r="-178102" b="-700000"/>
                          </a:stretch>
                        </a:blipFill>
                      </a:tcPr>
                    </a:tc>
                    <a:tc>
                      <a:txBody>
                        <a:bodyPr/>
                        <a:lstStyle/>
                        <a:p>
                          <a:endParaRPr lang="en-AS"/>
                        </a:p>
                      </a:txBody>
                      <a:tcPr marL="54219" marR="54219" marT="0" marB="0" anchor="ctr">
                        <a:blipFill>
                          <a:blip r:embed="rId5"/>
                          <a:stretch>
                            <a:fillRect l="-467083" t="-198413" r="-1667" b="-700000"/>
                          </a:stretch>
                        </a:blipFill>
                      </a:tcPr>
                    </a:tc>
                    <a:extLst>
                      <a:ext uri="{0D108BD9-81ED-4DB2-BD59-A6C34878D82A}">
                        <a16:rowId xmlns:a16="http://schemas.microsoft.com/office/drawing/2014/main" val="1346522948"/>
                      </a:ext>
                    </a:extLst>
                  </a:tr>
                  <a:tr h="382016">
                    <a:tc>
                      <a:txBody>
                        <a:bodyPr/>
                        <a:lstStyle/>
                        <a:p>
                          <a:endParaRPr lang="en-AS"/>
                        </a:p>
                      </a:txBody>
                      <a:tcPr marL="54219" marR="54219" marT="0" marB="0" anchor="ctr">
                        <a:blipFill>
                          <a:blip r:embed="rId5"/>
                          <a:stretch>
                            <a:fillRect l="-800" t="-303226" r="-991200" b="-611290"/>
                          </a:stretch>
                        </a:blipFill>
                      </a:tcPr>
                    </a:tc>
                    <a:tc>
                      <a:txBody>
                        <a:bodyPr/>
                        <a:lstStyle/>
                        <a:p>
                          <a:endParaRPr lang="en-AS"/>
                        </a:p>
                      </a:txBody>
                      <a:tcPr marL="54219" marR="54219" marT="0" marB="0" anchor="ctr">
                        <a:blipFill>
                          <a:blip r:embed="rId5"/>
                          <a:stretch>
                            <a:fillRect l="-135484" t="-303226" r="-1232258" b="-611290"/>
                          </a:stretch>
                        </a:blipFill>
                      </a:tcPr>
                    </a:tc>
                    <a:tc>
                      <a:txBody>
                        <a:bodyPr/>
                        <a:lstStyle/>
                        <a:p>
                          <a:endParaRPr lang="en-AS"/>
                        </a:p>
                      </a:txBody>
                      <a:tcPr marL="54219" marR="54219" marT="0" marB="0" anchor="ctr">
                        <a:blipFill>
                          <a:blip r:embed="rId5"/>
                          <a:stretch>
                            <a:fillRect l="-123034" t="-303226" r="-543820" b="-611290"/>
                          </a:stretch>
                        </a:blipFill>
                      </a:tcPr>
                    </a:tc>
                    <a:tc>
                      <a:txBody>
                        <a:bodyPr/>
                        <a:lstStyle/>
                        <a:p>
                          <a:endParaRPr lang="en-AS"/>
                        </a:p>
                      </a:txBody>
                      <a:tcPr marL="54219" marR="54219" marT="0" marB="0" anchor="ctr">
                        <a:blipFill>
                          <a:blip r:embed="rId5"/>
                          <a:stretch>
                            <a:fillRect l="-234911" t="-303226" r="-472781" b="-611290"/>
                          </a:stretch>
                        </a:blipFill>
                      </a:tcPr>
                    </a:tc>
                    <a:tc>
                      <a:txBody>
                        <a:bodyPr/>
                        <a:lstStyle/>
                        <a:p>
                          <a:endParaRPr lang="en-AS"/>
                        </a:p>
                      </a:txBody>
                      <a:tcPr marL="54219" marR="54219" marT="0" marB="0" anchor="ctr">
                        <a:blipFill>
                          <a:blip r:embed="rId5"/>
                          <a:stretch>
                            <a:fillRect l="-208088" t="-303226" r="-193750" b="-611290"/>
                          </a:stretch>
                        </a:blipFill>
                      </a:tcPr>
                    </a:tc>
                    <a:tc>
                      <a:txBody>
                        <a:bodyPr/>
                        <a:lstStyle/>
                        <a:p>
                          <a:endParaRPr lang="en-AS"/>
                        </a:p>
                      </a:txBody>
                      <a:tcPr marL="54219" marR="54219" marT="0" marB="0" anchor="ctr">
                        <a:blipFill>
                          <a:blip r:embed="rId5"/>
                          <a:stretch>
                            <a:fillRect l="-573973" t="-303226" r="-260959" b="-611290"/>
                          </a:stretch>
                        </a:blipFill>
                      </a:tcPr>
                    </a:tc>
                    <a:tc>
                      <a:txBody>
                        <a:bodyPr/>
                        <a:lstStyle/>
                        <a:p>
                          <a:endParaRPr lang="en-AS"/>
                        </a:p>
                      </a:txBody>
                      <a:tcPr marL="54219" marR="54219" marT="0" marB="0" anchor="ctr">
                        <a:blipFill>
                          <a:blip r:embed="rId5"/>
                          <a:stretch>
                            <a:fillRect l="-718248" t="-303226" r="-178102" b="-611290"/>
                          </a:stretch>
                        </a:blipFill>
                      </a:tcPr>
                    </a:tc>
                    <a:tc>
                      <a:txBody>
                        <a:bodyPr/>
                        <a:lstStyle/>
                        <a:p>
                          <a:endParaRPr lang="en-AS"/>
                        </a:p>
                      </a:txBody>
                      <a:tcPr marL="54219" marR="54219" marT="0" marB="0" anchor="ctr">
                        <a:blipFill>
                          <a:blip r:embed="rId5"/>
                          <a:stretch>
                            <a:fillRect l="-467083" t="-303226" r="-1667" b="-611290"/>
                          </a:stretch>
                        </a:blipFill>
                      </a:tcPr>
                    </a:tc>
                    <a:extLst>
                      <a:ext uri="{0D108BD9-81ED-4DB2-BD59-A6C34878D82A}">
                        <a16:rowId xmlns:a16="http://schemas.microsoft.com/office/drawing/2014/main" val="3975082853"/>
                      </a:ext>
                    </a:extLst>
                  </a:tr>
                  <a:tr h="382016">
                    <a:tc>
                      <a:txBody>
                        <a:bodyPr/>
                        <a:lstStyle/>
                        <a:p>
                          <a:endParaRPr lang="en-AS"/>
                        </a:p>
                      </a:txBody>
                      <a:tcPr marL="54219" marR="54219" marT="0" marB="0" anchor="ctr">
                        <a:blipFill>
                          <a:blip r:embed="rId5"/>
                          <a:stretch>
                            <a:fillRect l="-800" t="-396825" r="-991200" b="-501587"/>
                          </a:stretch>
                        </a:blipFill>
                      </a:tcPr>
                    </a:tc>
                    <a:tc>
                      <a:txBody>
                        <a:bodyPr/>
                        <a:lstStyle/>
                        <a:p>
                          <a:endParaRPr lang="en-AS"/>
                        </a:p>
                      </a:txBody>
                      <a:tcPr marL="54219" marR="54219" marT="0" marB="0" anchor="ctr">
                        <a:blipFill>
                          <a:blip r:embed="rId5"/>
                          <a:stretch>
                            <a:fillRect l="-135484" t="-396825" r="-1232258" b="-501587"/>
                          </a:stretch>
                        </a:blipFill>
                      </a:tcPr>
                    </a:tc>
                    <a:tc>
                      <a:txBody>
                        <a:bodyPr/>
                        <a:lstStyle/>
                        <a:p>
                          <a:endParaRPr lang="en-AS"/>
                        </a:p>
                      </a:txBody>
                      <a:tcPr marL="54219" marR="54219" marT="0" marB="0" anchor="ctr">
                        <a:blipFill>
                          <a:blip r:embed="rId5"/>
                          <a:stretch>
                            <a:fillRect l="-123034" t="-396825" r="-543820" b="-501587"/>
                          </a:stretch>
                        </a:blipFill>
                      </a:tcPr>
                    </a:tc>
                    <a:tc>
                      <a:txBody>
                        <a:bodyPr/>
                        <a:lstStyle/>
                        <a:p>
                          <a:endParaRPr lang="en-AS"/>
                        </a:p>
                      </a:txBody>
                      <a:tcPr marL="54219" marR="54219" marT="0" marB="0" anchor="ctr">
                        <a:blipFill>
                          <a:blip r:embed="rId5"/>
                          <a:stretch>
                            <a:fillRect l="-234911" t="-396825" r="-472781" b="-501587"/>
                          </a:stretch>
                        </a:blipFill>
                      </a:tcPr>
                    </a:tc>
                    <a:tc>
                      <a:txBody>
                        <a:bodyPr/>
                        <a:lstStyle/>
                        <a:p>
                          <a:endParaRPr lang="en-AS"/>
                        </a:p>
                      </a:txBody>
                      <a:tcPr marL="54219" marR="54219" marT="0" marB="0" anchor="ctr">
                        <a:blipFill>
                          <a:blip r:embed="rId5"/>
                          <a:stretch>
                            <a:fillRect l="-208088" t="-396825" r="-193750" b="-501587"/>
                          </a:stretch>
                        </a:blipFill>
                      </a:tcPr>
                    </a:tc>
                    <a:tc>
                      <a:txBody>
                        <a:bodyPr/>
                        <a:lstStyle/>
                        <a:p>
                          <a:endParaRPr lang="en-AS"/>
                        </a:p>
                      </a:txBody>
                      <a:tcPr marL="54219" marR="54219" marT="0" marB="0" anchor="ctr">
                        <a:blipFill>
                          <a:blip r:embed="rId5"/>
                          <a:stretch>
                            <a:fillRect l="-573973" t="-396825" r="-260959" b="-501587"/>
                          </a:stretch>
                        </a:blipFill>
                      </a:tcPr>
                    </a:tc>
                    <a:tc>
                      <a:txBody>
                        <a:bodyPr/>
                        <a:lstStyle/>
                        <a:p>
                          <a:endParaRPr lang="en-AS"/>
                        </a:p>
                      </a:txBody>
                      <a:tcPr marL="54219" marR="54219" marT="0" marB="0" anchor="ctr">
                        <a:blipFill>
                          <a:blip r:embed="rId5"/>
                          <a:stretch>
                            <a:fillRect l="-718248" t="-396825" r="-178102" b="-501587"/>
                          </a:stretch>
                        </a:blipFill>
                      </a:tcPr>
                    </a:tc>
                    <a:tc>
                      <a:txBody>
                        <a:bodyPr/>
                        <a:lstStyle/>
                        <a:p>
                          <a:endParaRPr lang="en-AS"/>
                        </a:p>
                      </a:txBody>
                      <a:tcPr marL="54219" marR="54219" marT="0" marB="0" anchor="ctr">
                        <a:blipFill>
                          <a:blip r:embed="rId5"/>
                          <a:stretch>
                            <a:fillRect l="-467083" t="-396825" r="-1667" b="-501587"/>
                          </a:stretch>
                        </a:blipFill>
                      </a:tcPr>
                    </a:tc>
                    <a:extLst>
                      <a:ext uri="{0D108BD9-81ED-4DB2-BD59-A6C34878D82A}">
                        <a16:rowId xmlns:a16="http://schemas.microsoft.com/office/drawing/2014/main" val="3630611830"/>
                      </a:ext>
                    </a:extLst>
                  </a:tr>
                  <a:tr h="382016">
                    <a:tc>
                      <a:txBody>
                        <a:bodyPr/>
                        <a:lstStyle/>
                        <a:p>
                          <a:endParaRPr lang="en-AS"/>
                        </a:p>
                      </a:txBody>
                      <a:tcPr marL="54219" marR="54219" marT="0" marB="0" anchor="ctr">
                        <a:blipFill>
                          <a:blip r:embed="rId5"/>
                          <a:stretch>
                            <a:fillRect l="-800" t="-496825" r="-991200" b="-401587"/>
                          </a:stretch>
                        </a:blipFill>
                      </a:tcPr>
                    </a:tc>
                    <a:tc>
                      <a:txBody>
                        <a:bodyPr/>
                        <a:lstStyle/>
                        <a:p>
                          <a:endParaRPr lang="en-AS"/>
                        </a:p>
                      </a:txBody>
                      <a:tcPr marL="54219" marR="54219" marT="0" marB="0" anchor="ctr">
                        <a:blipFill>
                          <a:blip r:embed="rId5"/>
                          <a:stretch>
                            <a:fillRect l="-135484" t="-496825" r="-1232258" b="-401587"/>
                          </a:stretch>
                        </a:blipFill>
                      </a:tcPr>
                    </a:tc>
                    <a:tc>
                      <a:txBody>
                        <a:bodyPr/>
                        <a:lstStyle/>
                        <a:p>
                          <a:endParaRPr lang="en-AS"/>
                        </a:p>
                      </a:txBody>
                      <a:tcPr marL="54219" marR="54219" marT="0" marB="0" anchor="ctr">
                        <a:blipFill>
                          <a:blip r:embed="rId5"/>
                          <a:stretch>
                            <a:fillRect l="-123034" t="-496825" r="-543820" b="-401587"/>
                          </a:stretch>
                        </a:blipFill>
                      </a:tcPr>
                    </a:tc>
                    <a:tc>
                      <a:txBody>
                        <a:bodyPr/>
                        <a:lstStyle/>
                        <a:p>
                          <a:endParaRPr lang="en-AS"/>
                        </a:p>
                      </a:txBody>
                      <a:tcPr marL="54219" marR="54219" marT="0" marB="0" anchor="ctr">
                        <a:blipFill>
                          <a:blip r:embed="rId5"/>
                          <a:stretch>
                            <a:fillRect l="-234911" t="-496825" r="-472781" b="-401587"/>
                          </a:stretch>
                        </a:blipFill>
                      </a:tcPr>
                    </a:tc>
                    <a:tc>
                      <a:txBody>
                        <a:bodyPr/>
                        <a:lstStyle/>
                        <a:p>
                          <a:endParaRPr lang="en-AS"/>
                        </a:p>
                      </a:txBody>
                      <a:tcPr marL="54219" marR="54219" marT="0" marB="0" anchor="ctr">
                        <a:blipFill>
                          <a:blip r:embed="rId5"/>
                          <a:stretch>
                            <a:fillRect l="-208088" t="-496825" r="-193750" b="-401587"/>
                          </a:stretch>
                        </a:blipFill>
                      </a:tcPr>
                    </a:tc>
                    <a:tc>
                      <a:txBody>
                        <a:bodyPr/>
                        <a:lstStyle/>
                        <a:p>
                          <a:endParaRPr lang="en-AS"/>
                        </a:p>
                      </a:txBody>
                      <a:tcPr marL="54219" marR="54219" marT="0" marB="0" anchor="ctr">
                        <a:blipFill>
                          <a:blip r:embed="rId5"/>
                          <a:stretch>
                            <a:fillRect l="-573973" t="-496825" r="-260959" b="-401587"/>
                          </a:stretch>
                        </a:blipFill>
                      </a:tcPr>
                    </a:tc>
                    <a:tc>
                      <a:txBody>
                        <a:bodyPr/>
                        <a:lstStyle/>
                        <a:p>
                          <a:endParaRPr lang="en-AS"/>
                        </a:p>
                      </a:txBody>
                      <a:tcPr marL="54219" marR="54219" marT="0" marB="0" anchor="ctr">
                        <a:blipFill>
                          <a:blip r:embed="rId5"/>
                          <a:stretch>
                            <a:fillRect l="-718248" t="-496825" r="-178102" b="-401587"/>
                          </a:stretch>
                        </a:blipFill>
                      </a:tcPr>
                    </a:tc>
                    <a:tc>
                      <a:txBody>
                        <a:bodyPr/>
                        <a:lstStyle/>
                        <a:p>
                          <a:endParaRPr lang="en-AS"/>
                        </a:p>
                      </a:txBody>
                      <a:tcPr marL="54219" marR="54219" marT="0" marB="0" anchor="ctr">
                        <a:blipFill>
                          <a:blip r:embed="rId5"/>
                          <a:stretch>
                            <a:fillRect l="-467083" t="-496825" r="-1667" b="-401587"/>
                          </a:stretch>
                        </a:blipFill>
                      </a:tcPr>
                    </a:tc>
                    <a:extLst>
                      <a:ext uri="{0D108BD9-81ED-4DB2-BD59-A6C34878D82A}">
                        <a16:rowId xmlns:a16="http://schemas.microsoft.com/office/drawing/2014/main" val="3989189582"/>
                      </a:ext>
                    </a:extLst>
                  </a:tr>
                  <a:tr h="382016">
                    <a:tc>
                      <a:txBody>
                        <a:bodyPr/>
                        <a:lstStyle/>
                        <a:p>
                          <a:endParaRPr lang="en-AS"/>
                        </a:p>
                      </a:txBody>
                      <a:tcPr marL="54219" marR="54219" marT="0" marB="0" anchor="ctr">
                        <a:blipFill>
                          <a:blip r:embed="rId5"/>
                          <a:stretch>
                            <a:fillRect l="-800" t="-596825" r="-991200" b="-301587"/>
                          </a:stretch>
                        </a:blipFill>
                      </a:tcPr>
                    </a:tc>
                    <a:tc>
                      <a:txBody>
                        <a:bodyPr/>
                        <a:lstStyle/>
                        <a:p>
                          <a:endParaRPr lang="en-AS"/>
                        </a:p>
                      </a:txBody>
                      <a:tcPr marL="54219" marR="54219" marT="0" marB="0" anchor="ctr">
                        <a:blipFill>
                          <a:blip r:embed="rId5"/>
                          <a:stretch>
                            <a:fillRect l="-135484" t="-596825" r="-1232258" b="-301587"/>
                          </a:stretch>
                        </a:blipFill>
                      </a:tcPr>
                    </a:tc>
                    <a:tc>
                      <a:txBody>
                        <a:bodyPr/>
                        <a:lstStyle/>
                        <a:p>
                          <a:endParaRPr lang="en-AS"/>
                        </a:p>
                      </a:txBody>
                      <a:tcPr marL="54219" marR="54219" marT="0" marB="0" anchor="ctr">
                        <a:blipFill>
                          <a:blip r:embed="rId5"/>
                          <a:stretch>
                            <a:fillRect l="-123034" t="-596825" r="-543820" b="-301587"/>
                          </a:stretch>
                        </a:blipFill>
                      </a:tcPr>
                    </a:tc>
                    <a:tc>
                      <a:txBody>
                        <a:bodyPr/>
                        <a:lstStyle/>
                        <a:p>
                          <a:endParaRPr lang="en-AS"/>
                        </a:p>
                      </a:txBody>
                      <a:tcPr marL="54219" marR="54219" marT="0" marB="0" anchor="ctr">
                        <a:blipFill>
                          <a:blip r:embed="rId5"/>
                          <a:stretch>
                            <a:fillRect l="-234911" t="-596825" r="-472781" b="-301587"/>
                          </a:stretch>
                        </a:blipFill>
                      </a:tcPr>
                    </a:tc>
                    <a:tc>
                      <a:txBody>
                        <a:bodyPr/>
                        <a:lstStyle/>
                        <a:p>
                          <a:endParaRPr lang="en-AS"/>
                        </a:p>
                      </a:txBody>
                      <a:tcPr marL="54219" marR="54219" marT="0" marB="0" anchor="ctr">
                        <a:blipFill>
                          <a:blip r:embed="rId5"/>
                          <a:stretch>
                            <a:fillRect l="-208088" t="-596825" r="-193750" b="-301587"/>
                          </a:stretch>
                        </a:blipFill>
                      </a:tcPr>
                    </a:tc>
                    <a:tc>
                      <a:txBody>
                        <a:bodyPr/>
                        <a:lstStyle/>
                        <a:p>
                          <a:endParaRPr lang="en-AS"/>
                        </a:p>
                      </a:txBody>
                      <a:tcPr marL="54219" marR="54219" marT="0" marB="0" anchor="ctr">
                        <a:blipFill>
                          <a:blip r:embed="rId5"/>
                          <a:stretch>
                            <a:fillRect l="-573973" t="-596825" r="-260959" b="-301587"/>
                          </a:stretch>
                        </a:blipFill>
                      </a:tcPr>
                    </a:tc>
                    <a:tc>
                      <a:txBody>
                        <a:bodyPr/>
                        <a:lstStyle/>
                        <a:p>
                          <a:endParaRPr lang="en-AS"/>
                        </a:p>
                      </a:txBody>
                      <a:tcPr marL="54219" marR="54219" marT="0" marB="0" anchor="ctr">
                        <a:blipFill>
                          <a:blip r:embed="rId5"/>
                          <a:stretch>
                            <a:fillRect l="-718248" t="-596825" r="-178102" b="-301587"/>
                          </a:stretch>
                        </a:blipFill>
                      </a:tcPr>
                    </a:tc>
                    <a:tc>
                      <a:txBody>
                        <a:bodyPr/>
                        <a:lstStyle/>
                        <a:p>
                          <a:endParaRPr lang="en-AS"/>
                        </a:p>
                      </a:txBody>
                      <a:tcPr marL="54219" marR="54219" marT="0" marB="0" anchor="ctr">
                        <a:blipFill>
                          <a:blip r:embed="rId5"/>
                          <a:stretch>
                            <a:fillRect l="-467083" t="-596825" r="-1667" b="-301587"/>
                          </a:stretch>
                        </a:blipFill>
                      </a:tcPr>
                    </a:tc>
                    <a:extLst>
                      <a:ext uri="{0D108BD9-81ED-4DB2-BD59-A6C34878D82A}">
                        <a16:rowId xmlns:a16="http://schemas.microsoft.com/office/drawing/2014/main" val="2831492799"/>
                      </a:ext>
                    </a:extLst>
                  </a:tr>
                  <a:tr h="382016">
                    <a:tc>
                      <a:txBody>
                        <a:bodyPr/>
                        <a:lstStyle/>
                        <a:p>
                          <a:endParaRPr lang="en-AS"/>
                        </a:p>
                      </a:txBody>
                      <a:tcPr marL="54219" marR="54219" marT="0" marB="0" anchor="ctr">
                        <a:blipFill>
                          <a:blip r:embed="rId5"/>
                          <a:stretch>
                            <a:fillRect l="-800" t="-708065" r="-991200" b="-206452"/>
                          </a:stretch>
                        </a:blipFill>
                      </a:tcPr>
                    </a:tc>
                    <a:tc>
                      <a:txBody>
                        <a:bodyPr/>
                        <a:lstStyle/>
                        <a:p>
                          <a:endParaRPr lang="en-AS"/>
                        </a:p>
                      </a:txBody>
                      <a:tcPr marL="54219" marR="54219" marT="0" marB="0" anchor="ctr">
                        <a:blipFill>
                          <a:blip r:embed="rId5"/>
                          <a:stretch>
                            <a:fillRect l="-135484" t="-708065" r="-1232258" b="-206452"/>
                          </a:stretch>
                        </a:blipFill>
                      </a:tcPr>
                    </a:tc>
                    <a:tc>
                      <a:txBody>
                        <a:bodyPr/>
                        <a:lstStyle/>
                        <a:p>
                          <a:endParaRPr lang="en-AS"/>
                        </a:p>
                      </a:txBody>
                      <a:tcPr marL="54219" marR="54219" marT="0" marB="0" anchor="ctr">
                        <a:blipFill>
                          <a:blip r:embed="rId5"/>
                          <a:stretch>
                            <a:fillRect l="-123034" t="-708065" r="-543820" b="-206452"/>
                          </a:stretch>
                        </a:blipFill>
                      </a:tcPr>
                    </a:tc>
                    <a:tc>
                      <a:txBody>
                        <a:bodyPr/>
                        <a:lstStyle/>
                        <a:p>
                          <a:endParaRPr lang="en-AS"/>
                        </a:p>
                      </a:txBody>
                      <a:tcPr marL="54219" marR="54219" marT="0" marB="0" anchor="ctr">
                        <a:blipFill>
                          <a:blip r:embed="rId5"/>
                          <a:stretch>
                            <a:fillRect l="-234911" t="-708065" r="-472781" b="-206452"/>
                          </a:stretch>
                        </a:blipFill>
                      </a:tcPr>
                    </a:tc>
                    <a:tc>
                      <a:txBody>
                        <a:bodyPr/>
                        <a:lstStyle/>
                        <a:p>
                          <a:endParaRPr lang="en-AS"/>
                        </a:p>
                      </a:txBody>
                      <a:tcPr marL="54219" marR="54219" marT="0" marB="0" anchor="ctr">
                        <a:blipFill>
                          <a:blip r:embed="rId5"/>
                          <a:stretch>
                            <a:fillRect l="-208088" t="-708065" r="-193750" b="-206452"/>
                          </a:stretch>
                        </a:blipFill>
                      </a:tcPr>
                    </a:tc>
                    <a:tc>
                      <a:txBody>
                        <a:bodyPr/>
                        <a:lstStyle/>
                        <a:p>
                          <a:endParaRPr lang="en-AS"/>
                        </a:p>
                      </a:txBody>
                      <a:tcPr marL="54219" marR="54219" marT="0" marB="0" anchor="ctr">
                        <a:blipFill>
                          <a:blip r:embed="rId5"/>
                          <a:stretch>
                            <a:fillRect l="-573973" t="-708065" r="-260959" b="-206452"/>
                          </a:stretch>
                        </a:blipFill>
                      </a:tcPr>
                    </a:tc>
                    <a:tc>
                      <a:txBody>
                        <a:bodyPr/>
                        <a:lstStyle/>
                        <a:p>
                          <a:endParaRPr lang="en-AS"/>
                        </a:p>
                      </a:txBody>
                      <a:tcPr marL="54219" marR="54219" marT="0" marB="0" anchor="ctr">
                        <a:blipFill>
                          <a:blip r:embed="rId5"/>
                          <a:stretch>
                            <a:fillRect l="-718248" t="-708065" r="-178102" b="-206452"/>
                          </a:stretch>
                        </a:blipFill>
                      </a:tcPr>
                    </a:tc>
                    <a:tc>
                      <a:txBody>
                        <a:bodyPr/>
                        <a:lstStyle/>
                        <a:p>
                          <a:endParaRPr lang="en-AS"/>
                        </a:p>
                      </a:txBody>
                      <a:tcPr marL="54219" marR="54219" marT="0" marB="0" anchor="ctr">
                        <a:blipFill>
                          <a:blip r:embed="rId5"/>
                          <a:stretch>
                            <a:fillRect l="-467083" t="-708065" r="-1667" b="-206452"/>
                          </a:stretch>
                        </a:blipFill>
                      </a:tcPr>
                    </a:tc>
                    <a:extLst>
                      <a:ext uri="{0D108BD9-81ED-4DB2-BD59-A6C34878D82A}">
                        <a16:rowId xmlns:a16="http://schemas.microsoft.com/office/drawing/2014/main" val="3785134491"/>
                      </a:ext>
                    </a:extLst>
                  </a:tr>
                  <a:tr h="382016">
                    <a:tc>
                      <a:txBody>
                        <a:bodyPr/>
                        <a:lstStyle/>
                        <a:p>
                          <a:endParaRPr lang="en-AS"/>
                        </a:p>
                      </a:txBody>
                      <a:tcPr marL="54219" marR="54219" marT="0" marB="0" anchor="ctr">
                        <a:blipFill>
                          <a:blip r:embed="rId5"/>
                          <a:stretch>
                            <a:fillRect l="-800" t="-795238" r="-991200" b="-103175"/>
                          </a:stretch>
                        </a:blipFill>
                      </a:tcPr>
                    </a:tc>
                    <a:tc>
                      <a:txBody>
                        <a:bodyPr/>
                        <a:lstStyle/>
                        <a:p>
                          <a:endParaRPr lang="en-AS"/>
                        </a:p>
                      </a:txBody>
                      <a:tcPr marL="54219" marR="54219" marT="0" marB="0" anchor="ctr">
                        <a:blipFill>
                          <a:blip r:embed="rId5"/>
                          <a:stretch>
                            <a:fillRect l="-135484" t="-795238" r="-1232258" b="-103175"/>
                          </a:stretch>
                        </a:blipFill>
                      </a:tcPr>
                    </a:tc>
                    <a:tc>
                      <a:txBody>
                        <a:bodyPr/>
                        <a:lstStyle/>
                        <a:p>
                          <a:endParaRPr lang="en-AS"/>
                        </a:p>
                      </a:txBody>
                      <a:tcPr marL="54219" marR="54219" marT="0" marB="0" anchor="ctr">
                        <a:blipFill>
                          <a:blip r:embed="rId5"/>
                          <a:stretch>
                            <a:fillRect l="-123034" t="-795238" r="-543820" b="-103175"/>
                          </a:stretch>
                        </a:blipFill>
                      </a:tcPr>
                    </a:tc>
                    <a:tc>
                      <a:txBody>
                        <a:bodyPr/>
                        <a:lstStyle/>
                        <a:p>
                          <a:endParaRPr lang="en-AS"/>
                        </a:p>
                      </a:txBody>
                      <a:tcPr marL="54219" marR="54219" marT="0" marB="0" anchor="ctr">
                        <a:blipFill>
                          <a:blip r:embed="rId5"/>
                          <a:stretch>
                            <a:fillRect l="-234911" t="-795238" r="-472781" b="-103175"/>
                          </a:stretch>
                        </a:blipFill>
                      </a:tcPr>
                    </a:tc>
                    <a:tc>
                      <a:txBody>
                        <a:bodyPr/>
                        <a:lstStyle/>
                        <a:p>
                          <a:endParaRPr lang="en-AS"/>
                        </a:p>
                      </a:txBody>
                      <a:tcPr marL="54219" marR="54219" marT="0" marB="0" anchor="ctr">
                        <a:blipFill>
                          <a:blip r:embed="rId5"/>
                          <a:stretch>
                            <a:fillRect l="-208088" t="-795238" r="-193750" b="-103175"/>
                          </a:stretch>
                        </a:blipFill>
                      </a:tcPr>
                    </a:tc>
                    <a:tc>
                      <a:txBody>
                        <a:bodyPr/>
                        <a:lstStyle/>
                        <a:p>
                          <a:endParaRPr lang="en-AS"/>
                        </a:p>
                      </a:txBody>
                      <a:tcPr marL="54219" marR="54219" marT="0" marB="0" anchor="ctr">
                        <a:blipFill>
                          <a:blip r:embed="rId5"/>
                          <a:stretch>
                            <a:fillRect l="-573973" t="-795238" r="-260959" b="-103175"/>
                          </a:stretch>
                        </a:blipFill>
                      </a:tcPr>
                    </a:tc>
                    <a:tc>
                      <a:txBody>
                        <a:bodyPr/>
                        <a:lstStyle/>
                        <a:p>
                          <a:endParaRPr lang="en-AS"/>
                        </a:p>
                      </a:txBody>
                      <a:tcPr marL="54219" marR="54219" marT="0" marB="0" anchor="ctr">
                        <a:blipFill>
                          <a:blip r:embed="rId5"/>
                          <a:stretch>
                            <a:fillRect l="-718248" t="-795238" r="-178102" b="-103175"/>
                          </a:stretch>
                        </a:blipFill>
                      </a:tcPr>
                    </a:tc>
                    <a:tc>
                      <a:txBody>
                        <a:bodyPr/>
                        <a:lstStyle/>
                        <a:p>
                          <a:endParaRPr lang="en-AS"/>
                        </a:p>
                      </a:txBody>
                      <a:tcPr marL="54219" marR="54219" marT="0" marB="0" anchor="ctr">
                        <a:blipFill>
                          <a:blip r:embed="rId5"/>
                          <a:stretch>
                            <a:fillRect l="-467083" t="-795238" r="-1667" b="-103175"/>
                          </a:stretch>
                        </a:blipFill>
                      </a:tcPr>
                    </a:tc>
                    <a:extLst>
                      <a:ext uri="{0D108BD9-81ED-4DB2-BD59-A6C34878D82A}">
                        <a16:rowId xmlns:a16="http://schemas.microsoft.com/office/drawing/2014/main" val="4246883260"/>
                      </a:ext>
                    </a:extLst>
                  </a:tr>
                  <a:tr h="382016">
                    <a:tc>
                      <a:txBody>
                        <a:bodyPr/>
                        <a:lstStyle/>
                        <a:p>
                          <a:endParaRPr lang="en-AS"/>
                        </a:p>
                      </a:txBody>
                      <a:tcPr marL="54219" marR="54219" marT="0" marB="0" anchor="ctr">
                        <a:blipFill>
                          <a:blip r:embed="rId5"/>
                          <a:stretch>
                            <a:fillRect l="-800" t="-895238" r="-991200" b="-3175"/>
                          </a:stretch>
                        </a:blipFill>
                      </a:tcPr>
                    </a:tc>
                    <a:tc>
                      <a:txBody>
                        <a:bodyPr/>
                        <a:lstStyle/>
                        <a:p>
                          <a:endParaRPr lang="en-AS"/>
                        </a:p>
                      </a:txBody>
                      <a:tcPr marL="54219" marR="54219" marT="0" marB="0" anchor="ctr">
                        <a:blipFill>
                          <a:blip r:embed="rId5"/>
                          <a:stretch>
                            <a:fillRect l="-135484" t="-895238" r="-1232258" b="-3175"/>
                          </a:stretch>
                        </a:blipFill>
                      </a:tcPr>
                    </a:tc>
                    <a:tc>
                      <a:txBody>
                        <a:bodyPr/>
                        <a:lstStyle/>
                        <a:p>
                          <a:endParaRPr lang="en-AS"/>
                        </a:p>
                      </a:txBody>
                      <a:tcPr marL="54219" marR="54219" marT="0" marB="0" anchor="ctr">
                        <a:blipFill>
                          <a:blip r:embed="rId5"/>
                          <a:stretch>
                            <a:fillRect l="-123034" t="-895238" r="-543820" b="-3175"/>
                          </a:stretch>
                        </a:blipFill>
                      </a:tcPr>
                    </a:tc>
                    <a:tc>
                      <a:txBody>
                        <a:bodyPr/>
                        <a:lstStyle/>
                        <a:p>
                          <a:endParaRPr lang="en-AS"/>
                        </a:p>
                      </a:txBody>
                      <a:tcPr marL="54219" marR="54219" marT="0" marB="0" anchor="ctr">
                        <a:blipFill>
                          <a:blip r:embed="rId5"/>
                          <a:stretch>
                            <a:fillRect l="-234911" t="-895238" r="-472781" b="-3175"/>
                          </a:stretch>
                        </a:blipFill>
                      </a:tcPr>
                    </a:tc>
                    <a:tc>
                      <a:txBody>
                        <a:bodyPr/>
                        <a:lstStyle/>
                        <a:p>
                          <a:endParaRPr lang="en-AS"/>
                        </a:p>
                      </a:txBody>
                      <a:tcPr marL="54219" marR="54219" marT="0" marB="0" anchor="ctr">
                        <a:blipFill>
                          <a:blip r:embed="rId5"/>
                          <a:stretch>
                            <a:fillRect l="-208088" t="-895238" r="-193750" b="-3175"/>
                          </a:stretch>
                        </a:blipFill>
                      </a:tcPr>
                    </a:tc>
                    <a:tc>
                      <a:txBody>
                        <a:bodyPr/>
                        <a:lstStyle/>
                        <a:p>
                          <a:endParaRPr lang="en-AS"/>
                        </a:p>
                      </a:txBody>
                      <a:tcPr marL="54219" marR="54219" marT="0" marB="0" anchor="ctr">
                        <a:blipFill>
                          <a:blip r:embed="rId5"/>
                          <a:stretch>
                            <a:fillRect l="-573973" t="-895238" r="-260959" b="-3175"/>
                          </a:stretch>
                        </a:blipFill>
                      </a:tcPr>
                    </a:tc>
                    <a:tc>
                      <a:txBody>
                        <a:bodyPr/>
                        <a:lstStyle/>
                        <a:p>
                          <a:endParaRPr lang="en-AS"/>
                        </a:p>
                      </a:txBody>
                      <a:tcPr marL="54219" marR="54219" marT="0" marB="0" anchor="ctr">
                        <a:blipFill>
                          <a:blip r:embed="rId5"/>
                          <a:stretch>
                            <a:fillRect l="-718248" t="-895238" r="-178102" b="-3175"/>
                          </a:stretch>
                        </a:blipFill>
                      </a:tcPr>
                    </a:tc>
                    <a:tc>
                      <a:txBody>
                        <a:bodyPr/>
                        <a:lstStyle/>
                        <a:p>
                          <a:endParaRPr lang="en-AS"/>
                        </a:p>
                      </a:txBody>
                      <a:tcPr marL="54219" marR="54219" marT="0" marB="0" anchor="ctr">
                        <a:blipFill>
                          <a:blip r:embed="rId5"/>
                          <a:stretch>
                            <a:fillRect l="-467083" t="-895238" r="-1667" b="-3175"/>
                          </a:stretch>
                        </a:blipFill>
                      </a:tcPr>
                    </a:tc>
                    <a:extLst>
                      <a:ext uri="{0D108BD9-81ED-4DB2-BD59-A6C34878D82A}">
                        <a16:rowId xmlns:a16="http://schemas.microsoft.com/office/drawing/2014/main" val="3199892548"/>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77" name="Table 76">
                <a:extLst>
                  <a:ext uri="{FF2B5EF4-FFF2-40B4-BE49-F238E27FC236}">
                    <a16:creationId xmlns:a16="http://schemas.microsoft.com/office/drawing/2014/main" id="{DAC8AB9E-3664-CACF-6CDF-744FA143A415}"/>
                  </a:ext>
                </a:extLst>
              </p:cNvPr>
              <p:cNvGraphicFramePr>
                <a:graphicFrameLocks noGrp="1"/>
              </p:cNvGraphicFramePr>
              <p:nvPr>
                <p:extLst>
                  <p:ext uri="{D42A27DB-BD31-4B8C-83A1-F6EECF244321}">
                    <p14:modId xmlns:p14="http://schemas.microsoft.com/office/powerpoint/2010/main" val="1438464515"/>
                  </p:ext>
                </p:extLst>
              </p:nvPr>
            </p:nvGraphicFramePr>
            <p:xfrm>
              <a:off x="1952927" y="5093843"/>
              <a:ext cx="8286146" cy="382016"/>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smtClean="0">
                                    <a:solidFill>
                                      <a:schemeClr val="tx1"/>
                                    </a:solidFill>
                                    <a:effectLst/>
                                    <a:latin typeface="Cambria Math" panose="02040503050406030204" pitchFamily="18" charset="0"/>
                                  </a:rPr>
                                  <m:t>61</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smtClean="0">
                                    <a:solidFill>
                                      <a:schemeClr val="tx1"/>
                                    </a:solidFill>
                                    <a:effectLst/>
                                    <a:latin typeface="Cambria Math" panose="02040503050406030204" pitchFamily="18" charset="0"/>
                                  </a:rPr>
                                  <m:t>1024</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smtClean="0">
                                    <a:solidFill>
                                      <a:schemeClr val="tx1"/>
                                    </a:solidFill>
                                    <a:effectLst/>
                                    <a:latin typeface="Cambria Math" panose="02040503050406030204" pitchFamily="18" charset="0"/>
                                  </a:rPr>
                                  <m:t>0</m:t>
                                </m:r>
                                <m:r>
                                  <a:rPr lang="en-US" sz="1600" b="0" i="1" kern="100" smtClean="0">
                                    <a:solidFill>
                                      <a:schemeClr val="tx1"/>
                                    </a:solidFill>
                                    <a:effectLst/>
                                    <a:latin typeface="Cambria Math" panose="02040503050406030204" pitchFamily="18" charset="0"/>
                                  </a:rPr>
                                  <m:t>.</m:t>
                                </m:r>
                                <m:r>
                                  <a:rPr lang="en-US" sz="1600" b="0" i="1" kern="100" smtClean="0">
                                    <a:solidFill>
                                      <a:schemeClr val="tx1"/>
                                    </a:solidFill>
                                    <a:effectLst/>
                                    <a:latin typeface="Cambria Math" panose="02040503050406030204" pitchFamily="18" charset="0"/>
                                  </a:rPr>
                                  <m:t>10379</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smtClean="0">
                                    <a:solidFill>
                                      <a:schemeClr val="tx1"/>
                                    </a:solidFill>
                                    <a:effectLst/>
                                    <a:latin typeface="Cambria Math" panose="02040503050406030204" pitchFamily="18" charset="0"/>
                                  </a:rPr>
                                  <m:t>0</m:t>
                                </m:r>
                                <m:r>
                                  <a:rPr lang="en-US" sz="1600" b="0" i="1" kern="100" smtClean="0">
                                    <a:solidFill>
                                      <a:schemeClr val="tx1"/>
                                    </a:solidFill>
                                    <a:effectLst/>
                                    <a:latin typeface="Cambria Math" panose="02040503050406030204" pitchFamily="18" charset="0"/>
                                  </a:rPr>
                                  <m:t>.</m:t>
                                </m:r>
                                <m:r>
                                  <a:rPr lang="en-US" sz="1600" b="0" i="1" kern="100" smtClean="0">
                                    <a:solidFill>
                                      <a:schemeClr val="tx1"/>
                                    </a:solidFill>
                                    <a:effectLst/>
                                    <a:latin typeface="Cambria Math" panose="02040503050406030204" pitchFamily="18" charset="0"/>
                                  </a:rPr>
                                  <m:t>06281</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smtClean="0">
                                    <a:solidFill>
                                      <a:schemeClr val="tx1"/>
                                    </a:solidFill>
                                    <a:effectLst/>
                                    <a:latin typeface="Cambria Math" panose="02040503050406030204" pitchFamily="18" charset="0"/>
                                  </a:rPr>
                                  <m:t>45</m:t>
                                </m:r>
                                <m:r>
                                  <a:rPr lang="en-US" sz="1600" b="0" i="1" kern="100" smtClean="0">
                                    <a:solidFill>
                                      <a:schemeClr val="tx1"/>
                                    </a:solidFill>
                                    <a:effectLst/>
                                    <a:latin typeface="Cambria Math" panose="02040503050406030204" pitchFamily="18" charset="0"/>
                                  </a:rPr>
                                  <m:t>.</m:t>
                                </m:r>
                                <m:r>
                                  <a:rPr lang="en-US" sz="1600" b="0" i="1" kern="100" smtClean="0">
                                    <a:solidFill>
                                      <a:schemeClr val="tx1"/>
                                    </a:solidFill>
                                    <a:effectLst/>
                                    <a:latin typeface="Cambria Math" panose="02040503050406030204" pitchFamily="18" charset="0"/>
                                  </a:rPr>
                                  <m:t>25</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dirty="0" smtClean="0">
                                    <a:solidFill>
                                      <a:schemeClr val="tx1"/>
                                    </a:solidFill>
                                    <a:effectLst/>
                                    <a:latin typeface="Cambria Math" panose="02040503050406030204" pitchFamily="18" charset="0"/>
                                  </a:rPr>
                                  <m:t>0</m:t>
                                </m:r>
                                <m:r>
                                  <a:rPr lang="en-US" sz="1600" b="0" i="1" kern="100" dirty="0" smtClean="0">
                                    <a:solidFill>
                                      <a:schemeClr val="tx1"/>
                                    </a:solidFill>
                                    <a:effectLst/>
                                    <a:latin typeface="Cambria Math" panose="02040503050406030204" pitchFamily="18" charset="0"/>
                                  </a:rPr>
                                  <m:t>.</m:t>
                                </m:r>
                                <m:r>
                                  <a:rPr lang="en-US" sz="1600" b="0" i="1" kern="100" dirty="0" smtClean="0">
                                    <a:solidFill>
                                      <a:schemeClr val="tx1"/>
                                    </a:solidFill>
                                    <a:effectLst/>
                                    <a:latin typeface="Cambria Math" panose="02040503050406030204" pitchFamily="18" charset="0"/>
                                  </a:rPr>
                                  <m:t>10369</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dirty="0" smtClean="0">
                                    <a:solidFill>
                                      <a:schemeClr val="tx1"/>
                                    </a:solidFill>
                                    <a:effectLst/>
                                    <a:latin typeface="Cambria Math" panose="02040503050406030204" pitchFamily="18" charset="0"/>
                                  </a:rPr>
                                  <m:t>0</m:t>
                                </m:r>
                                <m:r>
                                  <a:rPr lang="en-US" sz="1600" b="0" i="1" kern="100" dirty="0" smtClean="0">
                                    <a:solidFill>
                                      <a:schemeClr val="tx1"/>
                                    </a:solidFill>
                                    <a:effectLst/>
                                    <a:latin typeface="Cambria Math" panose="02040503050406030204" pitchFamily="18" charset="0"/>
                                  </a:rPr>
                                  <m:t>.</m:t>
                                </m:r>
                                <m:r>
                                  <a:rPr lang="en-US" sz="1600" b="0" i="1" kern="100" dirty="0" smtClean="0">
                                    <a:solidFill>
                                      <a:schemeClr val="tx1"/>
                                    </a:solidFill>
                                    <a:effectLst/>
                                    <a:latin typeface="Cambria Math" panose="02040503050406030204" pitchFamily="18" charset="0"/>
                                  </a:rPr>
                                  <m:t>06281</m:t>
                                </m:r>
                              </m:oMath>
                            </m:oMathPara>
                          </a14:m>
                          <a:endParaRPr lang="en-US" b="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0" i="1" kern="100" dirty="0" smtClean="0">
                                    <a:solidFill>
                                      <a:schemeClr val="tx1"/>
                                    </a:solidFill>
                                    <a:effectLst/>
                                    <a:latin typeface="Cambria Math" panose="02040503050406030204" pitchFamily="18" charset="0"/>
                                  </a:rPr>
                                  <m:t>45</m:t>
                                </m:r>
                                <m:r>
                                  <a:rPr lang="en-US" sz="1600" b="0" i="1" kern="100" dirty="0" smtClean="0">
                                    <a:solidFill>
                                      <a:schemeClr val="tx1"/>
                                    </a:solidFill>
                                    <a:effectLst/>
                                    <a:latin typeface="Cambria Math" panose="02040503050406030204" pitchFamily="18" charset="0"/>
                                  </a:rPr>
                                  <m:t>.</m:t>
                                </m:r>
                                <m:r>
                                  <a:rPr lang="en-US" sz="1600" b="0" i="1" kern="100" dirty="0" smtClean="0">
                                    <a:solidFill>
                                      <a:schemeClr val="tx1"/>
                                    </a:solidFill>
                                    <a:effectLst/>
                                    <a:latin typeface="Cambria Math" panose="02040503050406030204" pitchFamily="18" charset="0"/>
                                  </a:rPr>
                                  <m:t>26</m:t>
                                </m:r>
                              </m:oMath>
                            </m:oMathPara>
                          </a14:m>
                          <a:endParaRPr lang="en-US" b="0" dirty="0">
                            <a:solidFill>
                              <a:schemeClr val="tx1"/>
                            </a:solidFill>
                          </a:endParaRPr>
                        </a:p>
                      </a:txBody>
                      <a:tcPr marL="54219" marR="54219" marT="0" marB="0" anchor="ctr">
                        <a:solidFill>
                          <a:srgbClr val="E7E7E7"/>
                        </a:solidFill>
                      </a:tcPr>
                    </a:tc>
                    <a:extLst>
                      <a:ext uri="{0D108BD9-81ED-4DB2-BD59-A6C34878D82A}">
                        <a16:rowId xmlns:a16="http://schemas.microsoft.com/office/drawing/2014/main" val="2324732041"/>
                      </a:ext>
                    </a:extLst>
                  </a:tr>
                </a:tbl>
              </a:graphicData>
            </a:graphic>
          </p:graphicFrame>
        </mc:Choice>
        <mc:Fallback xmlns="">
          <p:graphicFrame>
            <p:nvGraphicFramePr>
              <p:cNvPr id="77" name="Table 76">
                <a:extLst>
                  <a:ext uri="{FF2B5EF4-FFF2-40B4-BE49-F238E27FC236}">
                    <a16:creationId xmlns:a16="http://schemas.microsoft.com/office/drawing/2014/main" id="{DAC8AB9E-3664-CACF-6CDF-744FA143A415}"/>
                  </a:ext>
                </a:extLst>
              </p:cNvPr>
              <p:cNvGraphicFramePr>
                <a:graphicFrameLocks noGrp="1"/>
              </p:cNvGraphicFramePr>
              <p:nvPr>
                <p:extLst>
                  <p:ext uri="{D42A27DB-BD31-4B8C-83A1-F6EECF244321}">
                    <p14:modId xmlns:p14="http://schemas.microsoft.com/office/powerpoint/2010/main" val="1438464515"/>
                  </p:ext>
                </p:extLst>
              </p:nvPr>
            </p:nvGraphicFramePr>
            <p:xfrm>
              <a:off x="1952927" y="5093843"/>
              <a:ext cx="8286146" cy="382016"/>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82016">
                    <a:tc>
                      <a:txBody>
                        <a:bodyPr/>
                        <a:lstStyle/>
                        <a:p>
                          <a:endParaRPr lang="en-AS"/>
                        </a:p>
                      </a:txBody>
                      <a:tcPr marL="54219" marR="54219" marT="0" marB="0" anchor="ctr">
                        <a:blipFill>
                          <a:blip r:embed="rId6"/>
                          <a:stretch>
                            <a:fillRect l="-800" t="-1563" r="-991200" b="-6250"/>
                          </a:stretch>
                        </a:blipFill>
                      </a:tcPr>
                    </a:tc>
                    <a:tc>
                      <a:txBody>
                        <a:bodyPr/>
                        <a:lstStyle/>
                        <a:p>
                          <a:endParaRPr lang="en-AS"/>
                        </a:p>
                      </a:txBody>
                      <a:tcPr marL="54219" marR="54219" marT="0" marB="0" anchor="ctr">
                        <a:blipFill>
                          <a:blip r:embed="rId6"/>
                          <a:stretch>
                            <a:fillRect l="-135484" t="-1563" r="-1232258" b="-6250"/>
                          </a:stretch>
                        </a:blipFill>
                      </a:tcPr>
                    </a:tc>
                    <a:tc>
                      <a:txBody>
                        <a:bodyPr/>
                        <a:lstStyle/>
                        <a:p>
                          <a:endParaRPr lang="en-AS"/>
                        </a:p>
                      </a:txBody>
                      <a:tcPr marL="54219" marR="54219" marT="0" marB="0" anchor="ctr">
                        <a:blipFill>
                          <a:blip r:embed="rId6"/>
                          <a:stretch>
                            <a:fillRect l="-123034" t="-1563" r="-543820" b="-6250"/>
                          </a:stretch>
                        </a:blipFill>
                      </a:tcPr>
                    </a:tc>
                    <a:tc>
                      <a:txBody>
                        <a:bodyPr/>
                        <a:lstStyle/>
                        <a:p>
                          <a:endParaRPr lang="en-AS"/>
                        </a:p>
                      </a:txBody>
                      <a:tcPr marL="54219" marR="54219" marT="0" marB="0" anchor="ctr">
                        <a:blipFill>
                          <a:blip r:embed="rId6"/>
                          <a:stretch>
                            <a:fillRect l="-234911" t="-1563" r="-472781" b="-6250"/>
                          </a:stretch>
                        </a:blipFill>
                      </a:tcPr>
                    </a:tc>
                    <a:tc>
                      <a:txBody>
                        <a:bodyPr/>
                        <a:lstStyle/>
                        <a:p>
                          <a:endParaRPr lang="en-AS"/>
                        </a:p>
                      </a:txBody>
                      <a:tcPr marL="54219" marR="54219" marT="0" marB="0" anchor="ctr">
                        <a:blipFill>
                          <a:blip r:embed="rId6"/>
                          <a:stretch>
                            <a:fillRect l="-208088" t="-1563" r="-193750" b="-6250"/>
                          </a:stretch>
                        </a:blipFill>
                      </a:tcPr>
                    </a:tc>
                    <a:tc>
                      <a:txBody>
                        <a:bodyPr/>
                        <a:lstStyle/>
                        <a:p>
                          <a:endParaRPr lang="en-AS"/>
                        </a:p>
                      </a:txBody>
                      <a:tcPr marL="54219" marR="54219" marT="0" marB="0" anchor="ctr">
                        <a:blipFill>
                          <a:blip r:embed="rId6"/>
                          <a:stretch>
                            <a:fillRect l="-573973" t="-1563" r="-260959" b="-6250"/>
                          </a:stretch>
                        </a:blipFill>
                      </a:tcPr>
                    </a:tc>
                    <a:tc>
                      <a:txBody>
                        <a:bodyPr/>
                        <a:lstStyle/>
                        <a:p>
                          <a:endParaRPr lang="en-AS"/>
                        </a:p>
                      </a:txBody>
                      <a:tcPr marL="54219" marR="54219" marT="0" marB="0" anchor="ctr">
                        <a:blipFill>
                          <a:blip r:embed="rId6"/>
                          <a:stretch>
                            <a:fillRect l="-718248" t="-1563" r="-178102" b="-6250"/>
                          </a:stretch>
                        </a:blipFill>
                      </a:tcPr>
                    </a:tc>
                    <a:tc>
                      <a:txBody>
                        <a:bodyPr/>
                        <a:lstStyle/>
                        <a:p>
                          <a:endParaRPr lang="en-AS"/>
                        </a:p>
                      </a:txBody>
                      <a:tcPr marL="54219" marR="54219" marT="0" marB="0" anchor="ctr">
                        <a:blipFill>
                          <a:blip r:embed="rId6"/>
                          <a:stretch>
                            <a:fillRect l="-467083" t="-1563" r="-1667" b="-6250"/>
                          </a:stretch>
                        </a:blipFill>
                      </a:tcPr>
                    </a:tc>
                    <a:extLst>
                      <a:ext uri="{0D108BD9-81ED-4DB2-BD59-A6C34878D82A}">
                        <a16:rowId xmlns:a16="http://schemas.microsoft.com/office/drawing/2014/main" val="2324732041"/>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79" name="Table 78">
                <a:extLst>
                  <a:ext uri="{FF2B5EF4-FFF2-40B4-BE49-F238E27FC236}">
                    <a16:creationId xmlns:a16="http://schemas.microsoft.com/office/drawing/2014/main" id="{F1ED47BE-C7F9-A489-B0F0-10EFC8D3521F}"/>
                  </a:ext>
                </a:extLst>
              </p:cNvPr>
              <p:cNvGraphicFramePr>
                <a:graphicFrameLocks noGrp="1"/>
              </p:cNvGraphicFramePr>
              <p:nvPr/>
            </p:nvGraphicFramePr>
            <p:xfrm>
              <a:off x="1952927" y="5475859"/>
              <a:ext cx="8286146" cy="764032"/>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70</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1024</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10377</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06278</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45</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23</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10385</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06279</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solidFill>
                                      <a:schemeClr val="tx1"/>
                                    </a:solidFill>
                                    <a:effectLst/>
                                    <a:latin typeface="Cambria Math" panose="02040503050406030204" pitchFamily="18" charset="0"/>
                                    <a:cs typeface="Times New Roman" panose="02020603050405020304" pitchFamily="18" charset="0"/>
                                  </a:rPr>
                                  <m:t>45</m:t>
                                </m:r>
                                <m:r>
                                  <a:rPr lang="en-US" sz="1600" i="1" kern="100" dirty="0" smtClean="0">
                                    <a:solidFill>
                                      <a:schemeClr val="tx1"/>
                                    </a:solidFill>
                                    <a:effectLst/>
                                    <a:latin typeface="Cambria Math" panose="02040503050406030204" pitchFamily="18" charset="0"/>
                                    <a:cs typeface="Times New Roman" panose="02020603050405020304" pitchFamily="18" charset="0"/>
                                  </a:rPr>
                                  <m:t>.</m:t>
                                </m:r>
                                <m:r>
                                  <a:rPr lang="en-US" sz="1600" i="1" kern="100" dirty="0" smtClean="0">
                                    <a:solidFill>
                                      <a:schemeClr val="tx1"/>
                                    </a:solidFill>
                                    <a:effectLst/>
                                    <a:latin typeface="Cambria Math" panose="02040503050406030204" pitchFamily="18" charset="0"/>
                                    <a:cs typeface="Times New Roman" panose="02020603050405020304" pitchFamily="18" charset="0"/>
                                  </a:rPr>
                                  <m:t>25</m:t>
                                </m:r>
                              </m:oMath>
                            </m:oMathPara>
                          </a14:m>
                          <a:endParaRPr lang="en-US" dirty="0">
                            <a:solidFill>
                              <a:schemeClr val="tx1"/>
                            </a:solidFill>
                          </a:endParaRPr>
                        </a:p>
                      </a:txBody>
                      <a:tcPr marL="54219" marR="54219" marT="0" marB="0" anchor="ctr">
                        <a:solidFill>
                          <a:srgbClr val="CBCBCB"/>
                        </a:solidFill>
                      </a:tcPr>
                    </a:tc>
                    <a:extLst>
                      <a:ext uri="{0D108BD9-81ED-4DB2-BD59-A6C34878D82A}">
                        <a16:rowId xmlns:a16="http://schemas.microsoft.com/office/drawing/2014/main" val="785552584"/>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75</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1024</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10363</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06278</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45</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24</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10380</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06279</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solidFill>
                                      <a:schemeClr val="tx1"/>
                                    </a:solidFill>
                                    <a:effectLst/>
                                    <a:latin typeface="Cambria Math" panose="02040503050406030204" pitchFamily="18" charset="0"/>
                                    <a:cs typeface="Times New Roman" panose="02020603050405020304" pitchFamily="18" charset="0"/>
                                  </a:rPr>
                                  <m:t>45</m:t>
                                </m:r>
                                <m:r>
                                  <a:rPr lang="en-US" sz="1600" i="1" kern="100" dirty="0" smtClean="0">
                                    <a:solidFill>
                                      <a:schemeClr val="tx1"/>
                                    </a:solidFill>
                                    <a:effectLst/>
                                    <a:latin typeface="Cambria Math" panose="02040503050406030204" pitchFamily="18" charset="0"/>
                                    <a:cs typeface="Times New Roman" panose="02020603050405020304" pitchFamily="18" charset="0"/>
                                  </a:rPr>
                                  <m:t>.</m:t>
                                </m:r>
                                <m:r>
                                  <a:rPr lang="en-US" sz="1600" i="1" kern="100" dirty="0" smtClean="0">
                                    <a:solidFill>
                                      <a:schemeClr val="tx1"/>
                                    </a:solidFill>
                                    <a:effectLst/>
                                    <a:latin typeface="Cambria Math" panose="02040503050406030204" pitchFamily="18" charset="0"/>
                                    <a:cs typeface="Times New Roman" panose="02020603050405020304" pitchFamily="18" charset="0"/>
                                  </a:rPr>
                                  <m:t>26</m:t>
                                </m:r>
                              </m:oMath>
                            </m:oMathPara>
                          </a14:m>
                          <a:endParaRPr lang="en-US" dirty="0">
                            <a:solidFill>
                              <a:schemeClr val="tx1"/>
                            </a:solidFill>
                          </a:endParaRPr>
                        </a:p>
                      </a:txBody>
                      <a:tcPr marL="54219" marR="54219" marT="0" marB="0" anchor="ctr">
                        <a:solidFill>
                          <a:srgbClr val="E7E7E7"/>
                        </a:solidFill>
                      </a:tcPr>
                    </a:tc>
                    <a:extLst>
                      <a:ext uri="{0D108BD9-81ED-4DB2-BD59-A6C34878D82A}">
                        <a16:rowId xmlns:a16="http://schemas.microsoft.com/office/drawing/2014/main" val="663055297"/>
                      </a:ext>
                    </a:extLst>
                  </a:tr>
                </a:tbl>
              </a:graphicData>
            </a:graphic>
          </p:graphicFrame>
        </mc:Choice>
        <mc:Fallback xmlns="">
          <p:graphicFrame>
            <p:nvGraphicFramePr>
              <p:cNvPr id="79" name="Table 78">
                <a:extLst>
                  <a:ext uri="{FF2B5EF4-FFF2-40B4-BE49-F238E27FC236}">
                    <a16:creationId xmlns:a16="http://schemas.microsoft.com/office/drawing/2014/main" id="{F1ED47BE-C7F9-A489-B0F0-10EFC8D3521F}"/>
                  </a:ext>
                </a:extLst>
              </p:cNvPr>
              <p:cNvGraphicFramePr>
                <a:graphicFrameLocks noGrp="1"/>
              </p:cNvGraphicFramePr>
              <p:nvPr/>
            </p:nvGraphicFramePr>
            <p:xfrm>
              <a:off x="1952927" y="5475859"/>
              <a:ext cx="8286146" cy="764032"/>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82016">
                    <a:tc>
                      <a:txBody>
                        <a:bodyPr/>
                        <a:lstStyle/>
                        <a:p>
                          <a:endParaRPr lang="en-AS"/>
                        </a:p>
                      </a:txBody>
                      <a:tcPr marL="54219" marR="54219" marT="0" marB="0" anchor="ctr">
                        <a:blipFill>
                          <a:blip r:embed="rId7"/>
                          <a:stretch>
                            <a:fillRect l="-800" t="-1587" r="-991200" b="-103175"/>
                          </a:stretch>
                        </a:blipFill>
                      </a:tcPr>
                    </a:tc>
                    <a:tc>
                      <a:txBody>
                        <a:bodyPr/>
                        <a:lstStyle/>
                        <a:p>
                          <a:endParaRPr lang="en-AS"/>
                        </a:p>
                      </a:txBody>
                      <a:tcPr marL="54219" marR="54219" marT="0" marB="0" anchor="ctr">
                        <a:blipFill>
                          <a:blip r:embed="rId7"/>
                          <a:stretch>
                            <a:fillRect l="-135484" t="-1587" r="-1232258" b="-103175"/>
                          </a:stretch>
                        </a:blipFill>
                      </a:tcPr>
                    </a:tc>
                    <a:tc>
                      <a:txBody>
                        <a:bodyPr/>
                        <a:lstStyle/>
                        <a:p>
                          <a:endParaRPr lang="en-AS"/>
                        </a:p>
                      </a:txBody>
                      <a:tcPr marL="54219" marR="54219" marT="0" marB="0" anchor="ctr">
                        <a:blipFill>
                          <a:blip r:embed="rId7"/>
                          <a:stretch>
                            <a:fillRect l="-123034" t="-1587" r="-543820" b="-103175"/>
                          </a:stretch>
                        </a:blipFill>
                      </a:tcPr>
                    </a:tc>
                    <a:tc>
                      <a:txBody>
                        <a:bodyPr/>
                        <a:lstStyle/>
                        <a:p>
                          <a:endParaRPr lang="en-AS"/>
                        </a:p>
                      </a:txBody>
                      <a:tcPr marL="54219" marR="54219" marT="0" marB="0" anchor="ctr">
                        <a:blipFill>
                          <a:blip r:embed="rId7"/>
                          <a:stretch>
                            <a:fillRect l="-234911" t="-1587" r="-472781" b="-103175"/>
                          </a:stretch>
                        </a:blipFill>
                      </a:tcPr>
                    </a:tc>
                    <a:tc>
                      <a:txBody>
                        <a:bodyPr/>
                        <a:lstStyle/>
                        <a:p>
                          <a:endParaRPr lang="en-AS"/>
                        </a:p>
                      </a:txBody>
                      <a:tcPr marL="54219" marR="54219" marT="0" marB="0" anchor="ctr">
                        <a:blipFill>
                          <a:blip r:embed="rId7"/>
                          <a:stretch>
                            <a:fillRect l="-208088" t="-1587" r="-193750" b="-103175"/>
                          </a:stretch>
                        </a:blipFill>
                      </a:tcPr>
                    </a:tc>
                    <a:tc>
                      <a:txBody>
                        <a:bodyPr/>
                        <a:lstStyle/>
                        <a:p>
                          <a:endParaRPr lang="en-AS"/>
                        </a:p>
                      </a:txBody>
                      <a:tcPr marL="54219" marR="54219" marT="0" marB="0" anchor="ctr">
                        <a:blipFill>
                          <a:blip r:embed="rId7"/>
                          <a:stretch>
                            <a:fillRect l="-573973" t="-1587" r="-260959" b="-103175"/>
                          </a:stretch>
                        </a:blipFill>
                      </a:tcPr>
                    </a:tc>
                    <a:tc>
                      <a:txBody>
                        <a:bodyPr/>
                        <a:lstStyle/>
                        <a:p>
                          <a:endParaRPr lang="en-AS"/>
                        </a:p>
                      </a:txBody>
                      <a:tcPr marL="54219" marR="54219" marT="0" marB="0" anchor="ctr">
                        <a:blipFill>
                          <a:blip r:embed="rId7"/>
                          <a:stretch>
                            <a:fillRect l="-718248" t="-1587" r="-178102" b="-103175"/>
                          </a:stretch>
                        </a:blipFill>
                      </a:tcPr>
                    </a:tc>
                    <a:tc>
                      <a:txBody>
                        <a:bodyPr/>
                        <a:lstStyle/>
                        <a:p>
                          <a:endParaRPr lang="en-AS"/>
                        </a:p>
                      </a:txBody>
                      <a:tcPr marL="54219" marR="54219" marT="0" marB="0" anchor="ctr">
                        <a:blipFill>
                          <a:blip r:embed="rId7"/>
                          <a:stretch>
                            <a:fillRect l="-467083" t="-1587" r="-1667" b="-103175"/>
                          </a:stretch>
                        </a:blipFill>
                      </a:tcPr>
                    </a:tc>
                    <a:extLst>
                      <a:ext uri="{0D108BD9-81ED-4DB2-BD59-A6C34878D82A}">
                        <a16:rowId xmlns:a16="http://schemas.microsoft.com/office/drawing/2014/main" val="785552584"/>
                      </a:ext>
                    </a:extLst>
                  </a:tr>
                  <a:tr h="382016">
                    <a:tc>
                      <a:txBody>
                        <a:bodyPr/>
                        <a:lstStyle/>
                        <a:p>
                          <a:endParaRPr lang="en-AS"/>
                        </a:p>
                      </a:txBody>
                      <a:tcPr marL="54219" marR="54219" marT="0" marB="0" anchor="ctr">
                        <a:blipFill>
                          <a:blip r:embed="rId7"/>
                          <a:stretch>
                            <a:fillRect l="-800" t="-101587" r="-991200" b="-3175"/>
                          </a:stretch>
                        </a:blipFill>
                      </a:tcPr>
                    </a:tc>
                    <a:tc>
                      <a:txBody>
                        <a:bodyPr/>
                        <a:lstStyle/>
                        <a:p>
                          <a:endParaRPr lang="en-AS"/>
                        </a:p>
                      </a:txBody>
                      <a:tcPr marL="54219" marR="54219" marT="0" marB="0" anchor="ctr">
                        <a:blipFill>
                          <a:blip r:embed="rId7"/>
                          <a:stretch>
                            <a:fillRect l="-135484" t="-101587" r="-1232258" b="-3175"/>
                          </a:stretch>
                        </a:blipFill>
                      </a:tcPr>
                    </a:tc>
                    <a:tc>
                      <a:txBody>
                        <a:bodyPr/>
                        <a:lstStyle/>
                        <a:p>
                          <a:endParaRPr lang="en-AS"/>
                        </a:p>
                      </a:txBody>
                      <a:tcPr marL="54219" marR="54219" marT="0" marB="0" anchor="ctr">
                        <a:blipFill>
                          <a:blip r:embed="rId7"/>
                          <a:stretch>
                            <a:fillRect l="-123034" t="-101587" r="-543820" b="-3175"/>
                          </a:stretch>
                        </a:blipFill>
                      </a:tcPr>
                    </a:tc>
                    <a:tc>
                      <a:txBody>
                        <a:bodyPr/>
                        <a:lstStyle/>
                        <a:p>
                          <a:endParaRPr lang="en-AS"/>
                        </a:p>
                      </a:txBody>
                      <a:tcPr marL="54219" marR="54219" marT="0" marB="0" anchor="ctr">
                        <a:blipFill>
                          <a:blip r:embed="rId7"/>
                          <a:stretch>
                            <a:fillRect l="-234911" t="-101587" r="-472781" b="-3175"/>
                          </a:stretch>
                        </a:blipFill>
                      </a:tcPr>
                    </a:tc>
                    <a:tc>
                      <a:txBody>
                        <a:bodyPr/>
                        <a:lstStyle/>
                        <a:p>
                          <a:endParaRPr lang="en-AS"/>
                        </a:p>
                      </a:txBody>
                      <a:tcPr marL="54219" marR="54219" marT="0" marB="0" anchor="ctr">
                        <a:blipFill>
                          <a:blip r:embed="rId7"/>
                          <a:stretch>
                            <a:fillRect l="-208088" t="-101587" r="-193750" b="-3175"/>
                          </a:stretch>
                        </a:blipFill>
                      </a:tcPr>
                    </a:tc>
                    <a:tc>
                      <a:txBody>
                        <a:bodyPr/>
                        <a:lstStyle/>
                        <a:p>
                          <a:endParaRPr lang="en-AS"/>
                        </a:p>
                      </a:txBody>
                      <a:tcPr marL="54219" marR="54219" marT="0" marB="0" anchor="ctr">
                        <a:blipFill>
                          <a:blip r:embed="rId7"/>
                          <a:stretch>
                            <a:fillRect l="-573973" t="-101587" r="-260959" b="-3175"/>
                          </a:stretch>
                        </a:blipFill>
                      </a:tcPr>
                    </a:tc>
                    <a:tc>
                      <a:txBody>
                        <a:bodyPr/>
                        <a:lstStyle/>
                        <a:p>
                          <a:endParaRPr lang="en-AS"/>
                        </a:p>
                      </a:txBody>
                      <a:tcPr marL="54219" marR="54219" marT="0" marB="0" anchor="ctr">
                        <a:blipFill>
                          <a:blip r:embed="rId7"/>
                          <a:stretch>
                            <a:fillRect l="-718248" t="-101587" r="-178102" b="-3175"/>
                          </a:stretch>
                        </a:blipFill>
                      </a:tcPr>
                    </a:tc>
                    <a:tc>
                      <a:txBody>
                        <a:bodyPr/>
                        <a:lstStyle/>
                        <a:p>
                          <a:endParaRPr lang="en-AS"/>
                        </a:p>
                      </a:txBody>
                      <a:tcPr marL="54219" marR="54219" marT="0" marB="0" anchor="ctr">
                        <a:blipFill>
                          <a:blip r:embed="rId7"/>
                          <a:stretch>
                            <a:fillRect l="-467083" t="-101587" r="-1667" b="-3175"/>
                          </a:stretch>
                        </a:blipFill>
                      </a:tcPr>
                    </a:tc>
                    <a:extLst>
                      <a:ext uri="{0D108BD9-81ED-4DB2-BD59-A6C34878D82A}">
                        <a16:rowId xmlns:a16="http://schemas.microsoft.com/office/drawing/2014/main" val="663055297"/>
                      </a:ext>
                    </a:extLst>
                  </a:tr>
                </a:tbl>
              </a:graphicData>
            </a:graphic>
          </p:graphicFrame>
        </mc:Fallback>
      </mc:AlternateContent>
    </p:spTree>
    <p:extLst>
      <p:ext uri="{BB962C8B-B14F-4D97-AF65-F5344CB8AC3E}">
        <p14:creationId xmlns:p14="http://schemas.microsoft.com/office/powerpoint/2010/main" val="32316014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18425D-08E3-C857-8DD9-8943C00A1CDB}"/>
            </a:ext>
          </a:extLst>
        </p:cNvPr>
        <p:cNvGrpSpPr/>
        <p:nvPr/>
      </p:nvGrpSpPr>
      <p:grpSpPr>
        <a:xfrm>
          <a:off x="0" y="0"/>
          <a:ext cx="0" cy="0"/>
          <a:chOff x="0" y="0"/>
          <a:chExt cx="0" cy="0"/>
        </a:xfrm>
      </p:grpSpPr>
      <p:pic>
        <p:nvPicPr>
          <p:cNvPr id="4" name="Graphic 3" descr="Cloud with solid fill">
            <a:extLst>
              <a:ext uri="{FF2B5EF4-FFF2-40B4-BE49-F238E27FC236}">
                <a16:creationId xmlns:a16="http://schemas.microsoft.com/office/drawing/2014/main" id="{89B55B96-F444-BD45-4795-C78439805447}"/>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96246" y="-1898758"/>
            <a:ext cx="7307834" cy="7307834"/>
          </a:xfrm>
          <a:prstGeom prst="rect">
            <a:avLst/>
          </a:prstGeom>
        </p:spPr>
      </p:pic>
      <p:sp>
        <p:nvSpPr>
          <p:cNvPr id="2" name="Title">
            <a:extLst>
              <a:ext uri="{FF2B5EF4-FFF2-40B4-BE49-F238E27FC236}">
                <a16:creationId xmlns:a16="http://schemas.microsoft.com/office/drawing/2014/main" id="{9E8B1146-449B-0074-0157-FC7FC54310A8}"/>
              </a:ext>
            </a:extLst>
          </p:cNvPr>
          <p:cNvSpPr txBox="1">
            <a:spLocks/>
          </p:cNvSpPr>
          <p:nvPr/>
        </p:nvSpPr>
        <p:spPr>
          <a:xfrm>
            <a:off x="2017665" y="318147"/>
            <a:ext cx="4666914"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Training result</a:t>
            </a:r>
          </a:p>
        </p:txBody>
      </p:sp>
      <p:pic>
        <p:nvPicPr>
          <p:cNvPr id="76" name="Graphic 75" descr="Cloud Computing with solid fill">
            <a:extLst>
              <a:ext uri="{FF2B5EF4-FFF2-40B4-BE49-F238E27FC236}">
                <a16:creationId xmlns:a16="http://schemas.microsoft.com/office/drawing/2014/main" id="{3E37DE6E-2DB4-D667-8D3D-6BDB81643D1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27FC8B30-1375-11BC-F937-92F66E67A7A9}"/>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211B952C-6E3A-9A0E-08A2-D9F4C76B4B43}"/>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50</a:t>
            </a:fld>
            <a:endParaRPr lang="en-AS"/>
          </a:p>
        </p:txBody>
      </p:sp>
      <p:sp>
        <p:nvSpPr>
          <p:cNvPr id="82" name="Freeform 3">
            <a:extLst>
              <a:ext uri="{FF2B5EF4-FFF2-40B4-BE49-F238E27FC236}">
                <a16:creationId xmlns:a16="http://schemas.microsoft.com/office/drawing/2014/main" id="{D6A6DE4D-E9F6-EB24-1412-367046716F8A}"/>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dirty="0"/>
          </a:p>
        </p:txBody>
      </p:sp>
      <mc:AlternateContent xmlns:mc="http://schemas.openxmlformats.org/markup-compatibility/2006" xmlns:a14="http://schemas.microsoft.com/office/drawing/2010/main">
        <mc:Choice Requires="a14">
          <p:graphicFrame>
            <p:nvGraphicFramePr>
              <p:cNvPr id="74" name="Table 73">
                <a:extLst>
                  <a:ext uri="{FF2B5EF4-FFF2-40B4-BE49-F238E27FC236}">
                    <a16:creationId xmlns:a16="http://schemas.microsoft.com/office/drawing/2014/main" id="{0D37DEDD-0334-EFC6-DF2B-84FDF9CAF562}"/>
                  </a:ext>
                </a:extLst>
              </p:cNvPr>
              <p:cNvGraphicFramePr>
                <a:graphicFrameLocks noGrp="1"/>
              </p:cNvGraphicFramePr>
              <p:nvPr>
                <p:extLst>
                  <p:ext uri="{D42A27DB-BD31-4B8C-83A1-F6EECF244321}">
                    <p14:modId xmlns:p14="http://schemas.microsoft.com/office/powerpoint/2010/main" val="4032330984"/>
                  </p:ext>
                </p:extLst>
              </p:nvPr>
            </p:nvGraphicFramePr>
            <p:xfrm>
              <a:off x="1952927" y="1284859"/>
              <a:ext cx="8286146" cy="3808984"/>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Epoch </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λ</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Loss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Val Loss</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extLst>
                      <a:ext uri="{0D108BD9-81ED-4DB2-BD59-A6C34878D82A}">
                        <a16:rowId xmlns:a16="http://schemas.microsoft.com/office/drawing/2014/main" val="1673402263"/>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1</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72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07305</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41</m:t>
                                </m:r>
                              </m:oMath>
                            </m:oMathPara>
                          </a14:m>
                          <a:endParaRPr/>
                        </a:p>
                      </a:txBody>
                      <a:tcPr marL="54219" marR="54219" marT="0" marB="0" anchor="ctr"/>
                    </a:tc>
                    <a:extLst>
                      <a:ext uri="{0D108BD9-81ED-4DB2-BD59-A6C34878D82A}">
                        <a16:rowId xmlns:a16="http://schemas.microsoft.com/office/drawing/2014/main" val="212160413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07303</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07301</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80</m:t>
                                </m:r>
                              </m:oMath>
                            </m:oMathPara>
                          </a14:m>
                          <a:endParaRPr/>
                        </a:p>
                      </a:txBody>
                      <a:tcPr marL="54219" marR="54219" marT="0" marB="0" anchor="ctr"/>
                    </a:tc>
                    <a:extLst>
                      <a:ext uri="{0D108BD9-81ED-4DB2-BD59-A6C34878D82A}">
                        <a16:rowId xmlns:a16="http://schemas.microsoft.com/office/drawing/2014/main" val="1346522948"/>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256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07302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64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07304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60</m:t>
                                </m:r>
                              </m:oMath>
                            </m:oMathPara>
                          </a14:m>
                          <a:endParaRPr/>
                        </a:p>
                      </a:txBody>
                      <a:tcPr marL="54219" marR="54219" marT="0" marB="0" anchor="ctr"/>
                    </a:tc>
                    <a:extLst>
                      <a:ext uri="{0D108BD9-81ED-4DB2-BD59-A6C34878D82A}">
                        <a16:rowId xmlns:a16="http://schemas.microsoft.com/office/drawing/2014/main" val="3975082853"/>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26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08325</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40</m:t>
                                </m:r>
                              </m:oMath>
                            </m:oMathPara>
                          </a14:m>
                          <a:endParaRPr/>
                        </a:p>
                      </a:txBody>
                      <a:tcPr marL="54219" marR="54219" marT="0" marB="0" anchor="ctr"/>
                    </a:tc>
                    <a:extLst>
                      <a:ext uri="{0D108BD9-81ED-4DB2-BD59-A6C34878D82A}">
                        <a16:rowId xmlns:a16="http://schemas.microsoft.com/office/drawing/2014/main" val="363061183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42</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08313</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41</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54</m:t>
                                </m:r>
                              </m:oMath>
                            </m:oMathPara>
                          </a14:m>
                          <a:endParaRPr/>
                        </a:p>
                      </a:txBody>
                      <a:tcPr marL="54219" marR="54219" marT="0" marB="0" anchor="ctr"/>
                    </a:tc>
                    <a:extLst>
                      <a:ext uri="{0D108BD9-81ED-4DB2-BD59-A6C34878D82A}">
                        <a16:rowId xmlns:a16="http://schemas.microsoft.com/office/drawing/2014/main" val="3989189582"/>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42</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57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08316</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50</m:t>
                                </m:r>
                              </m:oMath>
                            </m:oMathPara>
                          </a14:m>
                          <a:endParaRPr/>
                        </a:p>
                      </a:txBody>
                      <a:tcPr marL="54219" marR="54219" marT="0" marB="0" anchor="ctr"/>
                    </a:tc>
                    <a:extLst>
                      <a:ext uri="{0D108BD9-81ED-4DB2-BD59-A6C34878D82A}">
                        <a16:rowId xmlns:a16="http://schemas.microsoft.com/office/drawing/2014/main" val="2831492799"/>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08328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43</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02</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08309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43</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25</m:t>
                                </m:r>
                              </m:oMath>
                            </m:oMathPara>
                          </a14:m>
                          <a:endParaRPr/>
                        </a:p>
                      </a:txBody>
                      <a:tcPr marL="54219" marR="54219" marT="0" marB="0" anchor="ctr"/>
                    </a:tc>
                    <a:extLst>
                      <a:ext uri="{0D108BD9-81ED-4DB2-BD59-A6C34878D82A}">
                        <a16:rowId xmlns:a16="http://schemas.microsoft.com/office/drawing/2014/main" val="3785134491"/>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51</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1024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10377</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44</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53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10385</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06279</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44</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85</m:t>
                                </m:r>
                              </m:oMath>
                            </m:oMathPara>
                          </a14:m>
                          <a:endParaRPr dirty="0"/>
                        </a:p>
                      </a:txBody>
                      <a:tcPr marL="54219" marR="54219" marT="0" marB="0" anchor="ctr"/>
                    </a:tc>
                    <a:extLst>
                      <a:ext uri="{0D108BD9-81ED-4DB2-BD59-A6C34878D82A}">
                        <a16:rowId xmlns:a16="http://schemas.microsoft.com/office/drawing/2014/main" val="4246883260"/>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60</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1024</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10379</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23</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10368</m:t>
                                </m:r>
                              </m:oMath>
                            </m:oMathPara>
                          </a14:m>
                          <a:endParaRPr dirty="0"/>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06278</m:t>
                                </m:r>
                              </m:oMath>
                            </m:oMathPara>
                          </a14:m>
                          <a:endParaRPr/>
                        </a:p>
                      </a:txBody>
                      <a:tcPr marL="54219" marR="54219"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45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25</m:t>
                                </m:r>
                              </m:oMath>
                            </m:oMathPara>
                          </a14:m>
                          <a:endParaRPr dirty="0"/>
                        </a:p>
                      </a:txBody>
                      <a:tcPr marL="54219" marR="54219" marT="0" marB="0" anchor="ctr"/>
                    </a:tc>
                    <a:extLst>
                      <a:ext uri="{0D108BD9-81ED-4DB2-BD59-A6C34878D82A}">
                        <a16:rowId xmlns:a16="http://schemas.microsoft.com/office/drawing/2014/main" val="3199892548"/>
                      </a:ext>
                    </a:extLst>
                  </a:tr>
                </a:tbl>
              </a:graphicData>
            </a:graphic>
          </p:graphicFrame>
        </mc:Choice>
        <mc:Fallback xmlns="">
          <p:graphicFrame>
            <p:nvGraphicFramePr>
              <p:cNvPr id="74" name="Table 73">
                <a:extLst>
                  <a:ext uri="{FF2B5EF4-FFF2-40B4-BE49-F238E27FC236}">
                    <a16:creationId xmlns:a16="http://schemas.microsoft.com/office/drawing/2014/main" id="{0D37DEDD-0334-EFC6-DF2B-84FDF9CAF562}"/>
                  </a:ext>
                </a:extLst>
              </p:cNvPr>
              <p:cNvGraphicFramePr>
                <a:graphicFrameLocks noGrp="1"/>
              </p:cNvGraphicFramePr>
              <p:nvPr>
                <p:extLst>
                  <p:ext uri="{D42A27DB-BD31-4B8C-83A1-F6EECF244321}">
                    <p14:modId xmlns:p14="http://schemas.microsoft.com/office/powerpoint/2010/main" val="4032330984"/>
                  </p:ext>
                </p:extLst>
              </p:nvPr>
            </p:nvGraphicFramePr>
            <p:xfrm>
              <a:off x="1952927" y="1284859"/>
              <a:ext cx="8286146" cy="3808984"/>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Epoch </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λ</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Loss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Train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Val Loss</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Val 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4219" marR="54219" marT="0" marB="0" anchor="ctr"/>
                    </a:tc>
                    <a:extLst>
                      <a:ext uri="{0D108BD9-81ED-4DB2-BD59-A6C34878D82A}">
                        <a16:rowId xmlns:a16="http://schemas.microsoft.com/office/drawing/2014/main" val="1673402263"/>
                      </a:ext>
                    </a:extLst>
                  </a:tr>
                  <a:tr h="382016">
                    <a:tc>
                      <a:txBody>
                        <a:bodyPr/>
                        <a:lstStyle/>
                        <a:p>
                          <a:endParaRPr lang="en-AS"/>
                        </a:p>
                      </a:txBody>
                      <a:tcPr marL="54219" marR="54219" marT="0" marB="0" anchor="ctr">
                        <a:blipFill>
                          <a:blip r:embed="rId5"/>
                          <a:stretch>
                            <a:fillRect l="-800" t="-98413" r="-991200" b="-800000"/>
                          </a:stretch>
                        </a:blipFill>
                      </a:tcPr>
                    </a:tc>
                    <a:tc>
                      <a:txBody>
                        <a:bodyPr/>
                        <a:lstStyle/>
                        <a:p>
                          <a:endParaRPr lang="en-AS"/>
                        </a:p>
                      </a:txBody>
                      <a:tcPr marL="54219" marR="54219" marT="0" marB="0" anchor="ctr">
                        <a:blipFill>
                          <a:blip r:embed="rId5"/>
                          <a:stretch>
                            <a:fillRect l="-135484" t="-98413" r="-1232258" b="-800000"/>
                          </a:stretch>
                        </a:blipFill>
                      </a:tcPr>
                    </a:tc>
                    <a:tc>
                      <a:txBody>
                        <a:bodyPr/>
                        <a:lstStyle/>
                        <a:p>
                          <a:endParaRPr lang="en-AS"/>
                        </a:p>
                      </a:txBody>
                      <a:tcPr marL="54219" marR="54219" marT="0" marB="0" anchor="ctr">
                        <a:blipFill>
                          <a:blip r:embed="rId5"/>
                          <a:stretch>
                            <a:fillRect l="-123034" t="-98413" r="-543820" b="-800000"/>
                          </a:stretch>
                        </a:blipFill>
                      </a:tcPr>
                    </a:tc>
                    <a:tc>
                      <a:txBody>
                        <a:bodyPr/>
                        <a:lstStyle/>
                        <a:p>
                          <a:endParaRPr lang="en-AS"/>
                        </a:p>
                      </a:txBody>
                      <a:tcPr marL="54219" marR="54219" marT="0" marB="0" anchor="ctr">
                        <a:blipFill>
                          <a:blip r:embed="rId5"/>
                          <a:stretch>
                            <a:fillRect l="-234911" t="-98413" r="-472781" b="-800000"/>
                          </a:stretch>
                        </a:blipFill>
                      </a:tcPr>
                    </a:tc>
                    <a:tc>
                      <a:txBody>
                        <a:bodyPr/>
                        <a:lstStyle/>
                        <a:p>
                          <a:endParaRPr lang="en-AS"/>
                        </a:p>
                      </a:txBody>
                      <a:tcPr marL="54219" marR="54219" marT="0" marB="0" anchor="ctr">
                        <a:blipFill>
                          <a:blip r:embed="rId5"/>
                          <a:stretch>
                            <a:fillRect l="-208088" t="-98413" r="-193750" b="-800000"/>
                          </a:stretch>
                        </a:blipFill>
                      </a:tcPr>
                    </a:tc>
                    <a:tc>
                      <a:txBody>
                        <a:bodyPr/>
                        <a:lstStyle/>
                        <a:p>
                          <a:endParaRPr lang="en-AS"/>
                        </a:p>
                      </a:txBody>
                      <a:tcPr marL="54219" marR="54219" marT="0" marB="0" anchor="ctr">
                        <a:blipFill>
                          <a:blip r:embed="rId5"/>
                          <a:stretch>
                            <a:fillRect l="-573973" t="-98413" r="-260959" b="-800000"/>
                          </a:stretch>
                        </a:blipFill>
                      </a:tcPr>
                    </a:tc>
                    <a:tc>
                      <a:txBody>
                        <a:bodyPr/>
                        <a:lstStyle/>
                        <a:p>
                          <a:endParaRPr lang="en-AS"/>
                        </a:p>
                      </a:txBody>
                      <a:tcPr marL="54219" marR="54219" marT="0" marB="0" anchor="ctr">
                        <a:blipFill>
                          <a:blip r:embed="rId5"/>
                          <a:stretch>
                            <a:fillRect l="-718248" t="-98413" r="-178102" b="-800000"/>
                          </a:stretch>
                        </a:blipFill>
                      </a:tcPr>
                    </a:tc>
                    <a:tc>
                      <a:txBody>
                        <a:bodyPr/>
                        <a:lstStyle/>
                        <a:p>
                          <a:endParaRPr lang="en-AS"/>
                        </a:p>
                      </a:txBody>
                      <a:tcPr marL="54219" marR="54219" marT="0" marB="0" anchor="ctr">
                        <a:blipFill>
                          <a:blip r:embed="rId5"/>
                          <a:stretch>
                            <a:fillRect l="-467083" t="-98413" r="-1667" b="-800000"/>
                          </a:stretch>
                        </a:blipFill>
                      </a:tcPr>
                    </a:tc>
                    <a:extLst>
                      <a:ext uri="{0D108BD9-81ED-4DB2-BD59-A6C34878D82A}">
                        <a16:rowId xmlns:a16="http://schemas.microsoft.com/office/drawing/2014/main" val="2121604130"/>
                      </a:ext>
                    </a:extLst>
                  </a:tr>
                  <a:tr h="382016">
                    <a:tc>
                      <a:txBody>
                        <a:bodyPr/>
                        <a:lstStyle/>
                        <a:p>
                          <a:endParaRPr lang="en-AS"/>
                        </a:p>
                      </a:txBody>
                      <a:tcPr marL="54219" marR="54219" marT="0" marB="0" anchor="ctr">
                        <a:blipFill>
                          <a:blip r:embed="rId5"/>
                          <a:stretch>
                            <a:fillRect l="-800" t="-198413" r="-991200" b="-700000"/>
                          </a:stretch>
                        </a:blipFill>
                      </a:tcPr>
                    </a:tc>
                    <a:tc>
                      <a:txBody>
                        <a:bodyPr/>
                        <a:lstStyle/>
                        <a:p>
                          <a:endParaRPr lang="en-AS"/>
                        </a:p>
                      </a:txBody>
                      <a:tcPr marL="54219" marR="54219" marT="0" marB="0" anchor="ctr">
                        <a:blipFill>
                          <a:blip r:embed="rId5"/>
                          <a:stretch>
                            <a:fillRect l="-135484" t="-198413" r="-1232258" b="-700000"/>
                          </a:stretch>
                        </a:blipFill>
                      </a:tcPr>
                    </a:tc>
                    <a:tc>
                      <a:txBody>
                        <a:bodyPr/>
                        <a:lstStyle/>
                        <a:p>
                          <a:endParaRPr lang="en-AS"/>
                        </a:p>
                      </a:txBody>
                      <a:tcPr marL="54219" marR="54219" marT="0" marB="0" anchor="ctr">
                        <a:blipFill>
                          <a:blip r:embed="rId5"/>
                          <a:stretch>
                            <a:fillRect l="-123034" t="-198413" r="-543820" b="-700000"/>
                          </a:stretch>
                        </a:blipFill>
                      </a:tcPr>
                    </a:tc>
                    <a:tc>
                      <a:txBody>
                        <a:bodyPr/>
                        <a:lstStyle/>
                        <a:p>
                          <a:endParaRPr lang="en-AS"/>
                        </a:p>
                      </a:txBody>
                      <a:tcPr marL="54219" marR="54219" marT="0" marB="0" anchor="ctr">
                        <a:blipFill>
                          <a:blip r:embed="rId5"/>
                          <a:stretch>
                            <a:fillRect l="-234911" t="-198413" r="-472781" b="-700000"/>
                          </a:stretch>
                        </a:blipFill>
                      </a:tcPr>
                    </a:tc>
                    <a:tc>
                      <a:txBody>
                        <a:bodyPr/>
                        <a:lstStyle/>
                        <a:p>
                          <a:endParaRPr lang="en-AS"/>
                        </a:p>
                      </a:txBody>
                      <a:tcPr marL="54219" marR="54219" marT="0" marB="0" anchor="ctr">
                        <a:blipFill>
                          <a:blip r:embed="rId5"/>
                          <a:stretch>
                            <a:fillRect l="-208088" t="-198413" r="-193750" b="-700000"/>
                          </a:stretch>
                        </a:blipFill>
                      </a:tcPr>
                    </a:tc>
                    <a:tc>
                      <a:txBody>
                        <a:bodyPr/>
                        <a:lstStyle/>
                        <a:p>
                          <a:endParaRPr lang="en-AS"/>
                        </a:p>
                      </a:txBody>
                      <a:tcPr marL="54219" marR="54219" marT="0" marB="0" anchor="ctr">
                        <a:blipFill>
                          <a:blip r:embed="rId5"/>
                          <a:stretch>
                            <a:fillRect l="-573973" t="-198413" r="-260959" b="-700000"/>
                          </a:stretch>
                        </a:blipFill>
                      </a:tcPr>
                    </a:tc>
                    <a:tc>
                      <a:txBody>
                        <a:bodyPr/>
                        <a:lstStyle/>
                        <a:p>
                          <a:endParaRPr lang="en-AS"/>
                        </a:p>
                      </a:txBody>
                      <a:tcPr marL="54219" marR="54219" marT="0" marB="0" anchor="ctr">
                        <a:blipFill>
                          <a:blip r:embed="rId5"/>
                          <a:stretch>
                            <a:fillRect l="-718248" t="-198413" r="-178102" b="-700000"/>
                          </a:stretch>
                        </a:blipFill>
                      </a:tcPr>
                    </a:tc>
                    <a:tc>
                      <a:txBody>
                        <a:bodyPr/>
                        <a:lstStyle/>
                        <a:p>
                          <a:endParaRPr lang="en-AS"/>
                        </a:p>
                      </a:txBody>
                      <a:tcPr marL="54219" marR="54219" marT="0" marB="0" anchor="ctr">
                        <a:blipFill>
                          <a:blip r:embed="rId5"/>
                          <a:stretch>
                            <a:fillRect l="-467083" t="-198413" r="-1667" b="-700000"/>
                          </a:stretch>
                        </a:blipFill>
                      </a:tcPr>
                    </a:tc>
                    <a:extLst>
                      <a:ext uri="{0D108BD9-81ED-4DB2-BD59-A6C34878D82A}">
                        <a16:rowId xmlns:a16="http://schemas.microsoft.com/office/drawing/2014/main" val="1346522948"/>
                      </a:ext>
                    </a:extLst>
                  </a:tr>
                  <a:tr h="382016">
                    <a:tc>
                      <a:txBody>
                        <a:bodyPr/>
                        <a:lstStyle/>
                        <a:p>
                          <a:endParaRPr lang="en-AS"/>
                        </a:p>
                      </a:txBody>
                      <a:tcPr marL="54219" marR="54219" marT="0" marB="0" anchor="ctr">
                        <a:blipFill>
                          <a:blip r:embed="rId5"/>
                          <a:stretch>
                            <a:fillRect l="-800" t="-303226" r="-991200" b="-611290"/>
                          </a:stretch>
                        </a:blipFill>
                      </a:tcPr>
                    </a:tc>
                    <a:tc>
                      <a:txBody>
                        <a:bodyPr/>
                        <a:lstStyle/>
                        <a:p>
                          <a:endParaRPr lang="en-AS"/>
                        </a:p>
                      </a:txBody>
                      <a:tcPr marL="54219" marR="54219" marT="0" marB="0" anchor="ctr">
                        <a:blipFill>
                          <a:blip r:embed="rId5"/>
                          <a:stretch>
                            <a:fillRect l="-135484" t="-303226" r="-1232258" b="-611290"/>
                          </a:stretch>
                        </a:blipFill>
                      </a:tcPr>
                    </a:tc>
                    <a:tc>
                      <a:txBody>
                        <a:bodyPr/>
                        <a:lstStyle/>
                        <a:p>
                          <a:endParaRPr lang="en-AS"/>
                        </a:p>
                      </a:txBody>
                      <a:tcPr marL="54219" marR="54219" marT="0" marB="0" anchor="ctr">
                        <a:blipFill>
                          <a:blip r:embed="rId5"/>
                          <a:stretch>
                            <a:fillRect l="-123034" t="-303226" r="-543820" b="-611290"/>
                          </a:stretch>
                        </a:blipFill>
                      </a:tcPr>
                    </a:tc>
                    <a:tc>
                      <a:txBody>
                        <a:bodyPr/>
                        <a:lstStyle/>
                        <a:p>
                          <a:endParaRPr lang="en-AS"/>
                        </a:p>
                      </a:txBody>
                      <a:tcPr marL="54219" marR="54219" marT="0" marB="0" anchor="ctr">
                        <a:blipFill>
                          <a:blip r:embed="rId5"/>
                          <a:stretch>
                            <a:fillRect l="-234911" t="-303226" r="-472781" b="-611290"/>
                          </a:stretch>
                        </a:blipFill>
                      </a:tcPr>
                    </a:tc>
                    <a:tc>
                      <a:txBody>
                        <a:bodyPr/>
                        <a:lstStyle/>
                        <a:p>
                          <a:endParaRPr lang="en-AS"/>
                        </a:p>
                      </a:txBody>
                      <a:tcPr marL="54219" marR="54219" marT="0" marB="0" anchor="ctr">
                        <a:blipFill>
                          <a:blip r:embed="rId5"/>
                          <a:stretch>
                            <a:fillRect l="-208088" t="-303226" r="-193750" b="-611290"/>
                          </a:stretch>
                        </a:blipFill>
                      </a:tcPr>
                    </a:tc>
                    <a:tc>
                      <a:txBody>
                        <a:bodyPr/>
                        <a:lstStyle/>
                        <a:p>
                          <a:endParaRPr lang="en-AS"/>
                        </a:p>
                      </a:txBody>
                      <a:tcPr marL="54219" marR="54219" marT="0" marB="0" anchor="ctr">
                        <a:blipFill>
                          <a:blip r:embed="rId5"/>
                          <a:stretch>
                            <a:fillRect l="-573973" t="-303226" r="-260959" b="-611290"/>
                          </a:stretch>
                        </a:blipFill>
                      </a:tcPr>
                    </a:tc>
                    <a:tc>
                      <a:txBody>
                        <a:bodyPr/>
                        <a:lstStyle/>
                        <a:p>
                          <a:endParaRPr lang="en-AS"/>
                        </a:p>
                      </a:txBody>
                      <a:tcPr marL="54219" marR="54219" marT="0" marB="0" anchor="ctr">
                        <a:blipFill>
                          <a:blip r:embed="rId5"/>
                          <a:stretch>
                            <a:fillRect l="-718248" t="-303226" r="-178102" b="-611290"/>
                          </a:stretch>
                        </a:blipFill>
                      </a:tcPr>
                    </a:tc>
                    <a:tc>
                      <a:txBody>
                        <a:bodyPr/>
                        <a:lstStyle/>
                        <a:p>
                          <a:endParaRPr lang="en-AS"/>
                        </a:p>
                      </a:txBody>
                      <a:tcPr marL="54219" marR="54219" marT="0" marB="0" anchor="ctr">
                        <a:blipFill>
                          <a:blip r:embed="rId5"/>
                          <a:stretch>
                            <a:fillRect l="-467083" t="-303226" r="-1667" b="-611290"/>
                          </a:stretch>
                        </a:blipFill>
                      </a:tcPr>
                    </a:tc>
                    <a:extLst>
                      <a:ext uri="{0D108BD9-81ED-4DB2-BD59-A6C34878D82A}">
                        <a16:rowId xmlns:a16="http://schemas.microsoft.com/office/drawing/2014/main" val="3975082853"/>
                      </a:ext>
                    </a:extLst>
                  </a:tr>
                  <a:tr h="382016">
                    <a:tc>
                      <a:txBody>
                        <a:bodyPr/>
                        <a:lstStyle/>
                        <a:p>
                          <a:endParaRPr lang="en-AS"/>
                        </a:p>
                      </a:txBody>
                      <a:tcPr marL="54219" marR="54219" marT="0" marB="0" anchor="ctr">
                        <a:blipFill>
                          <a:blip r:embed="rId5"/>
                          <a:stretch>
                            <a:fillRect l="-800" t="-396825" r="-991200" b="-501587"/>
                          </a:stretch>
                        </a:blipFill>
                      </a:tcPr>
                    </a:tc>
                    <a:tc>
                      <a:txBody>
                        <a:bodyPr/>
                        <a:lstStyle/>
                        <a:p>
                          <a:endParaRPr lang="en-AS"/>
                        </a:p>
                      </a:txBody>
                      <a:tcPr marL="54219" marR="54219" marT="0" marB="0" anchor="ctr">
                        <a:blipFill>
                          <a:blip r:embed="rId5"/>
                          <a:stretch>
                            <a:fillRect l="-135484" t="-396825" r="-1232258" b="-501587"/>
                          </a:stretch>
                        </a:blipFill>
                      </a:tcPr>
                    </a:tc>
                    <a:tc>
                      <a:txBody>
                        <a:bodyPr/>
                        <a:lstStyle/>
                        <a:p>
                          <a:endParaRPr lang="en-AS"/>
                        </a:p>
                      </a:txBody>
                      <a:tcPr marL="54219" marR="54219" marT="0" marB="0" anchor="ctr">
                        <a:blipFill>
                          <a:blip r:embed="rId5"/>
                          <a:stretch>
                            <a:fillRect l="-123034" t="-396825" r="-543820" b="-501587"/>
                          </a:stretch>
                        </a:blipFill>
                      </a:tcPr>
                    </a:tc>
                    <a:tc>
                      <a:txBody>
                        <a:bodyPr/>
                        <a:lstStyle/>
                        <a:p>
                          <a:endParaRPr lang="en-AS"/>
                        </a:p>
                      </a:txBody>
                      <a:tcPr marL="54219" marR="54219" marT="0" marB="0" anchor="ctr">
                        <a:blipFill>
                          <a:blip r:embed="rId5"/>
                          <a:stretch>
                            <a:fillRect l="-234911" t="-396825" r="-472781" b="-501587"/>
                          </a:stretch>
                        </a:blipFill>
                      </a:tcPr>
                    </a:tc>
                    <a:tc>
                      <a:txBody>
                        <a:bodyPr/>
                        <a:lstStyle/>
                        <a:p>
                          <a:endParaRPr lang="en-AS"/>
                        </a:p>
                      </a:txBody>
                      <a:tcPr marL="54219" marR="54219" marT="0" marB="0" anchor="ctr">
                        <a:blipFill>
                          <a:blip r:embed="rId5"/>
                          <a:stretch>
                            <a:fillRect l="-208088" t="-396825" r="-193750" b="-501587"/>
                          </a:stretch>
                        </a:blipFill>
                      </a:tcPr>
                    </a:tc>
                    <a:tc>
                      <a:txBody>
                        <a:bodyPr/>
                        <a:lstStyle/>
                        <a:p>
                          <a:endParaRPr lang="en-AS"/>
                        </a:p>
                      </a:txBody>
                      <a:tcPr marL="54219" marR="54219" marT="0" marB="0" anchor="ctr">
                        <a:blipFill>
                          <a:blip r:embed="rId5"/>
                          <a:stretch>
                            <a:fillRect l="-573973" t="-396825" r="-260959" b="-501587"/>
                          </a:stretch>
                        </a:blipFill>
                      </a:tcPr>
                    </a:tc>
                    <a:tc>
                      <a:txBody>
                        <a:bodyPr/>
                        <a:lstStyle/>
                        <a:p>
                          <a:endParaRPr lang="en-AS"/>
                        </a:p>
                      </a:txBody>
                      <a:tcPr marL="54219" marR="54219" marT="0" marB="0" anchor="ctr">
                        <a:blipFill>
                          <a:blip r:embed="rId5"/>
                          <a:stretch>
                            <a:fillRect l="-718248" t="-396825" r="-178102" b="-501587"/>
                          </a:stretch>
                        </a:blipFill>
                      </a:tcPr>
                    </a:tc>
                    <a:tc>
                      <a:txBody>
                        <a:bodyPr/>
                        <a:lstStyle/>
                        <a:p>
                          <a:endParaRPr lang="en-AS"/>
                        </a:p>
                      </a:txBody>
                      <a:tcPr marL="54219" marR="54219" marT="0" marB="0" anchor="ctr">
                        <a:blipFill>
                          <a:blip r:embed="rId5"/>
                          <a:stretch>
                            <a:fillRect l="-467083" t="-396825" r="-1667" b="-501587"/>
                          </a:stretch>
                        </a:blipFill>
                      </a:tcPr>
                    </a:tc>
                    <a:extLst>
                      <a:ext uri="{0D108BD9-81ED-4DB2-BD59-A6C34878D82A}">
                        <a16:rowId xmlns:a16="http://schemas.microsoft.com/office/drawing/2014/main" val="3630611830"/>
                      </a:ext>
                    </a:extLst>
                  </a:tr>
                  <a:tr h="382016">
                    <a:tc>
                      <a:txBody>
                        <a:bodyPr/>
                        <a:lstStyle/>
                        <a:p>
                          <a:endParaRPr lang="en-AS"/>
                        </a:p>
                      </a:txBody>
                      <a:tcPr marL="54219" marR="54219" marT="0" marB="0" anchor="ctr">
                        <a:blipFill>
                          <a:blip r:embed="rId5"/>
                          <a:stretch>
                            <a:fillRect l="-800" t="-496825" r="-991200" b="-401587"/>
                          </a:stretch>
                        </a:blipFill>
                      </a:tcPr>
                    </a:tc>
                    <a:tc>
                      <a:txBody>
                        <a:bodyPr/>
                        <a:lstStyle/>
                        <a:p>
                          <a:endParaRPr lang="en-AS"/>
                        </a:p>
                      </a:txBody>
                      <a:tcPr marL="54219" marR="54219" marT="0" marB="0" anchor="ctr">
                        <a:blipFill>
                          <a:blip r:embed="rId5"/>
                          <a:stretch>
                            <a:fillRect l="-135484" t="-496825" r="-1232258" b="-401587"/>
                          </a:stretch>
                        </a:blipFill>
                      </a:tcPr>
                    </a:tc>
                    <a:tc>
                      <a:txBody>
                        <a:bodyPr/>
                        <a:lstStyle/>
                        <a:p>
                          <a:endParaRPr lang="en-AS"/>
                        </a:p>
                      </a:txBody>
                      <a:tcPr marL="54219" marR="54219" marT="0" marB="0" anchor="ctr">
                        <a:blipFill>
                          <a:blip r:embed="rId5"/>
                          <a:stretch>
                            <a:fillRect l="-123034" t="-496825" r="-543820" b="-401587"/>
                          </a:stretch>
                        </a:blipFill>
                      </a:tcPr>
                    </a:tc>
                    <a:tc>
                      <a:txBody>
                        <a:bodyPr/>
                        <a:lstStyle/>
                        <a:p>
                          <a:endParaRPr lang="en-AS"/>
                        </a:p>
                      </a:txBody>
                      <a:tcPr marL="54219" marR="54219" marT="0" marB="0" anchor="ctr">
                        <a:blipFill>
                          <a:blip r:embed="rId5"/>
                          <a:stretch>
                            <a:fillRect l="-234911" t="-496825" r="-472781" b="-401587"/>
                          </a:stretch>
                        </a:blipFill>
                      </a:tcPr>
                    </a:tc>
                    <a:tc>
                      <a:txBody>
                        <a:bodyPr/>
                        <a:lstStyle/>
                        <a:p>
                          <a:endParaRPr lang="en-AS"/>
                        </a:p>
                      </a:txBody>
                      <a:tcPr marL="54219" marR="54219" marT="0" marB="0" anchor="ctr">
                        <a:blipFill>
                          <a:blip r:embed="rId5"/>
                          <a:stretch>
                            <a:fillRect l="-208088" t="-496825" r="-193750" b="-401587"/>
                          </a:stretch>
                        </a:blipFill>
                      </a:tcPr>
                    </a:tc>
                    <a:tc>
                      <a:txBody>
                        <a:bodyPr/>
                        <a:lstStyle/>
                        <a:p>
                          <a:endParaRPr lang="en-AS"/>
                        </a:p>
                      </a:txBody>
                      <a:tcPr marL="54219" marR="54219" marT="0" marB="0" anchor="ctr">
                        <a:blipFill>
                          <a:blip r:embed="rId5"/>
                          <a:stretch>
                            <a:fillRect l="-573973" t="-496825" r="-260959" b="-401587"/>
                          </a:stretch>
                        </a:blipFill>
                      </a:tcPr>
                    </a:tc>
                    <a:tc>
                      <a:txBody>
                        <a:bodyPr/>
                        <a:lstStyle/>
                        <a:p>
                          <a:endParaRPr lang="en-AS"/>
                        </a:p>
                      </a:txBody>
                      <a:tcPr marL="54219" marR="54219" marT="0" marB="0" anchor="ctr">
                        <a:blipFill>
                          <a:blip r:embed="rId5"/>
                          <a:stretch>
                            <a:fillRect l="-718248" t="-496825" r="-178102" b="-401587"/>
                          </a:stretch>
                        </a:blipFill>
                      </a:tcPr>
                    </a:tc>
                    <a:tc>
                      <a:txBody>
                        <a:bodyPr/>
                        <a:lstStyle/>
                        <a:p>
                          <a:endParaRPr lang="en-AS"/>
                        </a:p>
                      </a:txBody>
                      <a:tcPr marL="54219" marR="54219" marT="0" marB="0" anchor="ctr">
                        <a:blipFill>
                          <a:blip r:embed="rId5"/>
                          <a:stretch>
                            <a:fillRect l="-467083" t="-496825" r="-1667" b="-401587"/>
                          </a:stretch>
                        </a:blipFill>
                      </a:tcPr>
                    </a:tc>
                    <a:extLst>
                      <a:ext uri="{0D108BD9-81ED-4DB2-BD59-A6C34878D82A}">
                        <a16:rowId xmlns:a16="http://schemas.microsoft.com/office/drawing/2014/main" val="3989189582"/>
                      </a:ext>
                    </a:extLst>
                  </a:tr>
                  <a:tr h="382016">
                    <a:tc>
                      <a:txBody>
                        <a:bodyPr/>
                        <a:lstStyle/>
                        <a:p>
                          <a:endParaRPr lang="en-AS"/>
                        </a:p>
                      </a:txBody>
                      <a:tcPr marL="54219" marR="54219" marT="0" marB="0" anchor="ctr">
                        <a:blipFill>
                          <a:blip r:embed="rId5"/>
                          <a:stretch>
                            <a:fillRect l="-800" t="-596825" r="-991200" b="-301587"/>
                          </a:stretch>
                        </a:blipFill>
                      </a:tcPr>
                    </a:tc>
                    <a:tc>
                      <a:txBody>
                        <a:bodyPr/>
                        <a:lstStyle/>
                        <a:p>
                          <a:endParaRPr lang="en-AS"/>
                        </a:p>
                      </a:txBody>
                      <a:tcPr marL="54219" marR="54219" marT="0" marB="0" anchor="ctr">
                        <a:blipFill>
                          <a:blip r:embed="rId5"/>
                          <a:stretch>
                            <a:fillRect l="-135484" t="-596825" r="-1232258" b="-301587"/>
                          </a:stretch>
                        </a:blipFill>
                      </a:tcPr>
                    </a:tc>
                    <a:tc>
                      <a:txBody>
                        <a:bodyPr/>
                        <a:lstStyle/>
                        <a:p>
                          <a:endParaRPr lang="en-AS"/>
                        </a:p>
                      </a:txBody>
                      <a:tcPr marL="54219" marR="54219" marT="0" marB="0" anchor="ctr">
                        <a:blipFill>
                          <a:blip r:embed="rId5"/>
                          <a:stretch>
                            <a:fillRect l="-123034" t="-596825" r="-543820" b="-301587"/>
                          </a:stretch>
                        </a:blipFill>
                      </a:tcPr>
                    </a:tc>
                    <a:tc>
                      <a:txBody>
                        <a:bodyPr/>
                        <a:lstStyle/>
                        <a:p>
                          <a:endParaRPr lang="en-AS"/>
                        </a:p>
                      </a:txBody>
                      <a:tcPr marL="54219" marR="54219" marT="0" marB="0" anchor="ctr">
                        <a:blipFill>
                          <a:blip r:embed="rId5"/>
                          <a:stretch>
                            <a:fillRect l="-234911" t="-596825" r="-472781" b="-301587"/>
                          </a:stretch>
                        </a:blipFill>
                      </a:tcPr>
                    </a:tc>
                    <a:tc>
                      <a:txBody>
                        <a:bodyPr/>
                        <a:lstStyle/>
                        <a:p>
                          <a:endParaRPr lang="en-AS"/>
                        </a:p>
                      </a:txBody>
                      <a:tcPr marL="54219" marR="54219" marT="0" marB="0" anchor="ctr">
                        <a:blipFill>
                          <a:blip r:embed="rId5"/>
                          <a:stretch>
                            <a:fillRect l="-208088" t="-596825" r="-193750" b="-301587"/>
                          </a:stretch>
                        </a:blipFill>
                      </a:tcPr>
                    </a:tc>
                    <a:tc>
                      <a:txBody>
                        <a:bodyPr/>
                        <a:lstStyle/>
                        <a:p>
                          <a:endParaRPr lang="en-AS"/>
                        </a:p>
                      </a:txBody>
                      <a:tcPr marL="54219" marR="54219" marT="0" marB="0" anchor="ctr">
                        <a:blipFill>
                          <a:blip r:embed="rId5"/>
                          <a:stretch>
                            <a:fillRect l="-573973" t="-596825" r="-260959" b="-301587"/>
                          </a:stretch>
                        </a:blipFill>
                      </a:tcPr>
                    </a:tc>
                    <a:tc>
                      <a:txBody>
                        <a:bodyPr/>
                        <a:lstStyle/>
                        <a:p>
                          <a:endParaRPr lang="en-AS"/>
                        </a:p>
                      </a:txBody>
                      <a:tcPr marL="54219" marR="54219" marT="0" marB="0" anchor="ctr">
                        <a:blipFill>
                          <a:blip r:embed="rId5"/>
                          <a:stretch>
                            <a:fillRect l="-718248" t="-596825" r="-178102" b="-301587"/>
                          </a:stretch>
                        </a:blipFill>
                      </a:tcPr>
                    </a:tc>
                    <a:tc>
                      <a:txBody>
                        <a:bodyPr/>
                        <a:lstStyle/>
                        <a:p>
                          <a:endParaRPr lang="en-AS"/>
                        </a:p>
                      </a:txBody>
                      <a:tcPr marL="54219" marR="54219" marT="0" marB="0" anchor="ctr">
                        <a:blipFill>
                          <a:blip r:embed="rId5"/>
                          <a:stretch>
                            <a:fillRect l="-467083" t="-596825" r="-1667" b="-301587"/>
                          </a:stretch>
                        </a:blipFill>
                      </a:tcPr>
                    </a:tc>
                    <a:extLst>
                      <a:ext uri="{0D108BD9-81ED-4DB2-BD59-A6C34878D82A}">
                        <a16:rowId xmlns:a16="http://schemas.microsoft.com/office/drawing/2014/main" val="2831492799"/>
                      </a:ext>
                    </a:extLst>
                  </a:tr>
                  <a:tr h="382016">
                    <a:tc>
                      <a:txBody>
                        <a:bodyPr/>
                        <a:lstStyle/>
                        <a:p>
                          <a:endParaRPr lang="en-AS"/>
                        </a:p>
                      </a:txBody>
                      <a:tcPr marL="54219" marR="54219" marT="0" marB="0" anchor="ctr">
                        <a:blipFill>
                          <a:blip r:embed="rId5"/>
                          <a:stretch>
                            <a:fillRect l="-800" t="-708065" r="-991200" b="-206452"/>
                          </a:stretch>
                        </a:blipFill>
                      </a:tcPr>
                    </a:tc>
                    <a:tc>
                      <a:txBody>
                        <a:bodyPr/>
                        <a:lstStyle/>
                        <a:p>
                          <a:endParaRPr lang="en-AS"/>
                        </a:p>
                      </a:txBody>
                      <a:tcPr marL="54219" marR="54219" marT="0" marB="0" anchor="ctr">
                        <a:blipFill>
                          <a:blip r:embed="rId5"/>
                          <a:stretch>
                            <a:fillRect l="-135484" t="-708065" r="-1232258" b="-206452"/>
                          </a:stretch>
                        </a:blipFill>
                      </a:tcPr>
                    </a:tc>
                    <a:tc>
                      <a:txBody>
                        <a:bodyPr/>
                        <a:lstStyle/>
                        <a:p>
                          <a:endParaRPr lang="en-AS"/>
                        </a:p>
                      </a:txBody>
                      <a:tcPr marL="54219" marR="54219" marT="0" marB="0" anchor="ctr">
                        <a:blipFill>
                          <a:blip r:embed="rId5"/>
                          <a:stretch>
                            <a:fillRect l="-123034" t="-708065" r="-543820" b="-206452"/>
                          </a:stretch>
                        </a:blipFill>
                      </a:tcPr>
                    </a:tc>
                    <a:tc>
                      <a:txBody>
                        <a:bodyPr/>
                        <a:lstStyle/>
                        <a:p>
                          <a:endParaRPr lang="en-AS"/>
                        </a:p>
                      </a:txBody>
                      <a:tcPr marL="54219" marR="54219" marT="0" marB="0" anchor="ctr">
                        <a:blipFill>
                          <a:blip r:embed="rId5"/>
                          <a:stretch>
                            <a:fillRect l="-234911" t="-708065" r="-472781" b="-206452"/>
                          </a:stretch>
                        </a:blipFill>
                      </a:tcPr>
                    </a:tc>
                    <a:tc>
                      <a:txBody>
                        <a:bodyPr/>
                        <a:lstStyle/>
                        <a:p>
                          <a:endParaRPr lang="en-AS"/>
                        </a:p>
                      </a:txBody>
                      <a:tcPr marL="54219" marR="54219" marT="0" marB="0" anchor="ctr">
                        <a:blipFill>
                          <a:blip r:embed="rId5"/>
                          <a:stretch>
                            <a:fillRect l="-208088" t="-708065" r="-193750" b="-206452"/>
                          </a:stretch>
                        </a:blipFill>
                      </a:tcPr>
                    </a:tc>
                    <a:tc>
                      <a:txBody>
                        <a:bodyPr/>
                        <a:lstStyle/>
                        <a:p>
                          <a:endParaRPr lang="en-AS"/>
                        </a:p>
                      </a:txBody>
                      <a:tcPr marL="54219" marR="54219" marT="0" marB="0" anchor="ctr">
                        <a:blipFill>
                          <a:blip r:embed="rId5"/>
                          <a:stretch>
                            <a:fillRect l="-573973" t="-708065" r="-260959" b="-206452"/>
                          </a:stretch>
                        </a:blipFill>
                      </a:tcPr>
                    </a:tc>
                    <a:tc>
                      <a:txBody>
                        <a:bodyPr/>
                        <a:lstStyle/>
                        <a:p>
                          <a:endParaRPr lang="en-AS"/>
                        </a:p>
                      </a:txBody>
                      <a:tcPr marL="54219" marR="54219" marT="0" marB="0" anchor="ctr">
                        <a:blipFill>
                          <a:blip r:embed="rId5"/>
                          <a:stretch>
                            <a:fillRect l="-718248" t="-708065" r="-178102" b="-206452"/>
                          </a:stretch>
                        </a:blipFill>
                      </a:tcPr>
                    </a:tc>
                    <a:tc>
                      <a:txBody>
                        <a:bodyPr/>
                        <a:lstStyle/>
                        <a:p>
                          <a:endParaRPr lang="en-AS"/>
                        </a:p>
                      </a:txBody>
                      <a:tcPr marL="54219" marR="54219" marT="0" marB="0" anchor="ctr">
                        <a:blipFill>
                          <a:blip r:embed="rId5"/>
                          <a:stretch>
                            <a:fillRect l="-467083" t="-708065" r="-1667" b="-206452"/>
                          </a:stretch>
                        </a:blipFill>
                      </a:tcPr>
                    </a:tc>
                    <a:extLst>
                      <a:ext uri="{0D108BD9-81ED-4DB2-BD59-A6C34878D82A}">
                        <a16:rowId xmlns:a16="http://schemas.microsoft.com/office/drawing/2014/main" val="3785134491"/>
                      </a:ext>
                    </a:extLst>
                  </a:tr>
                  <a:tr h="382016">
                    <a:tc>
                      <a:txBody>
                        <a:bodyPr/>
                        <a:lstStyle/>
                        <a:p>
                          <a:endParaRPr lang="en-AS"/>
                        </a:p>
                      </a:txBody>
                      <a:tcPr marL="54219" marR="54219" marT="0" marB="0" anchor="ctr">
                        <a:blipFill>
                          <a:blip r:embed="rId5"/>
                          <a:stretch>
                            <a:fillRect l="-800" t="-795238" r="-991200" b="-103175"/>
                          </a:stretch>
                        </a:blipFill>
                      </a:tcPr>
                    </a:tc>
                    <a:tc>
                      <a:txBody>
                        <a:bodyPr/>
                        <a:lstStyle/>
                        <a:p>
                          <a:endParaRPr lang="en-AS"/>
                        </a:p>
                      </a:txBody>
                      <a:tcPr marL="54219" marR="54219" marT="0" marB="0" anchor="ctr">
                        <a:blipFill>
                          <a:blip r:embed="rId5"/>
                          <a:stretch>
                            <a:fillRect l="-135484" t="-795238" r="-1232258" b="-103175"/>
                          </a:stretch>
                        </a:blipFill>
                      </a:tcPr>
                    </a:tc>
                    <a:tc>
                      <a:txBody>
                        <a:bodyPr/>
                        <a:lstStyle/>
                        <a:p>
                          <a:endParaRPr lang="en-AS"/>
                        </a:p>
                      </a:txBody>
                      <a:tcPr marL="54219" marR="54219" marT="0" marB="0" anchor="ctr">
                        <a:blipFill>
                          <a:blip r:embed="rId5"/>
                          <a:stretch>
                            <a:fillRect l="-123034" t="-795238" r="-543820" b="-103175"/>
                          </a:stretch>
                        </a:blipFill>
                      </a:tcPr>
                    </a:tc>
                    <a:tc>
                      <a:txBody>
                        <a:bodyPr/>
                        <a:lstStyle/>
                        <a:p>
                          <a:endParaRPr lang="en-AS"/>
                        </a:p>
                      </a:txBody>
                      <a:tcPr marL="54219" marR="54219" marT="0" marB="0" anchor="ctr">
                        <a:blipFill>
                          <a:blip r:embed="rId5"/>
                          <a:stretch>
                            <a:fillRect l="-234911" t="-795238" r="-472781" b="-103175"/>
                          </a:stretch>
                        </a:blipFill>
                      </a:tcPr>
                    </a:tc>
                    <a:tc>
                      <a:txBody>
                        <a:bodyPr/>
                        <a:lstStyle/>
                        <a:p>
                          <a:endParaRPr lang="en-AS"/>
                        </a:p>
                      </a:txBody>
                      <a:tcPr marL="54219" marR="54219" marT="0" marB="0" anchor="ctr">
                        <a:blipFill>
                          <a:blip r:embed="rId5"/>
                          <a:stretch>
                            <a:fillRect l="-208088" t="-795238" r="-193750" b="-103175"/>
                          </a:stretch>
                        </a:blipFill>
                      </a:tcPr>
                    </a:tc>
                    <a:tc>
                      <a:txBody>
                        <a:bodyPr/>
                        <a:lstStyle/>
                        <a:p>
                          <a:endParaRPr lang="en-AS"/>
                        </a:p>
                      </a:txBody>
                      <a:tcPr marL="54219" marR="54219" marT="0" marB="0" anchor="ctr">
                        <a:blipFill>
                          <a:blip r:embed="rId5"/>
                          <a:stretch>
                            <a:fillRect l="-573973" t="-795238" r="-260959" b="-103175"/>
                          </a:stretch>
                        </a:blipFill>
                      </a:tcPr>
                    </a:tc>
                    <a:tc>
                      <a:txBody>
                        <a:bodyPr/>
                        <a:lstStyle/>
                        <a:p>
                          <a:endParaRPr lang="en-AS"/>
                        </a:p>
                      </a:txBody>
                      <a:tcPr marL="54219" marR="54219" marT="0" marB="0" anchor="ctr">
                        <a:blipFill>
                          <a:blip r:embed="rId5"/>
                          <a:stretch>
                            <a:fillRect l="-718248" t="-795238" r="-178102" b="-103175"/>
                          </a:stretch>
                        </a:blipFill>
                      </a:tcPr>
                    </a:tc>
                    <a:tc>
                      <a:txBody>
                        <a:bodyPr/>
                        <a:lstStyle/>
                        <a:p>
                          <a:endParaRPr lang="en-AS"/>
                        </a:p>
                      </a:txBody>
                      <a:tcPr marL="54219" marR="54219" marT="0" marB="0" anchor="ctr">
                        <a:blipFill>
                          <a:blip r:embed="rId5"/>
                          <a:stretch>
                            <a:fillRect l="-467083" t="-795238" r="-1667" b="-103175"/>
                          </a:stretch>
                        </a:blipFill>
                      </a:tcPr>
                    </a:tc>
                    <a:extLst>
                      <a:ext uri="{0D108BD9-81ED-4DB2-BD59-A6C34878D82A}">
                        <a16:rowId xmlns:a16="http://schemas.microsoft.com/office/drawing/2014/main" val="4246883260"/>
                      </a:ext>
                    </a:extLst>
                  </a:tr>
                  <a:tr h="382016">
                    <a:tc>
                      <a:txBody>
                        <a:bodyPr/>
                        <a:lstStyle/>
                        <a:p>
                          <a:endParaRPr lang="en-AS"/>
                        </a:p>
                      </a:txBody>
                      <a:tcPr marL="54219" marR="54219" marT="0" marB="0" anchor="ctr">
                        <a:blipFill>
                          <a:blip r:embed="rId5"/>
                          <a:stretch>
                            <a:fillRect l="-800" t="-895238" r="-991200" b="-3175"/>
                          </a:stretch>
                        </a:blipFill>
                      </a:tcPr>
                    </a:tc>
                    <a:tc>
                      <a:txBody>
                        <a:bodyPr/>
                        <a:lstStyle/>
                        <a:p>
                          <a:endParaRPr lang="en-AS"/>
                        </a:p>
                      </a:txBody>
                      <a:tcPr marL="54219" marR="54219" marT="0" marB="0" anchor="ctr">
                        <a:blipFill>
                          <a:blip r:embed="rId5"/>
                          <a:stretch>
                            <a:fillRect l="-135484" t="-895238" r="-1232258" b="-3175"/>
                          </a:stretch>
                        </a:blipFill>
                      </a:tcPr>
                    </a:tc>
                    <a:tc>
                      <a:txBody>
                        <a:bodyPr/>
                        <a:lstStyle/>
                        <a:p>
                          <a:endParaRPr lang="en-AS"/>
                        </a:p>
                      </a:txBody>
                      <a:tcPr marL="54219" marR="54219" marT="0" marB="0" anchor="ctr">
                        <a:blipFill>
                          <a:blip r:embed="rId5"/>
                          <a:stretch>
                            <a:fillRect l="-123034" t="-895238" r="-543820" b="-3175"/>
                          </a:stretch>
                        </a:blipFill>
                      </a:tcPr>
                    </a:tc>
                    <a:tc>
                      <a:txBody>
                        <a:bodyPr/>
                        <a:lstStyle/>
                        <a:p>
                          <a:endParaRPr lang="en-AS"/>
                        </a:p>
                      </a:txBody>
                      <a:tcPr marL="54219" marR="54219" marT="0" marB="0" anchor="ctr">
                        <a:blipFill>
                          <a:blip r:embed="rId5"/>
                          <a:stretch>
                            <a:fillRect l="-234911" t="-895238" r="-472781" b="-3175"/>
                          </a:stretch>
                        </a:blipFill>
                      </a:tcPr>
                    </a:tc>
                    <a:tc>
                      <a:txBody>
                        <a:bodyPr/>
                        <a:lstStyle/>
                        <a:p>
                          <a:endParaRPr lang="en-AS"/>
                        </a:p>
                      </a:txBody>
                      <a:tcPr marL="54219" marR="54219" marT="0" marB="0" anchor="ctr">
                        <a:blipFill>
                          <a:blip r:embed="rId5"/>
                          <a:stretch>
                            <a:fillRect l="-208088" t="-895238" r="-193750" b="-3175"/>
                          </a:stretch>
                        </a:blipFill>
                      </a:tcPr>
                    </a:tc>
                    <a:tc>
                      <a:txBody>
                        <a:bodyPr/>
                        <a:lstStyle/>
                        <a:p>
                          <a:endParaRPr lang="en-AS"/>
                        </a:p>
                      </a:txBody>
                      <a:tcPr marL="54219" marR="54219" marT="0" marB="0" anchor="ctr">
                        <a:blipFill>
                          <a:blip r:embed="rId5"/>
                          <a:stretch>
                            <a:fillRect l="-573973" t="-895238" r="-260959" b="-3175"/>
                          </a:stretch>
                        </a:blipFill>
                      </a:tcPr>
                    </a:tc>
                    <a:tc>
                      <a:txBody>
                        <a:bodyPr/>
                        <a:lstStyle/>
                        <a:p>
                          <a:endParaRPr lang="en-AS"/>
                        </a:p>
                      </a:txBody>
                      <a:tcPr marL="54219" marR="54219" marT="0" marB="0" anchor="ctr">
                        <a:blipFill>
                          <a:blip r:embed="rId5"/>
                          <a:stretch>
                            <a:fillRect l="-718248" t="-895238" r="-178102" b="-3175"/>
                          </a:stretch>
                        </a:blipFill>
                      </a:tcPr>
                    </a:tc>
                    <a:tc>
                      <a:txBody>
                        <a:bodyPr/>
                        <a:lstStyle/>
                        <a:p>
                          <a:endParaRPr lang="en-AS"/>
                        </a:p>
                      </a:txBody>
                      <a:tcPr marL="54219" marR="54219" marT="0" marB="0" anchor="ctr">
                        <a:blipFill>
                          <a:blip r:embed="rId5"/>
                          <a:stretch>
                            <a:fillRect l="-467083" t="-895238" r="-1667" b="-3175"/>
                          </a:stretch>
                        </a:blipFill>
                      </a:tcPr>
                    </a:tc>
                    <a:extLst>
                      <a:ext uri="{0D108BD9-81ED-4DB2-BD59-A6C34878D82A}">
                        <a16:rowId xmlns:a16="http://schemas.microsoft.com/office/drawing/2014/main" val="3199892548"/>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77" name="Table 76">
                <a:extLst>
                  <a:ext uri="{FF2B5EF4-FFF2-40B4-BE49-F238E27FC236}">
                    <a16:creationId xmlns:a16="http://schemas.microsoft.com/office/drawing/2014/main" id="{D62083CB-65A2-E0AB-EE56-3A7D6A896A47}"/>
                  </a:ext>
                </a:extLst>
              </p:cNvPr>
              <p:cNvGraphicFramePr>
                <a:graphicFrameLocks noGrp="1"/>
              </p:cNvGraphicFramePr>
              <p:nvPr>
                <p:extLst>
                  <p:ext uri="{D42A27DB-BD31-4B8C-83A1-F6EECF244321}">
                    <p14:modId xmlns:p14="http://schemas.microsoft.com/office/powerpoint/2010/main" val="494898395"/>
                  </p:ext>
                </p:extLst>
              </p:nvPr>
            </p:nvGraphicFramePr>
            <p:xfrm>
              <a:off x="1952927" y="5093844"/>
              <a:ext cx="8286146" cy="382016"/>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smtClean="0">
                                    <a:solidFill>
                                      <a:schemeClr val="tx1"/>
                                    </a:solidFill>
                                    <a:effectLst/>
                                    <a:latin typeface="Cambria Math" panose="02040503050406030204" pitchFamily="18" charset="0"/>
                                  </a:rPr>
                                  <m:t>𝟔𝟏</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smtClean="0">
                                    <a:solidFill>
                                      <a:schemeClr val="tx1"/>
                                    </a:solidFill>
                                    <a:effectLst/>
                                    <a:latin typeface="Cambria Math" panose="02040503050406030204" pitchFamily="18" charset="0"/>
                                  </a:rPr>
                                  <m:t>𝟏𝟎𝟐𝟒</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smtClean="0">
                                    <a:solidFill>
                                      <a:schemeClr val="tx1"/>
                                    </a:solidFill>
                                    <a:effectLst/>
                                    <a:latin typeface="Cambria Math" panose="02040503050406030204" pitchFamily="18" charset="0"/>
                                  </a:rPr>
                                  <m:t>𝟎</m:t>
                                </m:r>
                                <m:r>
                                  <a:rPr lang="en-US" sz="1600" b="1" kern="100" smtClean="0">
                                    <a:solidFill>
                                      <a:schemeClr val="tx1"/>
                                    </a:solidFill>
                                    <a:effectLst/>
                                    <a:latin typeface="Cambria Math" panose="02040503050406030204" pitchFamily="18" charset="0"/>
                                  </a:rPr>
                                  <m:t>.</m:t>
                                </m:r>
                                <m:r>
                                  <a:rPr lang="en-US" sz="1600" b="1" kern="100" smtClean="0">
                                    <a:solidFill>
                                      <a:schemeClr val="tx1"/>
                                    </a:solidFill>
                                    <a:effectLst/>
                                    <a:latin typeface="Cambria Math" panose="02040503050406030204" pitchFamily="18" charset="0"/>
                                  </a:rPr>
                                  <m:t>𝟏𝟎𝟑𝟕𝟗</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smtClean="0">
                                    <a:solidFill>
                                      <a:schemeClr val="tx1"/>
                                    </a:solidFill>
                                    <a:effectLst/>
                                    <a:latin typeface="Cambria Math" panose="02040503050406030204" pitchFamily="18" charset="0"/>
                                  </a:rPr>
                                  <m:t>𝟎</m:t>
                                </m:r>
                                <m:r>
                                  <a:rPr lang="en-US" sz="1600" b="1" kern="100" smtClean="0">
                                    <a:solidFill>
                                      <a:schemeClr val="tx1"/>
                                    </a:solidFill>
                                    <a:effectLst/>
                                    <a:latin typeface="Cambria Math" panose="02040503050406030204" pitchFamily="18" charset="0"/>
                                  </a:rPr>
                                  <m:t>.</m:t>
                                </m:r>
                                <m:r>
                                  <a:rPr lang="en-US" sz="1600" b="1" kern="100" smtClean="0">
                                    <a:solidFill>
                                      <a:schemeClr val="tx1"/>
                                    </a:solidFill>
                                    <a:effectLst/>
                                    <a:latin typeface="Cambria Math" panose="02040503050406030204" pitchFamily="18" charset="0"/>
                                  </a:rPr>
                                  <m:t>𝟎𝟔𝟐𝟖𝟏</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smtClean="0">
                                    <a:solidFill>
                                      <a:schemeClr val="tx1"/>
                                    </a:solidFill>
                                    <a:effectLst/>
                                    <a:latin typeface="Cambria Math" panose="02040503050406030204" pitchFamily="18" charset="0"/>
                                  </a:rPr>
                                  <m:t>𝟒𝟓</m:t>
                                </m:r>
                                <m:r>
                                  <a:rPr lang="en-US" sz="1600" b="1" kern="100" smtClean="0">
                                    <a:solidFill>
                                      <a:schemeClr val="tx1"/>
                                    </a:solidFill>
                                    <a:effectLst/>
                                    <a:latin typeface="Cambria Math" panose="02040503050406030204" pitchFamily="18" charset="0"/>
                                  </a:rPr>
                                  <m:t>.</m:t>
                                </m:r>
                                <m:r>
                                  <a:rPr lang="en-US" sz="1600" b="1" kern="100" smtClean="0">
                                    <a:solidFill>
                                      <a:schemeClr val="tx1"/>
                                    </a:solidFill>
                                    <a:effectLst/>
                                    <a:latin typeface="Cambria Math" panose="02040503050406030204" pitchFamily="18" charset="0"/>
                                  </a:rPr>
                                  <m:t>𝟐𝟓</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dirty="0" smtClean="0">
                                    <a:solidFill>
                                      <a:schemeClr val="tx1"/>
                                    </a:solidFill>
                                    <a:effectLst/>
                                    <a:latin typeface="Cambria Math" panose="02040503050406030204" pitchFamily="18" charset="0"/>
                                  </a:rPr>
                                  <m:t>𝟎</m:t>
                                </m:r>
                                <m:r>
                                  <a:rPr lang="en-US" sz="1600" b="1" kern="100" dirty="0" smtClean="0">
                                    <a:solidFill>
                                      <a:schemeClr val="tx1"/>
                                    </a:solidFill>
                                    <a:effectLst/>
                                    <a:latin typeface="Cambria Math" panose="02040503050406030204" pitchFamily="18" charset="0"/>
                                  </a:rPr>
                                  <m:t>.</m:t>
                                </m:r>
                                <m:r>
                                  <a:rPr lang="en-US" sz="1600" b="1" kern="100" dirty="0" smtClean="0">
                                    <a:solidFill>
                                      <a:schemeClr val="tx1"/>
                                    </a:solidFill>
                                    <a:effectLst/>
                                    <a:latin typeface="Cambria Math" panose="02040503050406030204" pitchFamily="18" charset="0"/>
                                  </a:rPr>
                                  <m:t>𝟏𝟎𝟑𝟔𝟗</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dirty="0" smtClean="0">
                                    <a:solidFill>
                                      <a:schemeClr val="tx1"/>
                                    </a:solidFill>
                                    <a:effectLst/>
                                    <a:latin typeface="Cambria Math" panose="02040503050406030204" pitchFamily="18" charset="0"/>
                                  </a:rPr>
                                  <m:t>𝟎</m:t>
                                </m:r>
                                <m:r>
                                  <a:rPr lang="en-US" sz="1600" b="1" kern="100" dirty="0" smtClean="0">
                                    <a:solidFill>
                                      <a:schemeClr val="tx1"/>
                                    </a:solidFill>
                                    <a:effectLst/>
                                    <a:latin typeface="Cambria Math" panose="02040503050406030204" pitchFamily="18" charset="0"/>
                                  </a:rPr>
                                  <m:t>.</m:t>
                                </m:r>
                                <m:r>
                                  <a:rPr lang="en-US" sz="1600" b="1" kern="100" dirty="0" smtClean="0">
                                    <a:solidFill>
                                      <a:schemeClr val="tx1"/>
                                    </a:solidFill>
                                    <a:effectLst/>
                                    <a:latin typeface="Cambria Math" panose="02040503050406030204" pitchFamily="18" charset="0"/>
                                  </a:rPr>
                                  <m:t>𝟎𝟔𝟐𝟖𝟏</m:t>
                                </m:r>
                              </m:oMath>
                            </m:oMathPara>
                          </a14:m>
                          <a:endParaRPr lang="en-US" sz="1800"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b="1" kern="100" dirty="0" smtClean="0">
                                    <a:solidFill>
                                      <a:schemeClr val="tx1"/>
                                    </a:solidFill>
                                    <a:effectLst/>
                                    <a:latin typeface="Cambria Math" panose="02040503050406030204" pitchFamily="18" charset="0"/>
                                  </a:rPr>
                                  <m:t>𝟒𝟓</m:t>
                                </m:r>
                                <m:r>
                                  <a:rPr lang="en-US" sz="1600" b="1" kern="100" dirty="0" smtClean="0">
                                    <a:solidFill>
                                      <a:schemeClr val="tx1"/>
                                    </a:solidFill>
                                    <a:effectLst/>
                                    <a:latin typeface="Cambria Math" panose="02040503050406030204" pitchFamily="18" charset="0"/>
                                  </a:rPr>
                                  <m:t>.</m:t>
                                </m:r>
                                <m:r>
                                  <a:rPr lang="en-US" sz="1600" b="1" kern="100" dirty="0" smtClean="0">
                                    <a:solidFill>
                                      <a:schemeClr val="tx1"/>
                                    </a:solidFill>
                                    <a:effectLst/>
                                    <a:latin typeface="Cambria Math" panose="02040503050406030204" pitchFamily="18" charset="0"/>
                                  </a:rPr>
                                  <m:t>𝟐𝟔</m:t>
                                </m:r>
                              </m:oMath>
                            </m:oMathPara>
                          </a14:m>
                          <a:endParaRPr lang="en-US" sz="1800" dirty="0">
                            <a:solidFill>
                              <a:schemeClr val="tx1"/>
                            </a:solidFill>
                          </a:endParaRPr>
                        </a:p>
                      </a:txBody>
                      <a:tcPr marL="54219" marR="54219" marT="0" marB="0" anchor="ctr">
                        <a:solidFill>
                          <a:srgbClr val="E7E7E7"/>
                        </a:solidFill>
                      </a:tcPr>
                    </a:tc>
                    <a:extLst>
                      <a:ext uri="{0D108BD9-81ED-4DB2-BD59-A6C34878D82A}">
                        <a16:rowId xmlns:a16="http://schemas.microsoft.com/office/drawing/2014/main" val="2324732041"/>
                      </a:ext>
                    </a:extLst>
                  </a:tr>
                </a:tbl>
              </a:graphicData>
            </a:graphic>
          </p:graphicFrame>
        </mc:Choice>
        <mc:Fallback xmlns="">
          <p:graphicFrame>
            <p:nvGraphicFramePr>
              <p:cNvPr id="77" name="Table 76">
                <a:extLst>
                  <a:ext uri="{FF2B5EF4-FFF2-40B4-BE49-F238E27FC236}">
                    <a16:creationId xmlns:a16="http://schemas.microsoft.com/office/drawing/2014/main" id="{D62083CB-65A2-E0AB-EE56-3A7D6A896A47}"/>
                  </a:ext>
                </a:extLst>
              </p:cNvPr>
              <p:cNvGraphicFramePr>
                <a:graphicFrameLocks noGrp="1"/>
              </p:cNvGraphicFramePr>
              <p:nvPr>
                <p:extLst>
                  <p:ext uri="{D42A27DB-BD31-4B8C-83A1-F6EECF244321}">
                    <p14:modId xmlns:p14="http://schemas.microsoft.com/office/powerpoint/2010/main" val="494898395"/>
                  </p:ext>
                </p:extLst>
              </p:nvPr>
            </p:nvGraphicFramePr>
            <p:xfrm>
              <a:off x="1952927" y="5093844"/>
              <a:ext cx="8286146" cy="417068"/>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417068">
                    <a:tc>
                      <a:txBody>
                        <a:bodyPr/>
                        <a:lstStyle/>
                        <a:p>
                          <a:endParaRPr lang="en-AS"/>
                        </a:p>
                      </a:txBody>
                      <a:tcPr marL="54219" marR="54219" marT="0" marB="0" anchor="ctr">
                        <a:blipFill>
                          <a:blip r:embed="rId6"/>
                          <a:stretch>
                            <a:fillRect l="-800" t="-1429" r="-991200" b="-5714"/>
                          </a:stretch>
                        </a:blipFill>
                      </a:tcPr>
                    </a:tc>
                    <a:tc>
                      <a:txBody>
                        <a:bodyPr/>
                        <a:lstStyle/>
                        <a:p>
                          <a:endParaRPr lang="en-AS"/>
                        </a:p>
                      </a:txBody>
                      <a:tcPr marL="54219" marR="54219" marT="0" marB="0" anchor="ctr">
                        <a:blipFill>
                          <a:blip r:embed="rId6"/>
                          <a:stretch>
                            <a:fillRect l="-135484" t="-1429" r="-1232258" b="-5714"/>
                          </a:stretch>
                        </a:blipFill>
                      </a:tcPr>
                    </a:tc>
                    <a:tc>
                      <a:txBody>
                        <a:bodyPr/>
                        <a:lstStyle/>
                        <a:p>
                          <a:endParaRPr lang="en-AS"/>
                        </a:p>
                      </a:txBody>
                      <a:tcPr marL="54219" marR="54219" marT="0" marB="0" anchor="ctr">
                        <a:blipFill>
                          <a:blip r:embed="rId6"/>
                          <a:stretch>
                            <a:fillRect l="-123034" t="-1429" r="-543820" b="-5714"/>
                          </a:stretch>
                        </a:blipFill>
                      </a:tcPr>
                    </a:tc>
                    <a:tc>
                      <a:txBody>
                        <a:bodyPr/>
                        <a:lstStyle/>
                        <a:p>
                          <a:endParaRPr lang="en-AS"/>
                        </a:p>
                      </a:txBody>
                      <a:tcPr marL="54219" marR="54219" marT="0" marB="0" anchor="ctr">
                        <a:blipFill>
                          <a:blip r:embed="rId6"/>
                          <a:stretch>
                            <a:fillRect l="-234911" t="-1429" r="-472781" b="-5714"/>
                          </a:stretch>
                        </a:blipFill>
                      </a:tcPr>
                    </a:tc>
                    <a:tc>
                      <a:txBody>
                        <a:bodyPr/>
                        <a:lstStyle/>
                        <a:p>
                          <a:endParaRPr lang="en-AS"/>
                        </a:p>
                      </a:txBody>
                      <a:tcPr marL="54219" marR="54219" marT="0" marB="0" anchor="ctr">
                        <a:blipFill>
                          <a:blip r:embed="rId6"/>
                          <a:stretch>
                            <a:fillRect l="-208088" t="-1429" r="-193750" b="-5714"/>
                          </a:stretch>
                        </a:blipFill>
                      </a:tcPr>
                    </a:tc>
                    <a:tc>
                      <a:txBody>
                        <a:bodyPr/>
                        <a:lstStyle/>
                        <a:p>
                          <a:endParaRPr lang="en-AS"/>
                        </a:p>
                      </a:txBody>
                      <a:tcPr marL="54219" marR="54219" marT="0" marB="0" anchor="ctr">
                        <a:blipFill>
                          <a:blip r:embed="rId6"/>
                          <a:stretch>
                            <a:fillRect l="-573973" t="-1429" r="-260959" b="-5714"/>
                          </a:stretch>
                        </a:blipFill>
                      </a:tcPr>
                    </a:tc>
                    <a:tc>
                      <a:txBody>
                        <a:bodyPr/>
                        <a:lstStyle/>
                        <a:p>
                          <a:endParaRPr lang="en-AS"/>
                        </a:p>
                      </a:txBody>
                      <a:tcPr marL="54219" marR="54219" marT="0" marB="0" anchor="ctr">
                        <a:blipFill>
                          <a:blip r:embed="rId6"/>
                          <a:stretch>
                            <a:fillRect l="-718248" t="-1429" r="-178102" b="-5714"/>
                          </a:stretch>
                        </a:blipFill>
                      </a:tcPr>
                    </a:tc>
                    <a:tc>
                      <a:txBody>
                        <a:bodyPr/>
                        <a:lstStyle/>
                        <a:p>
                          <a:endParaRPr lang="en-AS"/>
                        </a:p>
                      </a:txBody>
                      <a:tcPr marL="54219" marR="54219" marT="0" marB="0" anchor="ctr">
                        <a:blipFill>
                          <a:blip r:embed="rId6"/>
                          <a:stretch>
                            <a:fillRect l="-467083" t="-1429" r="-1667" b="-5714"/>
                          </a:stretch>
                        </a:blipFill>
                      </a:tcPr>
                    </a:tc>
                    <a:extLst>
                      <a:ext uri="{0D108BD9-81ED-4DB2-BD59-A6C34878D82A}">
                        <a16:rowId xmlns:a16="http://schemas.microsoft.com/office/drawing/2014/main" val="2324732041"/>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79" name="Table 78">
                <a:extLst>
                  <a:ext uri="{FF2B5EF4-FFF2-40B4-BE49-F238E27FC236}">
                    <a16:creationId xmlns:a16="http://schemas.microsoft.com/office/drawing/2014/main" id="{018B2B4D-D7EC-3ECB-4F9D-2348BE6D5520}"/>
                  </a:ext>
                </a:extLst>
              </p:cNvPr>
              <p:cNvGraphicFramePr>
                <a:graphicFrameLocks noGrp="1"/>
              </p:cNvGraphicFramePr>
              <p:nvPr>
                <p:extLst>
                  <p:ext uri="{D42A27DB-BD31-4B8C-83A1-F6EECF244321}">
                    <p14:modId xmlns:p14="http://schemas.microsoft.com/office/powerpoint/2010/main" val="157749874"/>
                  </p:ext>
                </p:extLst>
              </p:nvPr>
            </p:nvGraphicFramePr>
            <p:xfrm>
              <a:off x="1952927" y="5510912"/>
              <a:ext cx="8286146" cy="764032"/>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70</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1024</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10377</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06278</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45</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23</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10385</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06279</m:t>
                                </m:r>
                              </m:oMath>
                            </m:oMathPara>
                          </a14:m>
                          <a:endParaRPr lang="en-US" dirty="0">
                            <a:solidFill>
                              <a:schemeClr val="tx1"/>
                            </a:solidFill>
                          </a:endParaRPr>
                        </a:p>
                      </a:txBody>
                      <a:tcPr marL="54219" marR="54219" marT="0" marB="0" anchor="ctr">
                        <a:solidFill>
                          <a:srgbClr val="CBCBCB"/>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solidFill>
                                      <a:schemeClr val="tx1"/>
                                    </a:solidFill>
                                    <a:effectLst/>
                                    <a:latin typeface="Cambria Math" panose="02040503050406030204" pitchFamily="18" charset="0"/>
                                    <a:cs typeface="Times New Roman" panose="02020603050405020304" pitchFamily="18" charset="0"/>
                                  </a:rPr>
                                  <m:t>45</m:t>
                                </m:r>
                                <m:r>
                                  <a:rPr lang="en-US" sz="1600" i="1" kern="100" dirty="0" smtClean="0">
                                    <a:solidFill>
                                      <a:schemeClr val="tx1"/>
                                    </a:solidFill>
                                    <a:effectLst/>
                                    <a:latin typeface="Cambria Math" panose="02040503050406030204" pitchFamily="18" charset="0"/>
                                    <a:cs typeface="Times New Roman" panose="02020603050405020304" pitchFamily="18" charset="0"/>
                                  </a:rPr>
                                  <m:t>.</m:t>
                                </m:r>
                                <m:r>
                                  <a:rPr lang="en-US" sz="1600" i="1" kern="100" dirty="0" smtClean="0">
                                    <a:solidFill>
                                      <a:schemeClr val="tx1"/>
                                    </a:solidFill>
                                    <a:effectLst/>
                                    <a:latin typeface="Cambria Math" panose="02040503050406030204" pitchFamily="18" charset="0"/>
                                    <a:cs typeface="Times New Roman" panose="02020603050405020304" pitchFamily="18" charset="0"/>
                                  </a:rPr>
                                  <m:t>25</m:t>
                                </m:r>
                              </m:oMath>
                            </m:oMathPara>
                          </a14:m>
                          <a:endParaRPr lang="en-US" dirty="0">
                            <a:solidFill>
                              <a:schemeClr val="tx1"/>
                            </a:solidFill>
                          </a:endParaRPr>
                        </a:p>
                      </a:txBody>
                      <a:tcPr marL="54219" marR="54219" marT="0" marB="0" anchor="ctr">
                        <a:solidFill>
                          <a:srgbClr val="CBCBCB"/>
                        </a:solidFill>
                      </a:tcPr>
                    </a:tc>
                    <a:extLst>
                      <a:ext uri="{0D108BD9-81ED-4DB2-BD59-A6C34878D82A}">
                        <a16:rowId xmlns:a16="http://schemas.microsoft.com/office/drawing/2014/main" val="785552584"/>
                      </a:ext>
                    </a:extLst>
                  </a:tr>
                  <a:tr h="370840">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75</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1024</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10363</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06278</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45</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24</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10380</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solidFill>
                                      <a:schemeClr val="tx1"/>
                                    </a:solidFill>
                                    <a:effectLst/>
                                    <a:latin typeface="Cambria Math" panose="02040503050406030204" pitchFamily="18" charset="0"/>
                                    <a:cs typeface="Times New Roman" panose="02020603050405020304" pitchFamily="18" charset="0"/>
                                  </a:rPr>
                                  <m:t>0</m:t>
                                </m:r>
                                <m:r>
                                  <a:rPr lang="en-US" sz="1600" i="1" kern="100" smtClean="0">
                                    <a:solidFill>
                                      <a:schemeClr val="tx1"/>
                                    </a:solidFill>
                                    <a:effectLst/>
                                    <a:latin typeface="Cambria Math" panose="02040503050406030204" pitchFamily="18" charset="0"/>
                                    <a:cs typeface="Times New Roman" panose="02020603050405020304" pitchFamily="18" charset="0"/>
                                  </a:rPr>
                                  <m:t>.</m:t>
                                </m:r>
                                <m:r>
                                  <a:rPr lang="en-US" sz="1600" i="1" kern="100" smtClean="0">
                                    <a:solidFill>
                                      <a:schemeClr val="tx1"/>
                                    </a:solidFill>
                                    <a:effectLst/>
                                    <a:latin typeface="Cambria Math" panose="02040503050406030204" pitchFamily="18" charset="0"/>
                                    <a:cs typeface="Times New Roman" panose="02020603050405020304" pitchFamily="18" charset="0"/>
                                  </a:rPr>
                                  <m:t>06279</m:t>
                                </m:r>
                              </m:oMath>
                            </m:oMathPara>
                          </a14:m>
                          <a:endParaRPr lang="en-US" dirty="0">
                            <a:solidFill>
                              <a:schemeClr val="tx1"/>
                            </a:solidFill>
                          </a:endParaRPr>
                        </a:p>
                      </a:txBody>
                      <a:tcPr marL="54219" marR="54219" marT="0" marB="0" anchor="ctr">
                        <a:solidFill>
                          <a:srgbClr val="E7E7E7"/>
                        </a:solidFill>
                      </a:tcP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solidFill>
                                      <a:schemeClr val="tx1"/>
                                    </a:solidFill>
                                    <a:effectLst/>
                                    <a:latin typeface="Cambria Math" panose="02040503050406030204" pitchFamily="18" charset="0"/>
                                    <a:cs typeface="Times New Roman" panose="02020603050405020304" pitchFamily="18" charset="0"/>
                                  </a:rPr>
                                  <m:t>45</m:t>
                                </m:r>
                                <m:r>
                                  <a:rPr lang="en-US" sz="1600" i="1" kern="100" dirty="0" smtClean="0">
                                    <a:solidFill>
                                      <a:schemeClr val="tx1"/>
                                    </a:solidFill>
                                    <a:effectLst/>
                                    <a:latin typeface="Cambria Math" panose="02040503050406030204" pitchFamily="18" charset="0"/>
                                    <a:cs typeface="Times New Roman" panose="02020603050405020304" pitchFamily="18" charset="0"/>
                                  </a:rPr>
                                  <m:t>.</m:t>
                                </m:r>
                                <m:r>
                                  <a:rPr lang="en-US" sz="1600" i="1" kern="100" dirty="0" smtClean="0">
                                    <a:solidFill>
                                      <a:schemeClr val="tx1"/>
                                    </a:solidFill>
                                    <a:effectLst/>
                                    <a:latin typeface="Cambria Math" panose="02040503050406030204" pitchFamily="18" charset="0"/>
                                    <a:cs typeface="Times New Roman" panose="02020603050405020304" pitchFamily="18" charset="0"/>
                                  </a:rPr>
                                  <m:t>26</m:t>
                                </m:r>
                              </m:oMath>
                            </m:oMathPara>
                          </a14:m>
                          <a:endParaRPr lang="en-US" dirty="0">
                            <a:solidFill>
                              <a:schemeClr val="tx1"/>
                            </a:solidFill>
                          </a:endParaRPr>
                        </a:p>
                      </a:txBody>
                      <a:tcPr marL="54219" marR="54219" marT="0" marB="0" anchor="ctr">
                        <a:solidFill>
                          <a:srgbClr val="E7E7E7"/>
                        </a:solidFill>
                      </a:tcPr>
                    </a:tc>
                    <a:extLst>
                      <a:ext uri="{0D108BD9-81ED-4DB2-BD59-A6C34878D82A}">
                        <a16:rowId xmlns:a16="http://schemas.microsoft.com/office/drawing/2014/main" val="663055297"/>
                      </a:ext>
                    </a:extLst>
                  </a:tr>
                </a:tbl>
              </a:graphicData>
            </a:graphic>
          </p:graphicFrame>
        </mc:Choice>
        <mc:Fallback xmlns="">
          <p:graphicFrame>
            <p:nvGraphicFramePr>
              <p:cNvPr id="79" name="Table 78">
                <a:extLst>
                  <a:ext uri="{FF2B5EF4-FFF2-40B4-BE49-F238E27FC236}">
                    <a16:creationId xmlns:a16="http://schemas.microsoft.com/office/drawing/2014/main" id="{018B2B4D-D7EC-3ECB-4F9D-2348BE6D5520}"/>
                  </a:ext>
                </a:extLst>
              </p:cNvPr>
              <p:cNvGraphicFramePr>
                <a:graphicFrameLocks noGrp="1"/>
              </p:cNvGraphicFramePr>
              <p:nvPr>
                <p:extLst>
                  <p:ext uri="{D42A27DB-BD31-4B8C-83A1-F6EECF244321}">
                    <p14:modId xmlns:p14="http://schemas.microsoft.com/office/powerpoint/2010/main" val="157749874"/>
                  </p:ext>
                </p:extLst>
              </p:nvPr>
            </p:nvGraphicFramePr>
            <p:xfrm>
              <a:off x="1952927" y="5510912"/>
              <a:ext cx="8286146" cy="764032"/>
            </p:xfrm>
            <a:graphic>
              <a:graphicData uri="http://schemas.openxmlformats.org/drawingml/2006/table">
                <a:tbl>
                  <a:tblPr firstRow="1" bandRow="1">
                    <a:tableStyleId>{073A0DAA-6AF3-43AB-8588-CEC1D06C72B9}</a:tableStyleId>
                  </a:tblPr>
                  <a:tblGrid>
                    <a:gridCol w="762488">
                      <a:extLst>
                        <a:ext uri="{9D8B030D-6E8A-4147-A177-3AD203B41FA5}">
                          <a16:colId xmlns:a16="http://schemas.microsoft.com/office/drawing/2014/main" val="418354966"/>
                        </a:ext>
                      </a:extLst>
                    </a:gridCol>
                    <a:gridCol w="565638">
                      <a:extLst>
                        <a:ext uri="{9D8B030D-6E8A-4147-A177-3AD203B41FA5}">
                          <a16:colId xmlns:a16="http://schemas.microsoft.com/office/drawing/2014/main" val="295666755"/>
                        </a:ext>
                      </a:extLst>
                    </a:gridCol>
                    <a:gridCol w="1087100">
                      <a:extLst>
                        <a:ext uri="{9D8B030D-6E8A-4147-A177-3AD203B41FA5}">
                          <a16:colId xmlns:a16="http://schemas.microsoft.com/office/drawing/2014/main" val="3322235157"/>
                        </a:ext>
                      </a:extLst>
                    </a:gridCol>
                    <a:gridCol w="1029950">
                      <a:extLst>
                        <a:ext uri="{9D8B030D-6E8A-4147-A177-3AD203B41FA5}">
                          <a16:colId xmlns:a16="http://schemas.microsoft.com/office/drawing/2014/main" val="3108200546"/>
                        </a:ext>
                      </a:extLst>
                    </a:gridCol>
                    <a:gridCol w="1655425">
                      <a:extLst>
                        <a:ext uri="{9D8B030D-6E8A-4147-A177-3AD203B41FA5}">
                          <a16:colId xmlns:a16="http://schemas.microsoft.com/office/drawing/2014/main" val="2145306847"/>
                        </a:ext>
                      </a:extLst>
                    </a:gridCol>
                    <a:gridCol w="891457">
                      <a:extLst>
                        <a:ext uri="{9D8B030D-6E8A-4147-A177-3AD203B41FA5}">
                          <a16:colId xmlns:a16="http://schemas.microsoft.com/office/drawing/2014/main" val="1526974085"/>
                        </a:ext>
                      </a:extLst>
                    </a:gridCol>
                    <a:gridCol w="834307">
                      <a:extLst>
                        <a:ext uri="{9D8B030D-6E8A-4147-A177-3AD203B41FA5}">
                          <a16:colId xmlns:a16="http://schemas.microsoft.com/office/drawing/2014/main" val="3283051644"/>
                        </a:ext>
                      </a:extLst>
                    </a:gridCol>
                    <a:gridCol w="1459781">
                      <a:extLst>
                        <a:ext uri="{9D8B030D-6E8A-4147-A177-3AD203B41FA5}">
                          <a16:colId xmlns:a16="http://schemas.microsoft.com/office/drawing/2014/main" val="1687416659"/>
                        </a:ext>
                      </a:extLst>
                    </a:gridCol>
                  </a:tblGrid>
                  <a:tr h="382016">
                    <a:tc>
                      <a:txBody>
                        <a:bodyPr/>
                        <a:lstStyle/>
                        <a:p>
                          <a:endParaRPr lang="en-AS"/>
                        </a:p>
                      </a:txBody>
                      <a:tcPr marL="54219" marR="54219" marT="0" marB="0" anchor="ctr">
                        <a:blipFill>
                          <a:blip r:embed="rId7"/>
                          <a:stretch>
                            <a:fillRect l="-800" t="-3175" r="-991200" b="-103175"/>
                          </a:stretch>
                        </a:blipFill>
                      </a:tcPr>
                    </a:tc>
                    <a:tc>
                      <a:txBody>
                        <a:bodyPr/>
                        <a:lstStyle/>
                        <a:p>
                          <a:endParaRPr lang="en-AS"/>
                        </a:p>
                      </a:txBody>
                      <a:tcPr marL="54219" marR="54219" marT="0" marB="0" anchor="ctr">
                        <a:blipFill>
                          <a:blip r:embed="rId7"/>
                          <a:stretch>
                            <a:fillRect l="-135484" t="-3175" r="-1232258" b="-103175"/>
                          </a:stretch>
                        </a:blipFill>
                      </a:tcPr>
                    </a:tc>
                    <a:tc>
                      <a:txBody>
                        <a:bodyPr/>
                        <a:lstStyle/>
                        <a:p>
                          <a:endParaRPr lang="en-AS"/>
                        </a:p>
                      </a:txBody>
                      <a:tcPr marL="54219" marR="54219" marT="0" marB="0" anchor="ctr">
                        <a:blipFill>
                          <a:blip r:embed="rId7"/>
                          <a:stretch>
                            <a:fillRect l="-123034" t="-3175" r="-543820" b="-103175"/>
                          </a:stretch>
                        </a:blipFill>
                      </a:tcPr>
                    </a:tc>
                    <a:tc>
                      <a:txBody>
                        <a:bodyPr/>
                        <a:lstStyle/>
                        <a:p>
                          <a:endParaRPr lang="en-AS"/>
                        </a:p>
                      </a:txBody>
                      <a:tcPr marL="54219" marR="54219" marT="0" marB="0" anchor="ctr">
                        <a:blipFill>
                          <a:blip r:embed="rId7"/>
                          <a:stretch>
                            <a:fillRect l="-234911" t="-3175" r="-472781" b="-103175"/>
                          </a:stretch>
                        </a:blipFill>
                      </a:tcPr>
                    </a:tc>
                    <a:tc>
                      <a:txBody>
                        <a:bodyPr/>
                        <a:lstStyle/>
                        <a:p>
                          <a:endParaRPr lang="en-AS"/>
                        </a:p>
                      </a:txBody>
                      <a:tcPr marL="54219" marR="54219" marT="0" marB="0" anchor="ctr">
                        <a:blipFill>
                          <a:blip r:embed="rId7"/>
                          <a:stretch>
                            <a:fillRect l="-208088" t="-3175" r="-193750" b="-103175"/>
                          </a:stretch>
                        </a:blipFill>
                      </a:tcPr>
                    </a:tc>
                    <a:tc>
                      <a:txBody>
                        <a:bodyPr/>
                        <a:lstStyle/>
                        <a:p>
                          <a:endParaRPr lang="en-AS"/>
                        </a:p>
                      </a:txBody>
                      <a:tcPr marL="54219" marR="54219" marT="0" marB="0" anchor="ctr">
                        <a:blipFill>
                          <a:blip r:embed="rId7"/>
                          <a:stretch>
                            <a:fillRect l="-573973" t="-3175" r="-260959" b="-103175"/>
                          </a:stretch>
                        </a:blipFill>
                      </a:tcPr>
                    </a:tc>
                    <a:tc>
                      <a:txBody>
                        <a:bodyPr/>
                        <a:lstStyle/>
                        <a:p>
                          <a:endParaRPr lang="en-AS"/>
                        </a:p>
                      </a:txBody>
                      <a:tcPr marL="54219" marR="54219" marT="0" marB="0" anchor="ctr">
                        <a:blipFill>
                          <a:blip r:embed="rId7"/>
                          <a:stretch>
                            <a:fillRect l="-718248" t="-3175" r="-178102" b="-103175"/>
                          </a:stretch>
                        </a:blipFill>
                      </a:tcPr>
                    </a:tc>
                    <a:tc>
                      <a:txBody>
                        <a:bodyPr/>
                        <a:lstStyle/>
                        <a:p>
                          <a:endParaRPr lang="en-AS"/>
                        </a:p>
                      </a:txBody>
                      <a:tcPr marL="54219" marR="54219" marT="0" marB="0" anchor="ctr">
                        <a:blipFill>
                          <a:blip r:embed="rId7"/>
                          <a:stretch>
                            <a:fillRect l="-467083" t="-3175" r="-1667" b="-103175"/>
                          </a:stretch>
                        </a:blipFill>
                      </a:tcPr>
                    </a:tc>
                    <a:extLst>
                      <a:ext uri="{0D108BD9-81ED-4DB2-BD59-A6C34878D82A}">
                        <a16:rowId xmlns:a16="http://schemas.microsoft.com/office/drawing/2014/main" val="785552584"/>
                      </a:ext>
                    </a:extLst>
                  </a:tr>
                  <a:tr h="382016">
                    <a:tc>
                      <a:txBody>
                        <a:bodyPr/>
                        <a:lstStyle/>
                        <a:p>
                          <a:endParaRPr lang="en-AS"/>
                        </a:p>
                      </a:txBody>
                      <a:tcPr marL="54219" marR="54219" marT="0" marB="0" anchor="ctr">
                        <a:blipFill>
                          <a:blip r:embed="rId7"/>
                          <a:stretch>
                            <a:fillRect l="-800" t="-103175" r="-991200" b="-3175"/>
                          </a:stretch>
                        </a:blipFill>
                      </a:tcPr>
                    </a:tc>
                    <a:tc>
                      <a:txBody>
                        <a:bodyPr/>
                        <a:lstStyle/>
                        <a:p>
                          <a:endParaRPr lang="en-AS"/>
                        </a:p>
                      </a:txBody>
                      <a:tcPr marL="54219" marR="54219" marT="0" marB="0" anchor="ctr">
                        <a:blipFill>
                          <a:blip r:embed="rId7"/>
                          <a:stretch>
                            <a:fillRect l="-135484" t="-103175" r="-1232258" b="-3175"/>
                          </a:stretch>
                        </a:blipFill>
                      </a:tcPr>
                    </a:tc>
                    <a:tc>
                      <a:txBody>
                        <a:bodyPr/>
                        <a:lstStyle/>
                        <a:p>
                          <a:endParaRPr lang="en-AS"/>
                        </a:p>
                      </a:txBody>
                      <a:tcPr marL="54219" marR="54219" marT="0" marB="0" anchor="ctr">
                        <a:blipFill>
                          <a:blip r:embed="rId7"/>
                          <a:stretch>
                            <a:fillRect l="-123034" t="-103175" r="-543820" b="-3175"/>
                          </a:stretch>
                        </a:blipFill>
                      </a:tcPr>
                    </a:tc>
                    <a:tc>
                      <a:txBody>
                        <a:bodyPr/>
                        <a:lstStyle/>
                        <a:p>
                          <a:endParaRPr lang="en-AS"/>
                        </a:p>
                      </a:txBody>
                      <a:tcPr marL="54219" marR="54219" marT="0" marB="0" anchor="ctr">
                        <a:blipFill>
                          <a:blip r:embed="rId7"/>
                          <a:stretch>
                            <a:fillRect l="-234911" t="-103175" r="-472781" b="-3175"/>
                          </a:stretch>
                        </a:blipFill>
                      </a:tcPr>
                    </a:tc>
                    <a:tc>
                      <a:txBody>
                        <a:bodyPr/>
                        <a:lstStyle/>
                        <a:p>
                          <a:endParaRPr lang="en-AS"/>
                        </a:p>
                      </a:txBody>
                      <a:tcPr marL="54219" marR="54219" marT="0" marB="0" anchor="ctr">
                        <a:blipFill>
                          <a:blip r:embed="rId7"/>
                          <a:stretch>
                            <a:fillRect l="-208088" t="-103175" r="-193750" b="-3175"/>
                          </a:stretch>
                        </a:blipFill>
                      </a:tcPr>
                    </a:tc>
                    <a:tc>
                      <a:txBody>
                        <a:bodyPr/>
                        <a:lstStyle/>
                        <a:p>
                          <a:endParaRPr lang="en-AS"/>
                        </a:p>
                      </a:txBody>
                      <a:tcPr marL="54219" marR="54219" marT="0" marB="0" anchor="ctr">
                        <a:blipFill>
                          <a:blip r:embed="rId7"/>
                          <a:stretch>
                            <a:fillRect l="-573973" t="-103175" r="-260959" b="-3175"/>
                          </a:stretch>
                        </a:blipFill>
                      </a:tcPr>
                    </a:tc>
                    <a:tc>
                      <a:txBody>
                        <a:bodyPr/>
                        <a:lstStyle/>
                        <a:p>
                          <a:endParaRPr lang="en-AS"/>
                        </a:p>
                      </a:txBody>
                      <a:tcPr marL="54219" marR="54219" marT="0" marB="0" anchor="ctr">
                        <a:blipFill>
                          <a:blip r:embed="rId7"/>
                          <a:stretch>
                            <a:fillRect l="-718248" t="-103175" r="-178102" b="-3175"/>
                          </a:stretch>
                        </a:blipFill>
                      </a:tcPr>
                    </a:tc>
                    <a:tc>
                      <a:txBody>
                        <a:bodyPr/>
                        <a:lstStyle/>
                        <a:p>
                          <a:endParaRPr lang="en-AS"/>
                        </a:p>
                      </a:txBody>
                      <a:tcPr marL="54219" marR="54219" marT="0" marB="0" anchor="ctr">
                        <a:blipFill>
                          <a:blip r:embed="rId7"/>
                          <a:stretch>
                            <a:fillRect l="-467083" t="-103175" r="-1667" b="-3175"/>
                          </a:stretch>
                        </a:blipFill>
                      </a:tcPr>
                    </a:tc>
                    <a:extLst>
                      <a:ext uri="{0D108BD9-81ED-4DB2-BD59-A6C34878D82A}">
                        <a16:rowId xmlns:a16="http://schemas.microsoft.com/office/drawing/2014/main" val="663055297"/>
                      </a:ext>
                    </a:extLst>
                  </a:tr>
                </a:tbl>
              </a:graphicData>
            </a:graphic>
          </p:graphicFrame>
        </mc:Fallback>
      </mc:AlternateContent>
      <p:grpSp>
        <p:nvGrpSpPr>
          <p:cNvPr id="69" name="Group 68">
            <a:extLst>
              <a:ext uri="{FF2B5EF4-FFF2-40B4-BE49-F238E27FC236}">
                <a16:creationId xmlns:a16="http://schemas.microsoft.com/office/drawing/2014/main" id="{ABCC2944-73D6-C1E7-9E5D-70CF4976CE04}"/>
              </a:ext>
            </a:extLst>
          </p:cNvPr>
          <p:cNvGrpSpPr/>
          <p:nvPr/>
        </p:nvGrpSpPr>
        <p:grpSpPr>
          <a:xfrm rot="2700000">
            <a:off x="9329086" y="2061322"/>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70" name="Graphic 37" descr="Film strip outline">
              <a:extLst>
                <a:ext uri="{FF2B5EF4-FFF2-40B4-BE49-F238E27FC236}">
                  <a16:creationId xmlns:a16="http://schemas.microsoft.com/office/drawing/2014/main" id="{7BFDCA45-55F2-DC9E-9B43-7C7F425403D1}"/>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1" name="Graphic 37" descr="Film strip outline">
              <a:extLst>
                <a:ext uri="{FF2B5EF4-FFF2-40B4-BE49-F238E27FC236}">
                  <a16:creationId xmlns:a16="http://schemas.microsoft.com/office/drawing/2014/main" id="{29D4AFE7-3B1D-CF48-3727-D1E6200EC3E4}"/>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2" name="Graphic 37" descr="Film strip outline">
              <a:extLst>
                <a:ext uri="{FF2B5EF4-FFF2-40B4-BE49-F238E27FC236}">
                  <a16:creationId xmlns:a16="http://schemas.microsoft.com/office/drawing/2014/main" id="{2642126A-DB5E-D6FC-2653-30FB1DB5F700}"/>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3" name="Graphic 37" descr="Film strip outline">
              <a:extLst>
                <a:ext uri="{FF2B5EF4-FFF2-40B4-BE49-F238E27FC236}">
                  <a16:creationId xmlns:a16="http://schemas.microsoft.com/office/drawing/2014/main" id="{5594C9C0-EBC4-1724-3282-22DD6044D72D}"/>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88" name="!!Film_Tabe_1">
            <a:extLst>
              <a:ext uri="{FF2B5EF4-FFF2-40B4-BE49-F238E27FC236}">
                <a16:creationId xmlns:a16="http://schemas.microsoft.com/office/drawing/2014/main" id="{EFF574F8-23F9-EEB7-CDDF-A85E8A1A50E2}"/>
              </a:ext>
            </a:extLst>
          </p:cNvPr>
          <p:cNvGrpSpPr/>
          <p:nvPr/>
        </p:nvGrpSpPr>
        <p:grpSpPr>
          <a:xfrm rot="18000000">
            <a:off x="-13919249" y="4676368"/>
            <a:ext cx="21467809" cy="1961092"/>
            <a:chOff x="-5996785" y="2448454"/>
            <a:chExt cx="21467809" cy="1961092"/>
          </a:xfrm>
          <a:effectLst>
            <a:outerShdw blurRad="12700" dist="50800" dir="2700000" algn="tl" rotWithShape="0">
              <a:schemeClr val="tx1">
                <a:alpha val="40000"/>
              </a:schemeClr>
            </a:outerShdw>
          </a:effectLst>
        </p:grpSpPr>
        <p:grpSp>
          <p:nvGrpSpPr>
            <p:cNvPr id="89" name="Group 88">
              <a:extLst>
                <a:ext uri="{FF2B5EF4-FFF2-40B4-BE49-F238E27FC236}">
                  <a16:creationId xmlns:a16="http://schemas.microsoft.com/office/drawing/2014/main" id="{4FAAC789-26B7-2F09-4DBB-DC89FC08BA09}"/>
                </a:ext>
              </a:extLst>
            </p:cNvPr>
            <p:cNvGrpSpPr/>
            <p:nvPr/>
          </p:nvGrpSpPr>
          <p:grpSpPr>
            <a:xfrm>
              <a:off x="7372077" y="2448455"/>
              <a:ext cx="2738174" cy="1961091"/>
              <a:chOff x="4726913" y="2438401"/>
              <a:chExt cx="2738174" cy="1961091"/>
            </a:xfrm>
          </p:grpSpPr>
          <p:sp>
            <p:nvSpPr>
              <p:cNvPr id="118" name="Graphic 2" descr="Film strip outline">
                <a:extLst>
                  <a:ext uri="{FF2B5EF4-FFF2-40B4-BE49-F238E27FC236}">
                    <a16:creationId xmlns:a16="http://schemas.microsoft.com/office/drawing/2014/main" id="{A7FFE3CC-BA1C-B26D-8C2A-D2200BF29DB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9" name="Straight Connector 118">
                <a:extLst>
                  <a:ext uri="{FF2B5EF4-FFF2-40B4-BE49-F238E27FC236}">
                    <a16:creationId xmlns:a16="http://schemas.microsoft.com/office/drawing/2014/main" id="{25D7A23D-AFFE-9E3E-BE0F-AAF83EEA5C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20" name="TextBox 119">
                <a:extLst>
                  <a:ext uri="{FF2B5EF4-FFF2-40B4-BE49-F238E27FC236}">
                    <a16:creationId xmlns:a16="http://schemas.microsoft.com/office/drawing/2014/main" id="{644C8B4D-8444-C2BB-C0F5-682E6006D35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0" name="Group 89">
              <a:extLst>
                <a:ext uri="{FF2B5EF4-FFF2-40B4-BE49-F238E27FC236}">
                  <a16:creationId xmlns:a16="http://schemas.microsoft.com/office/drawing/2014/main" id="{19AEB66D-A6EA-4051-FEFE-E01F19A78E8E}"/>
                </a:ext>
              </a:extLst>
            </p:cNvPr>
            <p:cNvGrpSpPr/>
            <p:nvPr/>
          </p:nvGrpSpPr>
          <p:grpSpPr>
            <a:xfrm>
              <a:off x="4702657" y="2448455"/>
              <a:ext cx="2738174" cy="1961091"/>
              <a:chOff x="4726913" y="2438401"/>
              <a:chExt cx="2738174" cy="1961091"/>
            </a:xfrm>
          </p:grpSpPr>
          <p:sp>
            <p:nvSpPr>
              <p:cNvPr id="115" name="Graphic 2" descr="Film strip outline">
                <a:extLst>
                  <a:ext uri="{FF2B5EF4-FFF2-40B4-BE49-F238E27FC236}">
                    <a16:creationId xmlns:a16="http://schemas.microsoft.com/office/drawing/2014/main" id="{F395AB22-876F-D406-8064-D760409E095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6" name="Straight Connector 115">
                <a:extLst>
                  <a:ext uri="{FF2B5EF4-FFF2-40B4-BE49-F238E27FC236}">
                    <a16:creationId xmlns:a16="http://schemas.microsoft.com/office/drawing/2014/main" id="{4867EA5A-0A3A-C7D0-4808-8B77BA671E5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7" name="TextBox 116">
                <a:extLst>
                  <a:ext uri="{FF2B5EF4-FFF2-40B4-BE49-F238E27FC236}">
                    <a16:creationId xmlns:a16="http://schemas.microsoft.com/office/drawing/2014/main" id="{7C2F0746-7E9C-6476-7563-35DB896AE84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1" name="Group 90">
              <a:extLst>
                <a:ext uri="{FF2B5EF4-FFF2-40B4-BE49-F238E27FC236}">
                  <a16:creationId xmlns:a16="http://schemas.microsoft.com/office/drawing/2014/main" id="{4A6D1652-A0AB-1907-4637-5460F8CDB6CA}"/>
                </a:ext>
              </a:extLst>
            </p:cNvPr>
            <p:cNvGrpSpPr/>
            <p:nvPr/>
          </p:nvGrpSpPr>
          <p:grpSpPr>
            <a:xfrm>
              <a:off x="12732850" y="2448455"/>
              <a:ext cx="2738174" cy="1961091"/>
              <a:chOff x="4726913" y="2438401"/>
              <a:chExt cx="2738174" cy="1961091"/>
            </a:xfrm>
          </p:grpSpPr>
          <p:sp>
            <p:nvSpPr>
              <p:cNvPr id="112" name="Graphic 2" descr="Film strip outline">
                <a:extLst>
                  <a:ext uri="{FF2B5EF4-FFF2-40B4-BE49-F238E27FC236}">
                    <a16:creationId xmlns:a16="http://schemas.microsoft.com/office/drawing/2014/main" id="{E2FFC9B7-5EFD-471A-277E-CF19EDAB193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3" name="Straight Connector 112">
                <a:extLst>
                  <a:ext uri="{FF2B5EF4-FFF2-40B4-BE49-F238E27FC236}">
                    <a16:creationId xmlns:a16="http://schemas.microsoft.com/office/drawing/2014/main" id="{E615E2DA-E6E9-75FC-D718-B2BD67C8BD3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4" name="TextBox 113">
                <a:extLst>
                  <a:ext uri="{FF2B5EF4-FFF2-40B4-BE49-F238E27FC236}">
                    <a16:creationId xmlns:a16="http://schemas.microsoft.com/office/drawing/2014/main" id="{A9709D85-2706-91AC-F2C5-5A1115A2059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2" name="Group 91">
              <a:extLst>
                <a:ext uri="{FF2B5EF4-FFF2-40B4-BE49-F238E27FC236}">
                  <a16:creationId xmlns:a16="http://schemas.microsoft.com/office/drawing/2014/main" id="{2D001669-67F1-5815-F395-1E5B7468F226}"/>
                </a:ext>
              </a:extLst>
            </p:cNvPr>
            <p:cNvGrpSpPr/>
            <p:nvPr/>
          </p:nvGrpSpPr>
          <p:grpSpPr>
            <a:xfrm>
              <a:off x="10063430" y="2448455"/>
              <a:ext cx="2738174" cy="1961091"/>
              <a:chOff x="4726913" y="2438401"/>
              <a:chExt cx="2738174" cy="1961091"/>
            </a:xfrm>
          </p:grpSpPr>
          <p:sp>
            <p:nvSpPr>
              <p:cNvPr id="109" name="Graphic 2" descr="Film strip outline">
                <a:extLst>
                  <a:ext uri="{FF2B5EF4-FFF2-40B4-BE49-F238E27FC236}">
                    <a16:creationId xmlns:a16="http://schemas.microsoft.com/office/drawing/2014/main" id="{27ED5113-EA90-F6E2-C433-1D1461E7C17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10" name="Straight Connector 109">
                <a:extLst>
                  <a:ext uri="{FF2B5EF4-FFF2-40B4-BE49-F238E27FC236}">
                    <a16:creationId xmlns:a16="http://schemas.microsoft.com/office/drawing/2014/main" id="{A91681B6-5FB0-D271-D7D2-0B0D4F6683B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11" name="TextBox 110">
                <a:extLst>
                  <a:ext uri="{FF2B5EF4-FFF2-40B4-BE49-F238E27FC236}">
                    <a16:creationId xmlns:a16="http://schemas.microsoft.com/office/drawing/2014/main" id="{A4E2EB21-2AE1-EBDC-7D12-B47F48B84B0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3" name="Group 92">
              <a:extLst>
                <a:ext uri="{FF2B5EF4-FFF2-40B4-BE49-F238E27FC236}">
                  <a16:creationId xmlns:a16="http://schemas.microsoft.com/office/drawing/2014/main" id="{D18AFF18-1EAE-B8EA-483E-472A3331C9D3}"/>
                </a:ext>
              </a:extLst>
            </p:cNvPr>
            <p:cNvGrpSpPr/>
            <p:nvPr/>
          </p:nvGrpSpPr>
          <p:grpSpPr>
            <a:xfrm>
              <a:off x="-3327365" y="2448454"/>
              <a:ext cx="2738174" cy="1961091"/>
              <a:chOff x="4726913" y="2438401"/>
              <a:chExt cx="2738174" cy="1961091"/>
            </a:xfrm>
          </p:grpSpPr>
          <p:sp>
            <p:nvSpPr>
              <p:cNvPr id="106" name="Graphic 2" descr="Film strip outline">
                <a:extLst>
                  <a:ext uri="{FF2B5EF4-FFF2-40B4-BE49-F238E27FC236}">
                    <a16:creationId xmlns:a16="http://schemas.microsoft.com/office/drawing/2014/main" id="{86FA5D19-0BEB-5E87-8AE2-50B85F5E296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7" name="Straight Connector 106">
                <a:extLst>
                  <a:ext uri="{FF2B5EF4-FFF2-40B4-BE49-F238E27FC236}">
                    <a16:creationId xmlns:a16="http://schemas.microsoft.com/office/drawing/2014/main" id="{F341A02E-E0D8-EB90-03DE-C23ACF2B993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7CA2FF7B-12F3-6AA6-D11A-B67ECF23D20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4" name="Group 93">
              <a:extLst>
                <a:ext uri="{FF2B5EF4-FFF2-40B4-BE49-F238E27FC236}">
                  <a16:creationId xmlns:a16="http://schemas.microsoft.com/office/drawing/2014/main" id="{4E8984E5-E2A1-7BA2-725D-10EF8C31A105}"/>
                </a:ext>
              </a:extLst>
            </p:cNvPr>
            <p:cNvGrpSpPr/>
            <p:nvPr/>
          </p:nvGrpSpPr>
          <p:grpSpPr>
            <a:xfrm>
              <a:off x="-5996785" y="2448454"/>
              <a:ext cx="2738174" cy="1961091"/>
              <a:chOff x="4726913" y="2438401"/>
              <a:chExt cx="2738174" cy="1961091"/>
            </a:xfrm>
          </p:grpSpPr>
          <p:sp>
            <p:nvSpPr>
              <p:cNvPr id="103" name="Graphic 2" descr="Film strip outline">
                <a:extLst>
                  <a:ext uri="{FF2B5EF4-FFF2-40B4-BE49-F238E27FC236}">
                    <a16:creationId xmlns:a16="http://schemas.microsoft.com/office/drawing/2014/main" id="{8C491962-F954-309B-8B5E-B958F84B86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4" name="Straight Connector 103">
                <a:extLst>
                  <a:ext uri="{FF2B5EF4-FFF2-40B4-BE49-F238E27FC236}">
                    <a16:creationId xmlns:a16="http://schemas.microsoft.com/office/drawing/2014/main" id="{E9663AA2-F151-7198-ED7F-33189D211A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5" name="TextBox 104">
                <a:extLst>
                  <a:ext uri="{FF2B5EF4-FFF2-40B4-BE49-F238E27FC236}">
                    <a16:creationId xmlns:a16="http://schemas.microsoft.com/office/drawing/2014/main" id="{4AB930AA-56F3-3B48-6101-6AAC5ABBEEC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5" name="Group 94">
              <a:extLst>
                <a:ext uri="{FF2B5EF4-FFF2-40B4-BE49-F238E27FC236}">
                  <a16:creationId xmlns:a16="http://schemas.microsoft.com/office/drawing/2014/main" id="{8DF1A4BB-4FEF-9417-5B0E-B07077036A13}"/>
                </a:ext>
              </a:extLst>
            </p:cNvPr>
            <p:cNvGrpSpPr/>
            <p:nvPr/>
          </p:nvGrpSpPr>
          <p:grpSpPr>
            <a:xfrm>
              <a:off x="2033408" y="2448454"/>
              <a:ext cx="2738174" cy="1961091"/>
              <a:chOff x="4726913" y="2438401"/>
              <a:chExt cx="2738174" cy="1961091"/>
            </a:xfrm>
          </p:grpSpPr>
          <p:sp>
            <p:nvSpPr>
              <p:cNvPr id="100" name="Graphic 2" descr="Film strip outline">
                <a:extLst>
                  <a:ext uri="{FF2B5EF4-FFF2-40B4-BE49-F238E27FC236}">
                    <a16:creationId xmlns:a16="http://schemas.microsoft.com/office/drawing/2014/main" id="{CFDAAB3F-5795-D0ED-8D30-7C7E58E1316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1" name="Straight Connector 100">
                <a:extLst>
                  <a:ext uri="{FF2B5EF4-FFF2-40B4-BE49-F238E27FC236}">
                    <a16:creationId xmlns:a16="http://schemas.microsoft.com/office/drawing/2014/main" id="{71612FCC-5CED-0FEA-33AB-8C297C21AB8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A0CD0E87-F6B4-5EB6-8353-6E2FD1B24AE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6" name="Group 95">
              <a:extLst>
                <a:ext uri="{FF2B5EF4-FFF2-40B4-BE49-F238E27FC236}">
                  <a16:creationId xmlns:a16="http://schemas.microsoft.com/office/drawing/2014/main" id="{DBB7F83F-D6B3-4F92-7D48-8D3BE9720492}"/>
                </a:ext>
              </a:extLst>
            </p:cNvPr>
            <p:cNvGrpSpPr/>
            <p:nvPr/>
          </p:nvGrpSpPr>
          <p:grpSpPr>
            <a:xfrm>
              <a:off x="-636012" y="2448454"/>
              <a:ext cx="2738174" cy="1961091"/>
              <a:chOff x="4726913" y="2438401"/>
              <a:chExt cx="2738174" cy="1961091"/>
            </a:xfrm>
          </p:grpSpPr>
          <p:sp>
            <p:nvSpPr>
              <p:cNvPr id="97" name="Graphic 2" descr="Film strip outline">
                <a:extLst>
                  <a:ext uri="{FF2B5EF4-FFF2-40B4-BE49-F238E27FC236}">
                    <a16:creationId xmlns:a16="http://schemas.microsoft.com/office/drawing/2014/main" id="{543CD9B7-DC2B-A671-CD19-1122030624D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52D2027C-5303-1E89-42FD-1F03E2DBE8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D08C7730-422D-DCC0-0257-E669886857B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121" name="!!Film_Tabe_2">
            <a:extLst>
              <a:ext uri="{FF2B5EF4-FFF2-40B4-BE49-F238E27FC236}">
                <a16:creationId xmlns:a16="http://schemas.microsoft.com/office/drawing/2014/main" id="{470A2EBE-899E-FDB4-34EC-053F6BF275C2}"/>
              </a:ext>
            </a:extLst>
          </p:cNvPr>
          <p:cNvGrpSpPr/>
          <p:nvPr/>
        </p:nvGrpSpPr>
        <p:grpSpPr>
          <a:xfrm rot="18000000">
            <a:off x="4480485" y="-949"/>
            <a:ext cx="21467809" cy="1961092"/>
            <a:chOff x="-5996785" y="2448454"/>
            <a:chExt cx="21467809" cy="1961092"/>
          </a:xfrm>
          <a:effectLst>
            <a:outerShdw blurRad="12700" dist="50800" dir="2700000" algn="tl" rotWithShape="0">
              <a:prstClr val="black">
                <a:alpha val="40000"/>
              </a:prstClr>
            </a:outerShdw>
          </a:effectLst>
        </p:grpSpPr>
        <p:grpSp>
          <p:nvGrpSpPr>
            <p:cNvPr id="122" name="Group 121">
              <a:extLst>
                <a:ext uri="{FF2B5EF4-FFF2-40B4-BE49-F238E27FC236}">
                  <a16:creationId xmlns:a16="http://schemas.microsoft.com/office/drawing/2014/main" id="{9519D00F-0A06-2EE5-16D9-EF4A2299970D}"/>
                </a:ext>
              </a:extLst>
            </p:cNvPr>
            <p:cNvGrpSpPr/>
            <p:nvPr/>
          </p:nvGrpSpPr>
          <p:grpSpPr>
            <a:xfrm>
              <a:off x="7372077" y="2448455"/>
              <a:ext cx="2738174" cy="1961091"/>
              <a:chOff x="4726913" y="2438401"/>
              <a:chExt cx="2738174" cy="1961091"/>
            </a:xfrm>
          </p:grpSpPr>
          <p:sp>
            <p:nvSpPr>
              <p:cNvPr id="151" name="Graphic 2" descr="Film strip outline">
                <a:extLst>
                  <a:ext uri="{FF2B5EF4-FFF2-40B4-BE49-F238E27FC236}">
                    <a16:creationId xmlns:a16="http://schemas.microsoft.com/office/drawing/2014/main" id="{2BEEB5A8-954F-5B0D-8331-E4D64A4F12B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2" name="Straight Connector 151">
                <a:extLst>
                  <a:ext uri="{FF2B5EF4-FFF2-40B4-BE49-F238E27FC236}">
                    <a16:creationId xmlns:a16="http://schemas.microsoft.com/office/drawing/2014/main" id="{3F086818-C80C-23DC-E7DE-CBAF093BFF2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3" name="TextBox 152">
                <a:extLst>
                  <a:ext uri="{FF2B5EF4-FFF2-40B4-BE49-F238E27FC236}">
                    <a16:creationId xmlns:a16="http://schemas.microsoft.com/office/drawing/2014/main" id="{0A18C9D2-C738-47C0-67AC-448A3D6FA65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3" name="Group 122">
              <a:extLst>
                <a:ext uri="{FF2B5EF4-FFF2-40B4-BE49-F238E27FC236}">
                  <a16:creationId xmlns:a16="http://schemas.microsoft.com/office/drawing/2014/main" id="{49900566-CB8E-A3B3-AD02-37B6A7D79E9D}"/>
                </a:ext>
              </a:extLst>
            </p:cNvPr>
            <p:cNvGrpSpPr/>
            <p:nvPr/>
          </p:nvGrpSpPr>
          <p:grpSpPr>
            <a:xfrm>
              <a:off x="4702657" y="2448455"/>
              <a:ext cx="2738174" cy="1961091"/>
              <a:chOff x="4726913" y="2438401"/>
              <a:chExt cx="2738174" cy="1961091"/>
            </a:xfrm>
          </p:grpSpPr>
          <p:sp>
            <p:nvSpPr>
              <p:cNvPr id="148" name="Graphic 2" descr="Film strip outline">
                <a:extLst>
                  <a:ext uri="{FF2B5EF4-FFF2-40B4-BE49-F238E27FC236}">
                    <a16:creationId xmlns:a16="http://schemas.microsoft.com/office/drawing/2014/main" id="{35C630B3-D45C-D8A9-AB05-D48E4B8903F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9" name="Straight Connector 148">
                <a:extLst>
                  <a:ext uri="{FF2B5EF4-FFF2-40B4-BE49-F238E27FC236}">
                    <a16:creationId xmlns:a16="http://schemas.microsoft.com/office/drawing/2014/main" id="{398D0B81-ACF7-BD6C-5537-EF1F8B5EED4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50" name="TextBox 149">
                <a:extLst>
                  <a:ext uri="{FF2B5EF4-FFF2-40B4-BE49-F238E27FC236}">
                    <a16:creationId xmlns:a16="http://schemas.microsoft.com/office/drawing/2014/main" id="{F1D1A329-92E1-5758-0FBE-D1E75B4611C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4" name="Group 123">
              <a:extLst>
                <a:ext uri="{FF2B5EF4-FFF2-40B4-BE49-F238E27FC236}">
                  <a16:creationId xmlns:a16="http://schemas.microsoft.com/office/drawing/2014/main" id="{F01074CC-7F30-263E-3FF7-961064A7C702}"/>
                </a:ext>
              </a:extLst>
            </p:cNvPr>
            <p:cNvGrpSpPr/>
            <p:nvPr/>
          </p:nvGrpSpPr>
          <p:grpSpPr>
            <a:xfrm>
              <a:off x="12732850" y="2448455"/>
              <a:ext cx="2738174" cy="1961091"/>
              <a:chOff x="4726913" y="2438401"/>
              <a:chExt cx="2738174" cy="1961091"/>
            </a:xfrm>
          </p:grpSpPr>
          <p:sp>
            <p:nvSpPr>
              <p:cNvPr id="145" name="Graphic 2" descr="Film strip outline">
                <a:extLst>
                  <a:ext uri="{FF2B5EF4-FFF2-40B4-BE49-F238E27FC236}">
                    <a16:creationId xmlns:a16="http://schemas.microsoft.com/office/drawing/2014/main" id="{5B4DE950-9943-7DC5-59FA-4581B28B61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6" name="Straight Connector 145">
                <a:extLst>
                  <a:ext uri="{FF2B5EF4-FFF2-40B4-BE49-F238E27FC236}">
                    <a16:creationId xmlns:a16="http://schemas.microsoft.com/office/drawing/2014/main" id="{B4F2D793-B8A2-F66E-D3CB-24505783C15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7" name="TextBox 146">
                <a:extLst>
                  <a:ext uri="{FF2B5EF4-FFF2-40B4-BE49-F238E27FC236}">
                    <a16:creationId xmlns:a16="http://schemas.microsoft.com/office/drawing/2014/main" id="{8CB55303-B3AD-B496-79D5-E10BB3D9F74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5" name="Group 124">
              <a:extLst>
                <a:ext uri="{FF2B5EF4-FFF2-40B4-BE49-F238E27FC236}">
                  <a16:creationId xmlns:a16="http://schemas.microsoft.com/office/drawing/2014/main" id="{EB76D5B7-7FD9-DE94-5041-7FEBB508763C}"/>
                </a:ext>
              </a:extLst>
            </p:cNvPr>
            <p:cNvGrpSpPr/>
            <p:nvPr/>
          </p:nvGrpSpPr>
          <p:grpSpPr>
            <a:xfrm>
              <a:off x="10063430" y="2448455"/>
              <a:ext cx="2738174" cy="1961091"/>
              <a:chOff x="4726913" y="2438401"/>
              <a:chExt cx="2738174" cy="1961091"/>
            </a:xfrm>
          </p:grpSpPr>
          <p:sp>
            <p:nvSpPr>
              <p:cNvPr id="142" name="Graphic 2" descr="Film strip outline">
                <a:extLst>
                  <a:ext uri="{FF2B5EF4-FFF2-40B4-BE49-F238E27FC236}">
                    <a16:creationId xmlns:a16="http://schemas.microsoft.com/office/drawing/2014/main" id="{B57091AD-2BC1-F559-7123-C9CD3E9E7B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3" name="Straight Connector 142">
                <a:extLst>
                  <a:ext uri="{FF2B5EF4-FFF2-40B4-BE49-F238E27FC236}">
                    <a16:creationId xmlns:a16="http://schemas.microsoft.com/office/drawing/2014/main" id="{B69488EC-ED5C-390D-3E85-84F4B493589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4" name="TextBox 143">
                <a:extLst>
                  <a:ext uri="{FF2B5EF4-FFF2-40B4-BE49-F238E27FC236}">
                    <a16:creationId xmlns:a16="http://schemas.microsoft.com/office/drawing/2014/main" id="{27F5E37A-199E-C6DF-7D0B-B267E034D67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6" name="Group 125">
              <a:extLst>
                <a:ext uri="{FF2B5EF4-FFF2-40B4-BE49-F238E27FC236}">
                  <a16:creationId xmlns:a16="http://schemas.microsoft.com/office/drawing/2014/main" id="{5E36AA95-2D05-8C6C-4CDF-A8805420DA49}"/>
                </a:ext>
              </a:extLst>
            </p:cNvPr>
            <p:cNvGrpSpPr/>
            <p:nvPr/>
          </p:nvGrpSpPr>
          <p:grpSpPr>
            <a:xfrm>
              <a:off x="-3327365" y="2448454"/>
              <a:ext cx="2738174" cy="1961091"/>
              <a:chOff x="4726913" y="2438401"/>
              <a:chExt cx="2738174" cy="1961091"/>
            </a:xfrm>
          </p:grpSpPr>
          <p:sp>
            <p:nvSpPr>
              <p:cNvPr id="139" name="Graphic 2" descr="Film strip outline">
                <a:extLst>
                  <a:ext uri="{FF2B5EF4-FFF2-40B4-BE49-F238E27FC236}">
                    <a16:creationId xmlns:a16="http://schemas.microsoft.com/office/drawing/2014/main" id="{50CA9750-1223-E302-0FCC-D777EBA6DA3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40" name="Straight Connector 139">
                <a:extLst>
                  <a:ext uri="{FF2B5EF4-FFF2-40B4-BE49-F238E27FC236}">
                    <a16:creationId xmlns:a16="http://schemas.microsoft.com/office/drawing/2014/main" id="{69070A1C-76CC-CC6B-66A1-93617499545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1" name="TextBox 140">
                <a:extLst>
                  <a:ext uri="{FF2B5EF4-FFF2-40B4-BE49-F238E27FC236}">
                    <a16:creationId xmlns:a16="http://schemas.microsoft.com/office/drawing/2014/main" id="{49A79B0B-A5A4-B83F-2A74-AA189A12402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7" name="Group 126">
              <a:extLst>
                <a:ext uri="{FF2B5EF4-FFF2-40B4-BE49-F238E27FC236}">
                  <a16:creationId xmlns:a16="http://schemas.microsoft.com/office/drawing/2014/main" id="{127AED45-770E-DDBC-A83A-E18A38618CC7}"/>
                </a:ext>
              </a:extLst>
            </p:cNvPr>
            <p:cNvGrpSpPr/>
            <p:nvPr/>
          </p:nvGrpSpPr>
          <p:grpSpPr>
            <a:xfrm>
              <a:off x="-5996785" y="2448454"/>
              <a:ext cx="2738174" cy="1961091"/>
              <a:chOff x="4726913" y="2438401"/>
              <a:chExt cx="2738174" cy="1961091"/>
            </a:xfrm>
          </p:grpSpPr>
          <p:sp>
            <p:nvSpPr>
              <p:cNvPr id="136" name="Graphic 2" descr="Film strip outline">
                <a:extLst>
                  <a:ext uri="{FF2B5EF4-FFF2-40B4-BE49-F238E27FC236}">
                    <a16:creationId xmlns:a16="http://schemas.microsoft.com/office/drawing/2014/main" id="{3F0AC63C-F765-ABFC-8436-B529FD21C31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7" name="Straight Connector 136">
                <a:extLst>
                  <a:ext uri="{FF2B5EF4-FFF2-40B4-BE49-F238E27FC236}">
                    <a16:creationId xmlns:a16="http://schemas.microsoft.com/office/drawing/2014/main" id="{43F9F939-B947-5644-6AA2-6F470F06254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8" name="TextBox 137">
                <a:extLst>
                  <a:ext uri="{FF2B5EF4-FFF2-40B4-BE49-F238E27FC236}">
                    <a16:creationId xmlns:a16="http://schemas.microsoft.com/office/drawing/2014/main" id="{1F348E50-E81F-BB0A-A571-9808F867B7C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8" name="Group 127">
              <a:extLst>
                <a:ext uri="{FF2B5EF4-FFF2-40B4-BE49-F238E27FC236}">
                  <a16:creationId xmlns:a16="http://schemas.microsoft.com/office/drawing/2014/main" id="{5B6F75F2-DE30-19D0-0702-67D1B20E9FA4}"/>
                </a:ext>
              </a:extLst>
            </p:cNvPr>
            <p:cNvGrpSpPr/>
            <p:nvPr/>
          </p:nvGrpSpPr>
          <p:grpSpPr>
            <a:xfrm>
              <a:off x="2033408" y="2448454"/>
              <a:ext cx="2738174" cy="1961091"/>
              <a:chOff x="4726913" y="2438401"/>
              <a:chExt cx="2738174" cy="1961091"/>
            </a:xfrm>
          </p:grpSpPr>
          <p:sp>
            <p:nvSpPr>
              <p:cNvPr id="133" name="Graphic 2" descr="Film strip outline">
                <a:extLst>
                  <a:ext uri="{FF2B5EF4-FFF2-40B4-BE49-F238E27FC236}">
                    <a16:creationId xmlns:a16="http://schemas.microsoft.com/office/drawing/2014/main" id="{9B670108-3BB9-9E4B-963E-DDED74390ED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4" name="Straight Connector 133">
                <a:extLst>
                  <a:ext uri="{FF2B5EF4-FFF2-40B4-BE49-F238E27FC236}">
                    <a16:creationId xmlns:a16="http://schemas.microsoft.com/office/drawing/2014/main" id="{E5B0392E-6FE1-1B9F-FB36-1FB4FCC28C4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5" name="TextBox 134">
                <a:extLst>
                  <a:ext uri="{FF2B5EF4-FFF2-40B4-BE49-F238E27FC236}">
                    <a16:creationId xmlns:a16="http://schemas.microsoft.com/office/drawing/2014/main" id="{125539A7-5B19-8C21-AB44-ED0106CF96C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29" name="Group 128">
              <a:extLst>
                <a:ext uri="{FF2B5EF4-FFF2-40B4-BE49-F238E27FC236}">
                  <a16:creationId xmlns:a16="http://schemas.microsoft.com/office/drawing/2014/main" id="{C7BF20E1-15FB-864A-878E-5E79DC868AB4}"/>
                </a:ext>
              </a:extLst>
            </p:cNvPr>
            <p:cNvGrpSpPr/>
            <p:nvPr/>
          </p:nvGrpSpPr>
          <p:grpSpPr>
            <a:xfrm>
              <a:off x="-636012" y="2448454"/>
              <a:ext cx="2738174" cy="1961091"/>
              <a:chOff x="4726913" y="2438401"/>
              <a:chExt cx="2738174" cy="1961091"/>
            </a:xfrm>
          </p:grpSpPr>
          <p:sp>
            <p:nvSpPr>
              <p:cNvPr id="130" name="Graphic 2" descr="Film strip outline">
                <a:extLst>
                  <a:ext uri="{FF2B5EF4-FFF2-40B4-BE49-F238E27FC236}">
                    <a16:creationId xmlns:a16="http://schemas.microsoft.com/office/drawing/2014/main" id="{FA27E12F-A909-9A4E-7812-EAAEB4F2A6E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1" name="Straight Connector 130">
                <a:extLst>
                  <a:ext uri="{FF2B5EF4-FFF2-40B4-BE49-F238E27FC236}">
                    <a16:creationId xmlns:a16="http://schemas.microsoft.com/office/drawing/2014/main" id="{C4F67491-BE60-3561-A2A0-2E64206F28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32" name="TextBox 131">
                <a:extLst>
                  <a:ext uri="{FF2B5EF4-FFF2-40B4-BE49-F238E27FC236}">
                    <a16:creationId xmlns:a16="http://schemas.microsoft.com/office/drawing/2014/main" id="{F566045C-966B-0834-1191-93B28089085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16032409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F5B14C-E517-0970-146F-A9EDE5922214}"/>
            </a:ext>
          </a:extLst>
        </p:cNvPr>
        <p:cNvGrpSpPr/>
        <p:nvPr/>
      </p:nvGrpSpPr>
      <p:grpSpPr>
        <a:xfrm>
          <a:off x="0" y="0"/>
          <a:ext cx="0" cy="0"/>
          <a:chOff x="0" y="0"/>
          <a:chExt cx="0" cy="0"/>
        </a:xfrm>
      </p:grpSpPr>
      <p:pic>
        <p:nvPicPr>
          <p:cNvPr id="110" name="Graphic 109" descr="Cloud with solid fill">
            <a:extLst>
              <a:ext uri="{FF2B5EF4-FFF2-40B4-BE49-F238E27FC236}">
                <a16:creationId xmlns:a16="http://schemas.microsoft.com/office/drawing/2014/main" id="{85639E49-A96D-30BB-109E-C8C735DF1D8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96246" y="-1898758"/>
            <a:ext cx="7307834" cy="7307834"/>
          </a:xfrm>
          <a:prstGeom prst="rect">
            <a:avLst/>
          </a:prstGeom>
        </p:spPr>
      </p:pic>
      <p:grpSp>
        <p:nvGrpSpPr>
          <p:cNvPr id="83" name="Group 82">
            <a:extLst>
              <a:ext uri="{FF2B5EF4-FFF2-40B4-BE49-F238E27FC236}">
                <a16:creationId xmlns:a16="http://schemas.microsoft.com/office/drawing/2014/main" id="{34B5CF66-F27D-0FB6-23EE-E3606F8DC714}"/>
              </a:ext>
            </a:extLst>
          </p:cNvPr>
          <p:cNvGrpSpPr/>
          <p:nvPr/>
        </p:nvGrpSpPr>
        <p:grpSpPr>
          <a:xfrm rot="2700000">
            <a:off x="6789658" y="-488686"/>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4" name="Graphic 37" descr="Film strip outline">
              <a:extLst>
                <a:ext uri="{FF2B5EF4-FFF2-40B4-BE49-F238E27FC236}">
                  <a16:creationId xmlns:a16="http://schemas.microsoft.com/office/drawing/2014/main" id="{D821F586-AF40-0FA9-A973-267F18CD4FE2}"/>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24708BA4-DB10-AC28-FA8B-8E3CCC234329}"/>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6" name="Graphic 37" descr="Film strip outline">
              <a:extLst>
                <a:ext uri="{FF2B5EF4-FFF2-40B4-BE49-F238E27FC236}">
                  <a16:creationId xmlns:a16="http://schemas.microsoft.com/office/drawing/2014/main" id="{F35B7916-0900-B93B-33A3-12C9FC251A05}"/>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7" name="Graphic 37" descr="Film strip outline">
              <a:extLst>
                <a:ext uri="{FF2B5EF4-FFF2-40B4-BE49-F238E27FC236}">
                  <a16:creationId xmlns:a16="http://schemas.microsoft.com/office/drawing/2014/main" id="{6E9A7027-1A85-EB35-9E04-52357A04C086}"/>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grpSp>
        <p:nvGrpSpPr>
          <p:cNvPr id="3" name="!!Film_Tabe_2">
            <a:extLst>
              <a:ext uri="{FF2B5EF4-FFF2-40B4-BE49-F238E27FC236}">
                <a16:creationId xmlns:a16="http://schemas.microsoft.com/office/drawing/2014/main" id="{F833AD92-DAE5-1F51-B86A-7FF096574712}"/>
              </a:ext>
            </a:extLst>
          </p:cNvPr>
          <p:cNvGrpSpPr/>
          <p:nvPr/>
        </p:nvGrpSpPr>
        <p:grpSpPr>
          <a:xfrm rot="18000000">
            <a:off x="1829472" y="4664634"/>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40553A9A-3377-157F-86C8-86FDE1954289}"/>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3B94B454-A2F3-58A5-B166-D8CC946892E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66D23CB7-E6A8-194B-B483-755964154C7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EB4D02E7-7A5F-7CF7-8192-82F7D3A8175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88D9CE1F-B0FD-3B10-A07B-6CC223CFA8B0}"/>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C69C17D7-EADB-068A-3149-3245B241A3D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00600A49-C2A3-7BDA-001F-713F6E402BB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AA487C1A-0F26-321E-2B65-B5A030BFCA3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394BBE9D-5616-C642-7D4F-4EF912A333BE}"/>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CC632567-2D58-710F-2842-0A86C2EB5B8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59A0CD3C-BEAC-8E62-34C0-40D754D16CE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683EAEAC-A14F-D28F-C366-A61D858737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0579636F-9C3F-DE94-B1F6-23DCE1622E31}"/>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87F2A052-AB9B-819B-9FDE-76D5EBDF0D9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5622FF40-4772-1FCC-945C-0DDC52C7F9A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23C99CCA-8191-9608-4F18-422362BA6ED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59B80FDA-E2F4-5AFB-DD05-035307B8814F}"/>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110F096F-F2DD-D3FF-6284-F1B5596E5B3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D6091B14-972D-1EAD-32A1-F87FA6CD4E3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E6C9FDD4-DDB7-8FBD-4617-30E921AF151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AAF2122C-E6D8-6BDB-4BD0-7D562AA1EA92}"/>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43430034-F73A-5826-FBFB-C636A578BEF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C203AD08-0C8E-8D73-E1E5-598098F665D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F114B2A1-C15E-09E4-DF58-17358FEF3B0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A38863EC-0AA2-209F-F2FD-6D1020DDB3FF}"/>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62318447-F3C2-3D0C-E253-C0370145F8D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77E699FD-253C-12D2-4C8A-04F25AE3C36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AF363C87-FD9D-C2D4-811B-215B5EE11F9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00146BEB-BAE6-1AC7-2E15-7E75B32AA5AB}"/>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CB92FC9E-BF21-126E-FF3F-9E259C4C57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9A35C270-3DF4-13BC-4B3A-DC42180973B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98F387EE-DABC-75D4-4D74-4CBEDD26FE7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E28ABF84-51E2-5371-323D-2408B954705F}"/>
              </a:ext>
            </a:extLst>
          </p:cNvPr>
          <p:cNvGrpSpPr/>
          <p:nvPr/>
        </p:nvGrpSpPr>
        <p:grpSpPr>
          <a:xfrm rot="18000000">
            <a:off x="-11054744" y="-339234"/>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6F033471-4397-C356-4F66-4A33C8207437}"/>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1201A976-0F00-EA8C-227D-A1F3AA4AF73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6E860807-17D0-5AD0-077F-78A5C1C01D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728C8F94-D67C-C424-7C0B-3340535B061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D5E0EE9F-4E58-D21A-32EE-E189BAB24DA5}"/>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23FB9EA2-8836-3D9C-F62C-A831B623FF1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29CEDFDF-3EFF-11D5-77FD-83029A3B627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BCCF7F43-EB8D-2756-B66A-0C0E9B95827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16346BAF-3E71-3C0E-0754-20828D8C8C1A}"/>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F3221388-EE39-41FB-6102-F9194D02FA8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2AC3D838-577E-38D2-6032-1FCDAA65338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E333A737-C3B5-1675-F4E2-68911C17577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8FE41EAD-06AB-A1CC-BD35-3D85938435B8}"/>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4F7B0583-B29B-E2C4-A029-058EAF29F70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48266E82-6BC0-B867-4F29-8EFDA57AF03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A3466347-E5C5-979E-FA9A-C97F93E2B4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2A54EC28-A7E4-969D-B768-E530908D9457}"/>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3AC6FD93-5FB8-6ACE-BB50-CDF3BF7F6BC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7D324BF4-AD2E-F3DD-295B-FBF13B4241F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ED6CE081-80E7-4FBA-E8D9-40422BE76E4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1B354C95-F3A5-4572-2049-175960BB8092}"/>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290A2F14-6D29-A049-F78E-90C88E2605A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301DEFF5-9540-E30C-FF26-64CF9CA3C52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569457E8-FE16-237D-A717-1BA1A0832E9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B9458FFA-A6AE-58E2-8A1D-199315B8CE48}"/>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7B761B0F-AC9C-DA2C-F7E4-9BD4E6BACB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7D0F6D9B-472E-ACE9-7AAF-0AB0085E1A6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B8BE9FD5-5E83-9185-1BA1-E01BA10DB45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3DAEDE3D-8B46-659B-D2DC-35C7B309ABAE}"/>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B886B328-760A-4616-2326-8D4A9C6D352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F35CD516-FBC1-7A27-6C82-62982563EA3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9FF3C6DA-875E-E584-E203-5989C9005F1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D45DD247-1FA0-3561-D96D-E634EB556EE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C513DD6A-6402-094B-9847-BE321424C0FC}"/>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4504CA73-ECFB-2D86-CDB9-68B0CA280532}"/>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51</a:t>
            </a:fld>
            <a:endParaRPr lang="en-AS"/>
          </a:p>
        </p:txBody>
      </p:sp>
      <p:sp>
        <p:nvSpPr>
          <p:cNvPr id="82" name="Freeform 3">
            <a:extLst>
              <a:ext uri="{FF2B5EF4-FFF2-40B4-BE49-F238E27FC236}">
                <a16:creationId xmlns:a16="http://schemas.microsoft.com/office/drawing/2014/main" id="{10FCD811-3263-0AB9-DBBD-931D753E5EDA}"/>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4"/>
                </a:ext>
              </a:extLst>
            </a:blip>
            <a:stretch>
              <a:fillRect/>
            </a:stretch>
          </a:blipFill>
        </p:spPr>
        <p:txBody>
          <a:bodyPr/>
          <a:lstStyle/>
          <a:p>
            <a:endParaRPr lang="en-AS" dirty="0"/>
          </a:p>
        </p:txBody>
      </p:sp>
      <p:sp>
        <p:nvSpPr>
          <p:cNvPr id="69" name="Title">
            <a:extLst>
              <a:ext uri="{FF2B5EF4-FFF2-40B4-BE49-F238E27FC236}">
                <a16:creationId xmlns:a16="http://schemas.microsoft.com/office/drawing/2014/main" id="{8C9597E4-5849-7C5D-F5A4-85F96043B754}"/>
              </a:ext>
            </a:extLst>
          </p:cNvPr>
          <p:cNvSpPr txBox="1">
            <a:spLocks/>
          </p:cNvSpPr>
          <p:nvPr/>
        </p:nvSpPr>
        <p:spPr>
          <a:xfrm>
            <a:off x="2017665" y="318147"/>
            <a:ext cx="4666914"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Testing</a:t>
            </a:r>
          </a:p>
        </p:txBody>
      </p:sp>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944078FB-D775-7864-F186-42154FD0F622}"/>
                  </a:ext>
                </a:extLst>
              </p:cNvPr>
              <p:cNvSpPr txBox="1"/>
              <p:nvPr/>
            </p:nvSpPr>
            <p:spPr>
              <a:xfrm>
                <a:off x="1102432" y="1212820"/>
                <a:ext cx="9474128" cy="1323439"/>
              </a:xfrm>
              <a:prstGeom prst="rect">
                <a:avLst/>
              </a:prstGeom>
              <a:noFill/>
            </p:spPr>
            <p:txBody>
              <a:bodyPr wrap="square" rtlCol="0">
                <a:spAutoFit/>
              </a:bodyPr>
              <a:lstStyle/>
              <a:p>
                <a:r>
                  <a:rPr lang="en-US" sz="2000" dirty="0">
                    <a:latin typeface="Times New Roman" panose="02020603050405020304" pitchFamily="18" charset="0"/>
                    <a:cs typeface="Times New Roman" panose="02020603050405020304" pitchFamily="18" charset="0"/>
                  </a:rPr>
                  <a:t>The four trained model variants </a:t>
                </a:r>
                <a14:m>
                  <m:oMath xmlns:m="http://schemas.openxmlformats.org/officeDocument/2006/math">
                    <m:r>
                      <a:rPr lang="en-US" sz="2000" i="1" dirty="0" smtClean="0">
                        <a:latin typeface="Cambria Math" panose="02040503050406030204" pitchFamily="18" charset="0"/>
                        <a:cs typeface="Times New Roman" panose="02020603050405020304" pitchFamily="18" charset="0"/>
                      </a:rPr>
                      <m:t>(</m:t>
                    </m:r>
                    <m:r>
                      <a:rPr lang="en-US" sz="2000" i="1" dirty="0" smtClean="0">
                        <a:latin typeface="Cambria Math" panose="02040503050406030204" pitchFamily="18" charset="0"/>
                        <a:cs typeface="Times New Roman" panose="02020603050405020304" pitchFamily="18" charset="0"/>
                      </a:rPr>
                      <m:t>𝜆</m:t>
                    </m:r>
                    <m:r>
                      <a:rPr lang="en-US" sz="2000" i="1" dirty="0" smtClean="0">
                        <a:latin typeface="Cambria Math" panose="02040503050406030204" pitchFamily="18" charset="0"/>
                        <a:cs typeface="Times New Roman" panose="02020603050405020304" pitchFamily="18" charset="0"/>
                      </a:rPr>
                      <m:t> = </m:t>
                    </m:r>
                    <m:r>
                      <a:rPr lang="en-US" sz="2000" i="1" dirty="0" smtClean="0">
                        <a:latin typeface="Cambria Math" panose="02040503050406030204" pitchFamily="18" charset="0"/>
                        <a:cs typeface="Times New Roman" panose="02020603050405020304" pitchFamily="18" charset="0"/>
                      </a:rPr>
                      <m:t>256</m:t>
                    </m:r>
                    <m:r>
                      <a:rPr lang="en-US" sz="2000" i="1" dirty="0" smtClean="0">
                        <a:latin typeface="Cambria Math" panose="02040503050406030204" pitchFamily="18" charset="0"/>
                        <a:cs typeface="Times New Roman" panose="02020603050405020304" pitchFamily="18" charset="0"/>
                      </a:rPr>
                      <m:t>, </m:t>
                    </m:r>
                    <m:r>
                      <a:rPr lang="en-US" sz="2000" i="1" dirty="0" smtClean="0">
                        <a:latin typeface="Cambria Math" panose="02040503050406030204" pitchFamily="18" charset="0"/>
                        <a:cs typeface="Times New Roman" panose="02020603050405020304" pitchFamily="18" charset="0"/>
                      </a:rPr>
                      <m:t>512</m:t>
                    </m:r>
                    <m:r>
                      <a:rPr lang="en-US" sz="2000" i="1" dirty="0" smtClean="0">
                        <a:latin typeface="Cambria Math" panose="02040503050406030204" pitchFamily="18" charset="0"/>
                        <a:cs typeface="Times New Roman" panose="02020603050405020304" pitchFamily="18" charset="0"/>
                      </a:rPr>
                      <m:t>, </m:t>
                    </m:r>
                    <m:r>
                      <a:rPr lang="en-US" sz="2000" i="1" dirty="0" smtClean="0">
                        <a:latin typeface="Cambria Math" panose="02040503050406030204" pitchFamily="18" charset="0"/>
                        <a:cs typeface="Times New Roman" panose="02020603050405020304" pitchFamily="18" charset="0"/>
                      </a:rPr>
                      <m:t>1024</m:t>
                    </m:r>
                    <m:r>
                      <a:rPr lang="en-US" sz="2000" i="1" dirty="0" smtClean="0">
                        <a:latin typeface="Cambria Math" panose="02040503050406030204" pitchFamily="18" charset="0"/>
                        <a:cs typeface="Times New Roman" panose="02020603050405020304" pitchFamily="18" charset="0"/>
                      </a:rPr>
                      <m:t>) </m:t>
                    </m:r>
                  </m:oMath>
                </a14:m>
                <a:r>
                  <a:rPr lang="en-US" sz="2000" dirty="0">
                    <a:latin typeface="Times New Roman" panose="02020603050405020304" pitchFamily="18" charset="0"/>
                    <a:cs typeface="Times New Roman" panose="02020603050405020304" pitchFamily="18" charset="0"/>
                  </a:rPr>
                  <a:t>are evaluated on a set of Random videos and benchmarked against two widely used conventional codecs: </a:t>
                </a:r>
              </a:p>
              <a:p>
                <a:r>
                  <a:rPr lang="en-US" sz="2000" dirty="0">
                    <a:latin typeface="Times New Roman" panose="02020603050405020304" pitchFamily="18" charset="0"/>
                    <a:cs typeface="Times New Roman" panose="02020603050405020304" pitchFamily="18" charset="0"/>
                  </a:rPr>
                  <a:t>H.</a:t>
                </a:r>
                <a14:m>
                  <m:oMath xmlns:m="http://schemas.openxmlformats.org/officeDocument/2006/math">
                    <m:r>
                      <a:rPr lang="en-US" sz="2000" i="1" dirty="0" smtClean="0">
                        <a:latin typeface="Cambria Math" panose="02040503050406030204" pitchFamily="18" charset="0"/>
                        <a:cs typeface="Times New Roman" panose="02020603050405020304" pitchFamily="18" charset="0"/>
                      </a:rPr>
                      <m:t>264</m:t>
                    </m:r>
                  </m:oMath>
                </a14:m>
                <a:r>
                  <a:rPr lang="en-US" sz="2000" dirty="0">
                    <a:latin typeface="Times New Roman" panose="02020603050405020304" pitchFamily="18" charset="0"/>
                    <a:cs typeface="Times New Roman" panose="02020603050405020304" pitchFamily="18" charset="0"/>
                  </a:rPr>
                  <a:t> and HEVC (</a:t>
                </a:r>
                <a14:m>
                  <m:oMath xmlns:m="http://schemas.openxmlformats.org/officeDocument/2006/math">
                    <m:r>
                      <a:rPr lang="en-US" sz="2000" i="1" dirty="0" smtClean="0">
                        <a:latin typeface="Cambria Math" panose="02040503050406030204" pitchFamily="18" charset="0"/>
                        <a:ea typeface="Cambria Math" panose="02040503050406030204" pitchFamily="18" charset="0"/>
                        <a:cs typeface="Times New Roman" panose="02020603050405020304" pitchFamily="18" charset="0"/>
                      </a:rPr>
                      <m:t>×</m:t>
                    </m:r>
                    <m:r>
                      <a:rPr lang="en-US" sz="2000" i="1" dirty="0" smtClean="0">
                        <a:latin typeface="Cambria Math" panose="02040503050406030204" pitchFamily="18" charset="0"/>
                        <a:cs typeface="Times New Roman" panose="02020603050405020304" pitchFamily="18" charset="0"/>
                      </a:rPr>
                      <m:t>265</m:t>
                    </m:r>
                  </m:oMath>
                </a14:m>
                <a:r>
                  <a:rPr lang="en-US" sz="2000" dirty="0">
                    <a:latin typeface="Times New Roman" panose="02020603050405020304" pitchFamily="18" charset="0"/>
                    <a:cs typeface="Times New Roman" panose="02020603050405020304" pitchFamily="18" charset="0"/>
                  </a:rPr>
                  <a:t> encoder), each evaluated at multiple constant rate factor (CRF) values: </a:t>
                </a:r>
                <a14:m>
                  <m:oMath xmlns:m="http://schemas.openxmlformats.org/officeDocument/2006/math">
                    <m:r>
                      <a:rPr lang="en-US" sz="2000" i="1" dirty="0" smtClean="0">
                        <a:latin typeface="Cambria Math" panose="02040503050406030204" pitchFamily="18" charset="0"/>
                        <a:cs typeface="Times New Roman" panose="02020603050405020304" pitchFamily="18" charset="0"/>
                      </a:rPr>
                      <m:t>18</m:t>
                    </m:r>
                    <m:r>
                      <a:rPr lang="en-US" sz="2000" i="1" dirty="0" smtClean="0">
                        <a:latin typeface="Cambria Math" panose="02040503050406030204" pitchFamily="18" charset="0"/>
                        <a:cs typeface="Times New Roman" panose="02020603050405020304" pitchFamily="18" charset="0"/>
                      </a:rPr>
                      <m:t>, </m:t>
                    </m:r>
                    <m:r>
                      <a:rPr lang="en-US" sz="2000" i="1" dirty="0" smtClean="0">
                        <a:latin typeface="Cambria Math" panose="02040503050406030204" pitchFamily="18" charset="0"/>
                        <a:cs typeface="Times New Roman" panose="02020603050405020304" pitchFamily="18" charset="0"/>
                      </a:rPr>
                      <m:t>23</m:t>
                    </m:r>
                    <m:r>
                      <a:rPr lang="en-US" sz="2000" i="1" dirty="0" smtClean="0">
                        <a:latin typeface="Cambria Math" panose="02040503050406030204" pitchFamily="18" charset="0"/>
                        <a:cs typeface="Times New Roman" panose="02020603050405020304" pitchFamily="18" charset="0"/>
                      </a:rPr>
                      <m:t>, </m:t>
                    </m:r>
                    <m:r>
                      <a:rPr lang="en-US" sz="2000" i="1" dirty="0" smtClean="0">
                        <a:latin typeface="Cambria Math" panose="02040503050406030204" pitchFamily="18" charset="0"/>
                        <a:cs typeface="Times New Roman" panose="02020603050405020304" pitchFamily="18" charset="0"/>
                      </a:rPr>
                      <m:t>28</m:t>
                    </m:r>
                    <m:r>
                      <a:rPr lang="en-US" sz="2000" i="1" dirty="0" smtClean="0">
                        <a:latin typeface="Cambria Math" panose="02040503050406030204" pitchFamily="18" charset="0"/>
                        <a:cs typeface="Times New Roman" panose="02020603050405020304" pitchFamily="18" charset="0"/>
                      </a:rPr>
                      <m:t>, </m:t>
                    </m:r>
                    <m:r>
                      <m:rPr>
                        <m:sty m:val="p"/>
                      </m:rPr>
                      <a:rPr lang="en-US" sz="2000" i="0" dirty="0" smtClean="0">
                        <a:latin typeface="Cambria Math" panose="02040503050406030204" pitchFamily="18" charset="0"/>
                        <a:cs typeface="Times New Roman" panose="02020603050405020304" pitchFamily="18" charset="0"/>
                      </a:rPr>
                      <m:t>and</m:t>
                    </m:r>
                    <m:r>
                      <a:rPr lang="en-US" sz="2000" i="1" dirty="0" smtClean="0">
                        <a:latin typeface="Cambria Math" panose="02040503050406030204" pitchFamily="18" charset="0"/>
                        <a:cs typeface="Times New Roman" panose="02020603050405020304" pitchFamily="18" charset="0"/>
                      </a:rPr>
                      <m:t> </m:t>
                    </m:r>
                    <m:r>
                      <a:rPr lang="en-US" sz="2000" i="1" dirty="0" smtClean="0">
                        <a:latin typeface="Cambria Math" panose="02040503050406030204" pitchFamily="18" charset="0"/>
                        <a:cs typeface="Times New Roman" panose="02020603050405020304" pitchFamily="18" charset="0"/>
                      </a:rPr>
                      <m:t>35</m:t>
                    </m:r>
                  </m:oMath>
                </a14:m>
                <a:r>
                  <a:rPr lang="en-US" sz="2000" dirty="0">
                    <a:latin typeface="Times New Roman" panose="02020603050405020304" pitchFamily="18" charset="0"/>
                    <a:cs typeface="Times New Roman" panose="02020603050405020304" pitchFamily="18" charset="0"/>
                  </a:rPr>
                  <a:t>.</a:t>
                </a:r>
              </a:p>
            </p:txBody>
          </p:sp>
        </mc:Choice>
        <mc:Fallback xmlns="">
          <p:sp>
            <p:nvSpPr>
              <p:cNvPr id="70" name="TextBox 69">
                <a:extLst>
                  <a:ext uri="{FF2B5EF4-FFF2-40B4-BE49-F238E27FC236}">
                    <a16:creationId xmlns:a16="http://schemas.microsoft.com/office/drawing/2014/main" id="{944078FB-D775-7864-F186-42154FD0F622}"/>
                  </a:ext>
                </a:extLst>
              </p:cNvPr>
              <p:cNvSpPr txBox="1">
                <a:spLocks noRot="1" noChangeAspect="1" noMove="1" noResize="1" noEditPoints="1" noAdjustHandles="1" noChangeArrowheads="1" noChangeShapeType="1" noTextEdit="1"/>
              </p:cNvSpPr>
              <p:nvPr/>
            </p:nvSpPr>
            <p:spPr>
              <a:xfrm>
                <a:off x="1102432" y="1212820"/>
                <a:ext cx="9474128" cy="1323439"/>
              </a:xfrm>
              <a:prstGeom prst="rect">
                <a:avLst/>
              </a:prstGeom>
              <a:blipFill>
                <a:blip r:embed="rId5"/>
                <a:stretch>
                  <a:fillRect l="-708" t="-2765" b="-7373"/>
                </a:stretch>
              </a:blipFill>
            </p:spPr>
            <p:txBody>
              <a:bodyPr/>
              <a:lstStyle/>
              <a:p>
                <a:r>
                  <a:rPr lang="en-AS">
                    <a:noFill/>
                  </a:rPr>
                  <a:t> </a:t>
                </a:r>
              </a:p>
            </p:txBody>
          </p:sp>
        </mc:Fallback>
      </mc:AlternateContent>
      <mc:AlternateContent xmlns:mc="http://schemas.openxmlformats.org/markup-compatibility/2006" xmlns:a14="http://schemas.microsoft.com/office/drawing/2010/main">
        <mc:Choice Requires="a14">
          <p:graphicFrame>
            <p:nvGraphicFramePr>
              <p:cNvPr id="71" name="Table 70">
                <a:extLst>
                  <a:ext uri="{FF2B5EF4-FFF2-40B4-BE49-F238E27FC236}">
                    <a16:creationId xmlns:a16="http://schemas.microsoft.com/office/drawing/2014/main" id="{B927F269-F92B-D867-E552-971A008EE754}"/>
                  </a:ext>
                </a:extLst>
              </p:cNvPr>
              <p:cNvGraphicFramePr>
                <a:graphicFrameLocks noGrp="1"/>
              </p:cNvGraphicFramePr>
              <p:nvPr>
                <p:extLst>
                  <p:ext uri="{D42A27DB-BD31-4B8C-83A1-F6EECF244321}">
                    <p14:modId xmlns:p14="http://schemas.microsoft.com/office/powerpoint/2010/main" val="2000452479"/>
                  </p:ext>
                </p:extLst>
              </p:nvPr>
            </p:nvGraphicFramePr>
            <p:xfrm>
              <a:off x="1421028" y="2553847"/>
              <a:ext cx="9349944" cy="3888096"/>
            </p:xfrm>
            <a:graphic>
              <a:graphicData uri="http://schemas.openxmlformats.org/drawingml/2006/table">
                <a:tbl>
                  <a:tblPr firstRow="1" firstCol="1" bandRow="1">
                    <a:tableStyleId>{073A0DAA-6AF3-43AB-8588-CEC1D06C72B9}</a:tableStyleId>
                  </a:tblPr>
                  <a:tblGrid>
                    <a:gridCol w="1725183">
                      <a:extLst>
                        <a:ext uri="{9D8B030D-6E8A-4147-A177-3AD203B41FA5}">
                          <a16:colId xmlns:a16="http://schemas.microsoft.com/office/drawing/2014/main" val="2527977186"/>
                        </a:ext>
                      </a:extLst>
                    </a:gridCol>
                    <a:gridCol w="1538351">
                      <a:extLst>
                        <a:ext uri="{9D8B030D-6E8A-4147-A177-3AD203B41FA5}">
                          <a16:colId xmlns:a16="http://schemas.microsoft.com/office/drawing/2014/main" val="2201879155"/>
                        </a:ext>
                      </a:extLst>
                    </a:gridCol>
                    <a:gridCol w="1227772">
                      <a:extLst>
                        <a:ext uri="{9D8B030D-6E8A-4147-A177-3AD203B41FA5}">
                          <a16:colId xmlns:a16="http://schemas.microsoft.com/office/drawing/2014/main" val="680056236"/>
                        </a:ext>
                      </a:extLst>
                    </a:gridCol>
                    <a:gridCol w="2179764">
                      <a:extLst>
                        <a:ext uri="{9D8B030D-6E8A-4147-A177-3AD203B41FA5}">
                          <a16:colId xmlns:a16="http://schemas.microsoft.com/office/drawing/2014/main" val="801353497"/>
                        </a:ext>
                      </a:extLst>
                    </a:gridCol>
                    <a:gridCol w="2678874">
                      <a:extLst>
                        <a:ext uri="{9D8B030D-6E8A-4147-A177-3AD203B41FA5}">
                          <a16:colId xmlns:a16="http://schemas.microsoft.com/office/drawing/2014/main" val="711126592"/>
                        </a:ext>
                      </a:extLst>
                    </a:gridCol>
                  </a:tblGrid>
                  <a:tr h="575936">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Method</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Bit-rate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Compression Ratio</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Notes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126404511"/>
                      </a:ext>
                    </a:extLst>
                  </a:tr>
                  <a:tr h="57600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H.264 </a:t>
                          </a:r>
                          <a:br>
                            <a:rPr lang="en-US" sz="1600" kern="100" dirty="0">
                              <a:effectLst/>
                              <a:latin typeface="Times New Roman" panose="02020603050405020304" pitchFamily="18" charset="0"/>
                              <a:cs typeface="Times New Roman" panose="02020603050405020304" pitchFamily="18" charset="0"/>
                            </a:rPr>
                          </a:b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m:t>
                                </m:r>
                                <m:r>
                                  <m:rPr>
                                    <m:sty m:val="p"/>
                                  </m:rPr>
                                  <a:rPr lang="en-US" sz="1600" i="0" kern="100" dirty="0" smtClean="0">
                                    <a:effectLst/>
                                    <a:latin typeface="Cambria Math" panose="02040503050406030204" pitchFamily="18" charset="0"/>
                                    <a:cs typeface="Times New Roman" panose="02020603050405020304" pitchFamily="18" charset="0"/>
                                  </a:rPr>
                                  <m:t>CRF</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23</m:t>
                                </m:r>
                                <m:r>
                                  <a:rPr lang="en-US" sz="1600" i="1" kern="100" dirty="0" smtClean="0">
                                    <a:effectLst/>
                                    <a:latin typeface="Cambria Math" panose="02040503050406030204" pitchFamily="18" charset="0"/>
                                    <a:cs typeface="Times New Roman" panose="02020603050405020304" pitchFamily="18" charset="0"/>
                                  </a:rPr>
                                  <m:t>)</m:t>
                                </m:r>
                              </m:oMath>
                            </m:oMathPara>
                          </a14:m>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0</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28</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34</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2</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42</m:t>
                                </m:r>
                                <m:r>
                                  <a:rPr lang="en-US" sz="1600" i="1" kern="100" dirty="0" smtClean="0">
                                    <a:effectLst/>
                                    <a:latin typeface="Cambria Math" panose="02040503050406030204" pitchFamily="18" charset="0"/>
                                    <a:cs typeface="Times New Roman" panose="02020603050405020304" pitchFamily="18" charset="0"/>
                                  </a:rPr>
                                  <m:t>×</m:t>
                                </m:r>
                              </m:oMath>
                            </m:oMathPara>
                          </a14:m>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Baseline</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423646854"/>
                      </a:ext>
                    </a:extLst>
                  </a:tr>
                  <a:tr h="57600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HEVC </a:t>
                          </a:r>
                          <a:br>
                            <a:rPr lang="en-US" sz="1600" kern="100" dirty="0">
                              <a:effectLst/>
                              <a:latin typeface="Times New Roman" panose="02020603050405020304" pitchFamily="18" charset="0"/>
                              <a:cs typeface="Times New Roman" panose="02020603050405020304" pitchFamily="18" charset="0"/>
                            </a:rPr>
                          </a:b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m:t>
                                </m:r>
                                <m:r>
                                  <m:rPr>
                                    <m:sty m:val="p"/>
                                  </m:rPr>
                                  <a:rPr lang="en-US" sz="1600" i="0" kern="100" dirty="0" smtClean="0">
                                    <a:effectLst/>
                                    <a:latin typeface="Cambria Math" panose="02040503050406030204" pitchFamily="18" charset="0"/>
                                    <a:cs typeface="Times New Roman" panose="02020603050405020304" pitchFamily="18" charset="0"/>
                                  </a:rPr>
                                  <m:t>CRF</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23</m:t>
                                </m:r>
                                <m:r>
                                  <a:rPr lang="en-US" sz="1600" i="1" kern="100" dirty="0" smtClean="0">
                                    <a:effectLst/>
                                    <a:latin typeface="Cambria Math" panose="02040503050406030204" pitchFamily="18" charset="0"/>
                                    <a:cs typeface="Times New Roman" panose="02020603050405020304" pitchFamily="18" charset="0"/>
                                  </a:rPr>
                                  <m:t>)</m:t>
                                </m:r>
                              </m:oMath>
                            </m:oMathPara>
                          </a14:m>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21</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34</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8</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56</m:t>
                                </m:r>
                                <m:r>
                                  <a:rPr lang="en-US" sz="1600" i="1" kern="100" dirty="0" smtClean="0">
                                    <a:effectLst/>
                                    <a:latin typeface="Cambria Math" panose="02040503050406030204" pitchFamily="18" charset="0"/>
                                    <a:cs typeface="Times New Roman" panose="02020603050405020304" pitchFamily="18" charset="0"/>
                                  </a:rPr>
                                  <m:t>×</m:t>
                                </m:r>
                              </m:oMath>
                            </m:oMathPara>
                          </a14:m>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Baseline</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536033092"/>
                      </a:ext>
                    </a:extLst>
                  </a:tr>
                  <a:tr h="57600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ABVCS </a:t>
                          </a:r>
                          <a:br>
                            <a:rPr lang="en-US" sz="1600" kern="100" dirty="0">
                              <a:effectLst/>
                              <a:latin typeface="Times New Roman" panose="02020603050405020304" pitchFamily="18" charset="0"/>
                              <a:cs typeface="Times New Roman" panose="02020603050405020304" pitchFamily="18" charset="0"/>
                            </a:rPr>
                          </a:b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𝜆</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256</m:t>
                                </m:r>
                                <m:r>
                                  <a:rPr lang="en-US" sz="1600" i="1" kern="100" dirty="0" smtClean="0">
                                    <a:effectLst/>
                                    <a:latin typeface="Cambria Math" panose="02040503050406030204" pitchFamily="18" charset="0"/>
                                    <a:cs typeface="Times New Roman" panose="02020603050405020304" pitchFamily="18" charset="0"/>
                                  </a:rPr>
                                  <m:t>)</m:t>
                                </m:r>
                              </m:oMath>
                            </m:oMathPara>
                          </a14:m>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14</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32</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8</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84</m:t>
                                </m:r>
                                <m:r>
                                  <a:rPr lang="en-US" sz="1600" i="1" kern="100" dirty="0" smtClean="0">
                                    <a:effectLst/>
                                    <a:latin typeface="Cambria Math" panose="02040503050406030204" pitchFamily="18" charset="0"/>
                                    <a:cs typeface="Times New Roman" panose="02020603050405020304" pitchFamily="18" charset="0"/>
                                  </a:rPr>
                                  <m:t>×</m:t>
                                </m:r>
                              </m:oMath>
                            </m:oMathPara>
                          </a14:m>
                          <a:endParaRPr/>
                        </a:p>
                      </a:txBody>
                      <a:tcPr marL="68580" marR="68580" marT="0" marB="0" anchor="ct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Highest compression</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624475074"/>
                      </a:ext>
                    </a:extLst>
                  </a:tr>
                  <a:tr h="57600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ABVCS </a:t>
                          </a:r>
                          <a:br>
                            <a:rPr lang="en-US" sz="1600" kern="100" dirty="0">
                              <a:effectLst/>
                              <a:latin typeface="Times New Roman" panose="02020603050405020304" pitchFamily="18" charset="0"/>
                              <a:cs typeface="Times New Roman" panose="02020603050405020304" pitchFamily="18" charset="0"/>
                            </a:rPr>
                          </a:b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𝜆</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512</m:t>
                                </m:r>
                                <m:r>
                                  <a:rPr lang="en-US" sz="1600" i="1" kern="100" dirty="0" smtClean="0">
                                    <a:effectLst/>
                                    <a:latin typeface="Cambria Math" panose="02040503050406030204" pitchFamily="18" charset="0"/>
                                    <a:cs typeface="Times New Roman" panose="02020603050405020304" pitchFamily="18" charset="0"/>
                                  </a:rPr>
                                  <m:t>)</m:t>
                                </m:r>
                              </m:oMath>
                            </m:oMathPara>
                          </a14:m>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19</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34</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1</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62</m:t>
                                </m:r>
                                <m:r>
                                  <a:rPr lang="en-US" sz="1600" i="1" kern="100" dirty="0" smtClean="0">
                                    <a:effectLst/>
                                    <a:latin typeface="Cambria Math" panose="02040503050406030204" pitchFamily="18" charset="0"/>
                                    <a:cs typeface="Times New Roman" panose="02020603050405020304" pitchFamily="18" charset="0"/>
                                  </a:rPr>
                                  <m:t>×</m:t>
                                </m:r>
                              </m:oMath>
                            </m:oMathPara>
                          </a14:m>
                          <a:endParaRPr/>
                        </a:p>
                      </a:txBody>
                      <a:tcPr marL="68580" marR="68580" marT="0" marB="0" anchor="ctr"/>
                    </a:tc>
                    <a:tc>
                      <a:txBody>
                        <a:bodyPr/>
                        <a:lstStyle/>
                        <a:p>
                          <a:pPr marL="0" marR="0" algn="ctr">
                            <a:lnSpc>
                              <a:spcPct val="115000"/>
                            </a:lnSpc>
                            <a:spcAft>
                              <a:spcPts val="800"/>
                            </a:spcAft>
                            <a:buNone/>
                          </a:pPr>
                          <a14:m>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32</m:t>
                              </m:r>
                              <m:r>
                                <a:rPr lang="en-US" sz="1600" i="1" kern="100" dirty="0" smtClean="0">
                                  <a:effectLst/>
                                  <a:latin typeface="Cambria Math" panose="02040503050406030204" pitchFamily="18" charset="0"/>
                                  <a:cs typeface="Times New Roman" panose="02020603050405020304" pitchFamily="18" charset="0"/>
                                </a:rPr>
                                <m:t>%</m:t>
                              </m:r>
                            </m:oMath>
                          </a14:m>
                          <a:r>
                            <a:rPr lang="en-US" sz="1600" kern="100" dirty="0">
                              <a:effectLst/>
                              <a:latin typeface="Times New Roman" panose="02020603050405020304" pitchFamily="18" charset="0"/>
                              <a:cs typeface="Times New Roman" panose="02020603050405020304" pitchFamily="18" charset="0"/>
                            </a:rPr>
                            <a:t> saving vs H.264</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478305115"/>
                      </a:ext>
                    </a:extLst>
                  </a:tr>
                  <a:tr h="576000">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ABVCS </a:t>
                          </a:r>
                          <a:br>
                            <a:rPr lang="en-US" sz="1600" kern="100" dirty="0">
                              <a:effectLst/>
                              <a:latin typeface="Times New Roman" panose="02020603050405020304" pitchFamily="18" charset="0"/>
                              <a:cs typeface="Times New Roman" panose="02020603050405020304" pitchFamily="18" charset="0"/>
                            </a:rPr>
                          </a:b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𝜆</m:t>
                                </m:r>
                                <m:r>
                                  <a:rPr lang="en-US" sz="1600" i="1" kern="100" dirty="0" smtClean="0">
                                    <a:effectLst/>
                                    <a:latin typeface="Cambria Math" panose="02040503050406030204" pitchFamily="18" charset="0"/>
                                    <a:cs typeface="Times New Roman" panose="02020603050405020304" pitchFamily="18" charset="0"/>
                                  </a:rPr>
                                  <m:t>=</m:t>
                                </m:r>
                                <m:r>
                                  <a:rPr lang="en-US" sz="1600" i="1" kern="100" dirty="0" smtClean="0">
                                    <a:effectLst/>
                                    <a:latin typeface="Cambria Math" panose="02040503050406030204" pitchFamily="18" charset="0"/>
                                    <a:cs typeface="Times New Roman" panose="02020603050405020304" pitchFamily="18" charset="0"/>
                                  </a:rPr>
                                  <m:t>1024</m:t>
                                </m:r>
                                <m:r>
                                  <a:rPr lang="en-US" sz="1600" i="1" kern="100" dirty="0" smtClean="0">
                                    <a:effectLst/>
                                    <a:latin typeface="Cambria Math" panose="02040503050406030204" pitchFamily="18" charset="0"/>
                                    <a:cs typeface="Times New Roman" panose="02020603050405020304" pitchFamily="18" charset="0"/>
                                  </a:rPr>
                                  <m:t>)</m:t>
                                </m:r>
                              </m:oMath>
                            </m:oMathPara>
                          </a14:m>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0</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25</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smtClean="0">
                                    <a:effectLst/>
                                    <a:latin typeface="Cambria Math" panose="02040503050406030204" pitchFamily="18" charset="0"/>
                                    <a:cs typeface="Times New Roman" panose="02020603050405020304" pitchFamily="18" charset="0"/>
                                  </a:rPr>
                                  <m:t>35</m:t>
                                </m:r>
                                <m:r>
                                  <a:rPr lang="en-US" sz="1600" i="1" kern="100" smtClean="0">
                                    <a:effectLst/>
                                    <a:latin typeface="Cambria Math" panose="02040503050406030204" pitchFamily="18" charset="0"/>
                                    <a:cs typeface="Times New Roman" panose="02020603050405020304" pitchFamily="18" charset="0"/>
                                  </a:rPr>
                                  <m:t>.</m:t>
                                </m:r>
                                <m:r>
                                  <a:rPr lang="en-US" sz="1600" i="1" kern="100" smtClean="0">
                                    <a:effectLst/>
                                    <a:latin typeface="Cambria Math" panose="02040503050406030204" pitchFamily="18" charset="0"/>
                                    <a:cs typeface="Times New Roman" panose="02020603050405020304" pitchFamily="18" charset="0"/>
                                  </a:rPr>
                                  <m:t>2</m:t>
                                </m:r>
                              </m:oMath>
                            </m:oMathPara>
                          </a14:m>
                          <a:endParaRPr/>
                        </a:p>
                      </a:txBody>
                      <a:tcPr marL="68580" marR="68580" marT="0" marB="0" anchor="ctr"/>
                    </a:tc>
                    <a:tc>
                      <a:txBody>
                        <a:bodyPr/>
                        <a:lstStyle/>
                        <a:p>
                          <a:pPr marL="0" marR="0" algn="ctr">
                            <a:lnSpc>
                              <a:spcPct val="115000"/>
                            </a:lnSpc>
                            <a:spcAft>
                              <a:spcPts val="800"/>
                            </a:spcAft>
                            <a:buNone/>
                          </a:pPr>
                          <a14:m>
                            <m:oMathPara xmlns:m="http://schemas.openxmlformats.org/officeDocument/2006/math">
                              <m:oMathParaPr>
                                <m:jc m:val="centerGroup"/>
                              </m:oMathParaPr>
                              <m:oMath xmlns:m="http://schemas.openxmlformats.org/officeDocument/2006/math">
                                <m:r>
                                  <a:rPr lang="en-US" sz="1600" i="1" kern="100" dirty="0" smtClean="0">
                                    <a:effectLst/>
                                    <a:latin typeface="Cambria Math" panose="02040503050406030204" pitchFamily="18" charset="0"/>
                                    <a:cs typeface="Times New Roman" panose="02020603050405020304" pitchFamily="18" charset="0"/>
                                  </a:rPr>
                                  <m:t>47</m:t>
                                </m:r>
                                <m:r>
                                  <a:rPr lang="en-US" sz="1600" i="1" kern="100" dirty="0" smtClean="0">
                                    <a:effectLst/>
                                    <a:latin typeface="Cambria Math" panose="02040503050406030204" pitchFamily="18" charset="0"/>
                                    <a:cs typeface="Times New Roman" panose="02020603050405020304" pitchFamily="18" charset="0"/>
                                  </a:rPr>
                                  <m:t>×</m:t>
                                </m:r>
                              </m:oMath>
                            </m:oMathPara>
                          </a14:m>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Surpasses HEVC in PSNR</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677178185"/>
                      </a:ext>
                    </a:extLst>
                  </a:tr>
                </a:tbl>
              </a:graphicData>
            </a:graphic>
          </p:graphicFrame>
        </mc:Choice>
        <mc:Fallback xmlns="">
          <p:graphicFrame>
            <p:nvGraphicFramePr>
              <p:cNvPr id="71" name="Table 70">
                <a:extLst>
                  <a:ext uri="{FF2B5EF4-FFF2-40B4-BE49-F238E27FC236}">
                    <a16:creationId xmlns:a16="http://schemas.microsoft.com/office/drawing/2014/main" id="{B927F269-F92B-D867-E552-971A008EE754}"/>
                  </a:ext>
                </a:extLst>
              </p:cNvPr>
              <p:cNvGraphicFramePr>
                <a:graphicFrameLocks noGrp="1"/>
              </p:cNvGraphicFramePr>
              <p:nvPr>
                <p:extLst>
                  <p:ext uri="{D42A27DB-BD31-4B8C-83A1-F6EECF244321}">
                    <p14:modId xmlns:p14="http://schemas.microsoft.com/office/powerpoint/2010/main" val="2000452479"/>
                  </p:ext>
                </p:extLst>
              </p:nvPr>
            </p:nvGraphicFramePr>
            <p:xfrm>
              <a:off x="1421028" y="2553847"/>
              <a:ext cx="9349944" cy="3888096"/>
            </p:xfrm>
            <a:graphic>
              <a:graphicData uri="http://schemas.openxmlformats.org/drawingml/2006/table">
                <a:tbl>
                  <a:tblPr firstRow="1" firstCol="1" bandRow="1">
                    <a:tableStyleId>{073A0DAA-6AF3-43AB-8588-CEC1D06C72B9}</a:tableStyleId>
                  </a:tblPr>
                  <a:tblGrid>
                    <a:gridCol w="1725183">
                      <a:extLst>
                        <a:ext uri="{9D8B030D-6E8A-4147-A177-3AD203B41FA5}">
                          <a16:colId xmlns:a16="http://schemas.microsoft.com/office/drawing/2014/main" val="2527977186"/>
                        </a:ext>
                      </a:extLst>
                    </a:gridCol>
                    <a:gridCol w="1538351">
                      <a:extLst>
                        <a:ext uri="{9D8B030D-6E8A-4147-A177-3AD203B41FA5}">
                          <a16:colId xmlns:a16="http://schemas.microsoft.com/office/drawing/2014/main" val="2201879155"/>
                        </a:ext>
                      </a:extLst>
                    </a:gridCol>
                    <a:gridCol w="1227772">
                      <a:extLst>
                        <a:ext uri="{9D8B030D-6E8A-4147-A177-3AD203B41FA5}">
                          <a16:colId xmlns:a16="http://schemas.microsoft.com/office/drawing/2014/main" val="680056236"/>
                        </a:ext>
                      </a:extLst>
                    </a:gridCol>
                    <a:gridCol w="2179764">
                      <a:extLst>
                        <a:ext uri="{9D8B030D-6E8A-4147-A177-3AD203B41FA5}">
                          <a16:colId xmlns:a16="http://schemas.microsoft.com/office/drawing/2014/main" val="801353497"/>
                        </a:ext>
                      </a:extLst>
                    </a:gridCol>
                    <a:gridCol w="2678874">
                      <a:extLst>
                        <a:ext uri="{9D8B030D-6E8A-4147-A177-3AD203B41FA5}">
                          <a16:colId xmlns:a16="http://schemas.microsoft.com/office/drawing/2014/main" val="711126592"/>
                        </a:ext>
                      </a:extLst>
                    </a:gridCol>
                  </a:tblGrid>
                  <a:tr h="575936">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Method</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Bit-rate (bpp)</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PSNR (dB)</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Compression Ratio</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Notes</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126404511"/>
                      </a:ext>
                    </a:extLst>
                  </a:tr>
                  <a:tr h="662432">
                    <a:tc>
                      <a:txBody>
                        <a:bodyPr/>
                        <a:lstStyle/>
                        <a:p>
                          <a:endParaRPr lang="en-AS"/>
                        </a:p>
                      </a:txBody>
                      <a:tcPr marL="68580" marR="68580" marT="0" marB="0" anchor="ctr">
                        <a:blipFill>
                          <a:blip r:embed="rId6"/>
                          <a:stretch>
                            <a:fillRect l="-353" t="-88073" r="-443816" b="-400917"/>
                          </a:stretch>
                        </a:blipFill>
                      </a:tcPr>
                    </a:tc>
                    <a:tc>
                      <a:txBody>
                        <a:bodyPr/>
                        <a:lstStyle/>
                        <a:p>
                          <a:endParaRPr lang="en-AS"/>
                        </a:p>
                      </a:txBody>
                      <a:tcPr marL="68580" marR="68580" marT="0" marB="0" anchor="ctr">
                        <a:blipFill>
                          <a:blip r:embed="rId6"/>
                          <a:stretch>
                            <a:fillRect l="-112698" t="-88073" r="-398413" b="-400917"/>
                          </a:stretch>
                        </a:blipFill>
                      </a:tcPr>
                    </a:tc>
                    <a:tc>
                      <a:txBody>
                        <a:bodyPr/>
                        <a:lstStyle/>
                        <a:p>
                          <a:endParaRPr lang="en-AS"/>
                        </a:p>
                      </a:txBody>
                      <a:tcPr marL="68580" marR="68580" marT="0" marB="0" anchor="ctr">
                        <a:blipFill>
                          <a:blip r:embed="rId6"/>
                          <a:stretch>
                            <a:fillRect l="-265347" t="-88073" r="-397030" b="-400917"/>
                          </a:stretch>
                        </a:blipFill>
                      </a:tcPr>
                    </a:tc>
                    <a:tc>
                      <a:txBody>
                        <a:bodyPr/>
                        <a:lstStyle/>
                        <a:p>
                          <a:endParaRPr lang="en-AS"/>
                        </a:p>
                      </a:txBody>
                      <a:tcPr marL="68580" marR="68580" marT="0" marB="0" anchor="ctr">
                        <a:blipFill>
                          <a:blip r:embed="rId6"/>
                          <a:stretch>
                            <a:fillRect l="-206723" t="-88073" r="-124650" b="-400917"/>
                          </a:stretch>
                        </a:blipFill>
                      </a:tcP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Baseline</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423646854"/>
                      </a:ext>
                    </a:extLst>
                  </a:tr>
                  <a:tr h="662432">
                    <a:tc>
                      <a:txBody>
                        <a:bodyPr/>
                        <a:lstStyle/>
                        <a:p>
                          <a:endParaRPr lang="en-AS"/>
                        </a:p>
                      </a:txBody>
                      <a:tcPr marL="68580" marR="68580" marT="0" marB="0" anchor="ctr">
                        <a:blipFill>
                          <a:blip r:embed="rId6"/>
                          <a:stretch>
                            <a:fillRect l="-353" t="-189815" r="-443816" b="-304630"/>
                          </a:stretch>
                        </a:blipFill>
                      </a:tcPr>
                    </a:tc>
                    <a:tc>
                      <a:txBody>
                        <a:bodyPr/>
                        <a:lstStyle/>
                        <a:p>
                          <a:endParaRPr lang="en-AS"/>
                        </a:p>
                      </a:txBody>
                      <a:tcPr marL="68580" marR="68580" marT="0" marB="0" anchor="ctr">
                        <a:blipFill>
                          <a:blip r:embed="rId6"/>
                          <a:stretch>
                            <a:fillRect l="-112698" t="-189815" r="-398413" b="-304630"/>
                          </a:stretch>
                        </a:blipFill>
                      </a:tcPr>
                    </a:tc>
                    <a:tc>
                      <a:txBody>
                        <a:bodyPr/>
                        <a:lstStyle/>
                        <a:p>
                          <a:endParaRPr lang="en-AS"/>
                        </a:p>
                      </a:txBody>
                      <a:tcPr marL="68580" marR="68580" marT="0" marB="0" anchor="ctr">
                        <a:blipFill>
                          <a:blip r:embed="rId6"/>
                          <a:stretch>
                            <a:fillRect l="-265347" t="-189815" r="-397030" b="-304630"/>
                          </a:stretch>
                        </a:blipFill>
                      </a:tcPr>
                    </a:tc>
                    <a:tc>
                      <a:txBody>
                        <a:bodyPr/>
                        <a:lstStyle/>
                        <a:p>
                          <a:endParaRPr lang="en-AS"/>
                        </a:p>
                      </a:txBody>
                      <a:tcPr marL="68580" marR="68580" marT="0" marB="0" anchor="ctr">
                        <a:blipFill>
                          <a:blip r:embed="rId6"/>
                          <a:stretch>
                            <a:fillRect l="-206723" t="-189815" r="-124650" b="-304630"/>
                          </a:stretch>
                        </a:blipFill>
                      </a:tcP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Baseline</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536033092"/>
                      </a:ext>
                    </a:extLst>
                  </a:tr>
                  <a:tr h="662432">
                    <a:tc>
                      <a:txBody>
                        <a:bodyPr/>
                        <a:lstStyle/>
                        <a:p>
                          <a:endParaRPr lang="en-AS"/>
                        </a:p>
                      </a:txBody>
                      <a:tcPr marL="68580" marR="68580" marT="0" marB="0" anchor="ctr">
                        <a:blipFill>
                          <a:blip r:embed="rId6"/>
                          <a:stretch>
                            <a:fillRect l="-353" t="-287156" r="-443816" b="-201835"/>
                          </a:stretch>
                        </a:blipFill>
                      </a:tcPr>
                    </a:tc>
                    <a:tc>
                      <a:txBody>
                        <a:bodyPr/>
                        <a:lstStyle/>
                        <a:p>
                          <a:endParaRPr lang="en-AS"/>
                        </a:p>
                      </a:txBody>
                      <a:tcPr marL="68580" marR="68580" marT="0" marB="0" anchor="ctr">
                        <a:blipFill>
                          <a:blip r:embed="rId6"/>
                          <a:stretch>
                            <a:fillRect l="-112698" t="-287156" r="-398413" b="-201835"/>
                          </a:stretch>
                        </a:blipFill>
                      </a:tcPr>
                    </a:tc>
                    <a:tc>
                      <a:txBody>
                        <a:bodyPr/>
                        <a:lstStyle/>
                        <a:p>
                          <a:endParaRPr lang="en-AS"/>
                        </a:p>
                      </a:txBody>
                      <a:tcPr marL="68580" marR="68580" marT="0" marB="0" anchor="ctr">
                        <a:blipFill>
                          <a:blip r:embed="rId6"/>
                          <a:stretch>
                            <a:fillRect l="-265347" t="-287156" r="-397030" b="-201835"/>
                          </a:stretch>
                        </a:blipFill>
                      </a:tcPr>
                    </a:tc>
                    <a:tc>
                      <a:txBody>
                        <a:bodyPr/>
                        <a:lstStyle/>
                        <a:p>
                          <a:endParaRPr lang="en-AS"/>
                        </a:p>
                      </a:txBody>
                      <a:tcPr marL="68580" marR="68580" marT="0" marB="0" anchor="ctr">
                        <a:blipFill>
                          <a:blip r:embed="rId6"/>
                          <a:stretch>
                            <a:fillRect l="-206723" t="-287156" r="-124650" b="-201835"/>
                          </a:stretch>
                        </a:blipFill>
                      </a:tcPr>
                    </a:tc>
                    <a:tc>
                      <a:txBody>
                        <a:bodyPr/>
                        <a:lstStyle/>
                        <a:p>
                          <a:pPr marL="0" marR="0" algn="ctr">
                            <a:lnSpc>
                              <a:spcPct val="115000"/>
                            </a:lnSpc>
                            <a:spcAft>
                              <a:spcPts val="800"/>
                            </a:spcAft>
                            <a:buNone/>
                          </a:pPr>
                          <a:r>
                            <a:rPr lang="en-US" sz="1600" kern="100">
                              <a:effectLst/>
                              <a:latin typeface="Times New Roman" panose="02020603050405020304" pitchFamily="18" charset="0"/>
                              <a:cs typeface="Times New Roman" panose="02020603050405020304" pitchFamily="18" charset="0"/>
                            </a:rPr>
                            <a:t>Highest compression</a:t>
                          </a:r>
                          <a:endParaRPr lang="en-US" sz="1600" kern="10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624475074"/>
                      </a:ext>
                    </a:extLst>
                  </a:tr>
                  <a:tr h="662432">
                    <a:tc>
                      <a:txBody>
                        <a:bodyPr/>
                        <a:lstStyle/>
                        <a:p>
                          <a:endParaRPr lang="en-AS"/>
                        </a:p>
                      </a:txBody>
                      <a:tcPr marL="68580" marR="68580" marT="0" marB="0" anchor="ctr">
                        <a:blipFill>
                          <a:blip r:embed="rId6"/>
                          <a:stretch>
                            <a:fillRect l="-353" t="-387156" r="-443816" b="-101835"/>
                          </a:stretch>
                        </a:blipFill>
                      </a:tcPr>
                    </a:tc>
                    <a:tc>
                      <a:txBody>
                        <a:bodyPr/>
                        <a:lstStyle/>
                        <a:p>
                          <a:endParaRPr lang="en-AS"/>
                        </a:p>
                      </a:txBody>
                      <a:tcPr marL="68580" marR="68580" marT="0" marB="0" anchor="ctr">
                        <a:blipFill>
                          <a:blip r:embed="rId6"/>
                          <a:stretch>
                            <a:fillRect l="-112698" t="-387156" r="-398413" b="-101835"/>
                          </a:stretch>
                        </a:blipFill>
                      </a:tcPr>
                    </a:tc>
                    <a:tc>
                      <a:txBody>
                        <a:bodyPr/>
                        <a:lstStyle/>
                        <a:p>
                          <a:endParaRPr lang="en-AS"/>
                        </a:p>
                      </a:txBody>
                      <a:tcPr marL="68580" marR="68580" marT="0" marB="0" anchor="ctr">
                        <a:blipFill>
                          <a:blip r:embed="rId6"/>
                          <a:stretch>
                            <a:fillRect l="-265347" t="-387156" r="-397030" b="-101835"/>
                          </a:stretch>
                        </a:blipFill>
                      </a:tcPr>
                    </a:tc>
                    <a:tc>
                      <a:txBody>
                        <a:bodyPr/>
                        <a:lstStyle/>
                        <a:p>
                          <a:endParaRPr lang="en-AS"/>
                        </a:p>
                      </a:txBody>
                      <a:tcPr marL="68580" marR="68580" marT="0" marB="0" anchor="ctr">
                        <a:blipFill>
                          <a:blip r:embed="rId6"/>
                          <a:stretch>
                            <a:fillRect l="-206723" t="-387156" r="-124650" b="-101835"/>
                          </a:stretch>
                        </a:blipFill>
                      </a:tcPr>
                    </a:tc>
                    <a:tc>
                      <a:txBody>
                        <a:bodyPr/>
                        <a:lstStyle/>
                        <a:p>
                          <a:endParaRPr lang="en-AS"/>
                        </a:p>
                      </a:txBody>
                      <a:tcPr marL="68580" marR="68580" marT="0" marB="0" anchor="ctr">
                        <a:blipFill>
                          <a:blip r:embed="rId6"/>
                          <a:stretch>
                            <a:fillRect l="-248864" t="-387156" r="-1136" b="-101835"/>
                          </a:stretch>
                        </a:blipFill>
                      </a:tcPr>
                    </a:tc>
                    <a:extLst>
                      <a:ext uri="{0D108BD9-81ED-4DB2-BD59-A6C34878D82A}">
                        <a16:rowId xmlns:a16="http://schemas.microsoft.com/office/drawing/2014/main" val="478305115"/>
                      </a:ext>
                    </a:extLst>
                  </a:tr>
                  <a:tr h="662432">
                    <a:tc>
                      <a:txBody>
                        <a:bodyPr/>
                        <a:lstStyle/>
                        <a:p>
                          <a:endParaRPr lang="en-AS"/>
                        </a:p>
                      </a:txBody>
                      <a:tcPr marL="68580" marR="68580" marT="0" marB="0" anchor="ctr">
                        <a:blipFill>
                          <a:blip r:embed="rId6"/>
                          <a:stretch>
                            <a:fillRect l="-353" t="-487156" r="-443816" b="-1835"/>
                          </a:stretch>
                        </a:blipFill>
                      </a:tcPr>
                    </a:tc>
                    <a:tc>
                      <a:txBody>
                        <a:bodyPr/>
                        <a:lstStyle/>
                        <a:p>
                          <a:endParaRPr lang="en-AS"/>
                        </a:p>
                      </a:txBody>
                      <a:tcPr marL="68580" marR="68580" marT="0" marB="0" anchor="ctr">
                        <a:blipFill>
                          <a:blip r:embed="rId6"/>
                          <a:stretch>
                            <a:fillRect l="-112698" t="-487156" r="-398413" b="-1835"/>
                          </a:stretch>
                        </a:blipFill>
                      </a:tcPr>
                    </a:tc>
                    <a:tc>
                      <a:txBody>
                        <a:bodyPr/>
                        <a:lstStyle/>
                        <a:p>
                          <a:endParaRPr lang="en-AS"/>
                        </a:p>
                      </a:txBody>
                      <a:tcPr marL="68580" marR="68580" marT="0" marB="0" anchor="ctr">
                        <a:blipFill>
                          <a:blip r:embed="rId6"/>
                          <a:stretch>
                            <a:fillRect l="-265347" t="-487156" r="-397030" b="-1835"/>
                          </a:stretch>
                        </a:blipFill>
                      </a:tcPr>
                    </a:tc>
                    <a:tc>
                      <a:txBody>
                        <a:bodyPr/>
                        <a:lstStyle/>
                        <a:p>
                          <a:endParaRPr lang="en-AS"/>
                        </a:p>
                      </a:txBody>
                      <a:tcPr marL="68580" marR="68580" marT="0" marB="0" anchor="ctr">
                        <a:blipFill>
                          <a:blip r:embed="rId6"/>
                          <a:stretch>
                            <a:fillRect l="-206723" t="-487156" r="-124650" b="-1835"/>
                          </a:stretch>
                        </a:blipFill>
                      </a:tcPr>
                    </a:tc>
                    <a:tc>
                      <a:txBody>
                        <a:bodyPr/>
                        <a:lstStyle/>
                        <a:p>
                          <a:pPr marL="0" marR="0" algn="ctr">
                            <a:lnSpc>
                              <a:spcPct val="115000"/>
                            </a:lnSpc>
                            <a:spcAft>
                              <a:spcPts val="800"/>
                            </a:spcAft>
                            <a:buNone/>
                          </a:pPr>
                          <a:r>
                            <a:rPr lang="en-US" sz="1600" kern="100" dirty="0">
                              <a:effectLst/>
                              <a:latin typeface="Times New Roman" panose="02020603050405020304" pitchFamily="18" charset="0"/>
                              <a:cs typeface="Times New Roman" panose="02020603050405020304" pitchFamily="18" charset="0"/>
                            </a:rPr>
                            <a:t>Surpasses HEVC in PSNR</a:t>
                          </a:r>
                          <a:endParaRPr lang="en-US" sz="1600" kern="1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677178185"/>
                      </a:ext>
                    </a:extLst>
                  </a:tr>
                </a:tbl>
              </a:graphicData>
            </a:graphic>
          </p:graphicFrame>
        </mc:Fallback>
      </mc:AlternateContent>
      <p:sp>
        <p:nvSpPr>
          <p:cNvPr id="72" name="Freeform: Shape 71">
            <a:extLst>
              <a:ext uri="{FF2B5EF4-FFF2-40B4-BE49-F238E27FC236}">
                <a16:creationId xmlns:a16="http://schemas.microsoft.com/office/drawing/2014/main" id="{8E941353-EC2F-6FF1-9E71-88DBBACAC68A}"/>
              </a:ext>
            </a:extLst>
          </p:cNvPr>
          <p:cNvSpPr/>
          <p:nvPr/>
        </p:nvSpPr>
        <p:spPr>
          <a:xfrm>
            <a:off x="12855148"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74" name="Rectangle 73">
            <a:extLst>
              <a:ext uri="{FF2B5EF4-FFF2-40B4-BE49-F238E27FC236}">
                <a16:creationId xmlns:a16="http://schemas.microsoft.com/office/drawing/2014/main" id="{B0FAA376-A682-B63E-18AF-B3435ADE0781}"/>
              </a:ext>
            </a:extLst>
          </p:cNvPr>
          <p:cNvSpPr/>
          <p:nvPr/>
        </p:nvSpPr>
        <p:spPr>
          <a:xfrm>
            <a:off x="14531689"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7" name="Rectangle 76">
            <a:extLst>
              <a:ext uri="{FF2B5EF4-FFF2-40B4-BE49-F238E27FC236}">
                <a16:creationId xmlns:a16="http://schemas.microsoft.com/office/drawing/2014/main" id="{B23434CE-DB00-A4B1-8670-7958C874C4A9}"/>
              </a:ext>
            </a:extLst>
          </p:cNvPr>
          <p:cNvSpPr>
            <a:spLocks/>
          </p:cNvSpPr>
          <p:nvPr/>
        </p:nvSpPr>
        <p:spPr>
          <a:xfrm>
            <a:off x="14531689"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9" name="Rectangle 78">
            <a:extLst>
              <a:ext uri="{FF2B5EF4-FFF2-40B4-BE49-F238E27FC236}">
                <a16:creationId xmlns:a16="http://schemas.microsoft.com/office/drawing/2014/main" id="{BBE57CDC-A66D-77AD-0E9E-15C53E187447}"/>
              </a:ext>
            </a:extLst>
          </p:cNvPr>
          <p:cNvSpPr>
            <a:spLocks/>
          </p:cNvSpPr>
          <p:nvPr/>
        </p:nvSpPr>
        <p:spPr>
          <a:xfrm>
            <a:off x="14531689"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9" name="Rectangle 88">
            <a:extLst>
              <a:ext uri="{FF2B5EF4-FFF2-40B4-BE49-F238E27FC236}">
                <a16:creationId xmlns:a16="http://schemas.microsoft.com/office/drawing/2014/main" id="{C4755CEB-24D1-1E44-1D98-49CC3FE131FB}"/>
              </a:ext>
            </a:extLst>
          </p:cNvPr>
          <p:cNvSpPr>
            <a:spLocks/>
          </p:cNvSpPr>
          <p:nvPr/>
        </p:nvSpPr>
        <p:spPr>
          <a:xfrm>
            <a:off x="14531689"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1" name="Rectangle 90">
            <a:extLst>
              <a:ext uri="{FF2B5EF4-FFF2-40B4-BE49-F238E27FC236}">
                <a16:creationId xmlns:a16="http://schemas.microsoft.com/office/drawing/2014/main" id="{C85954E0-634B-464C-4FDA-9EC3B84CE98C}"/>
              </a:ext>
            </a:extLst>
          </p:cNvPr>
          <p:cNvSpPr>
            <a:spLocks/>
          </p:cNvSpPr>
          <p:nvPr/>
        </p:nvSpPr>
        <p:spPr>
          <a:xfrm>
            <a:off x="14531689"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Rectangle 92">
            <a:extLst>
              <a:ext uri="{FF2B5EF4-FFF2-40B4-BE49-F238E27FC236}">
                <a16:creationId xmlns:a16="http://schemas.microsoft.com/office/drawing/2014/main" id="{AF161ACA-DCE7-A290-7CCF-EFF7EA2ABB06}"/>
              </a:ext>
            </a:extLst>
          </p:cNvPr>
          <p:cNvSpPr>
            <a:spLocks/>
          </p:cNvSpPr>
          <p:nvPr/>
        </p:nvSpPr>
        <p:spPr>
          <a:xfrm>
            <a:off x="14531689"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5" name="Rectangle 94">
            <a:extLst>
              <a:ext uri="{FF2B5EF4-FFF2-40B4-BE49-F238E27FC236}">
                <a16:creationId xmlns:a16="http://schemas.microsoft.com/office/drawing/2014/main" id="{EAB55BF2-FAB4-E9D4-9E32-F48AFAD3FE6A}"/>
              </a:ext>
            </a:extLst>
          </p:cNvPr>
          <p:cNvSpPr/>
          <p:nvPr/>
        </p:nvSpPr>
        <p:spPr>
          <a:xfrm>
            <a:off x="13619416"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7" name="Freeform: Shape 96">
            <a:extLst>
              <a:ext uri="{FF2B5EF4-FFF2-40B4-BE49-F238E27FC236}">
                <a16:creationId xmlns:a16="http://schemas.microsoft.com/office/drawing/2014/main" id="{CBF9E826-FBC1-A2C7-4D76-8F1EDDCED3A6}"/>
              </a:ext>
            </a:extLst>
          </p:cNvPr>
          <p:cNvSpPr/>
          <p:nvPr/>
        </p:nvSpPr>
        <p:spPr>
          <a:xfrm>
            <a:off x="13552300"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9" name="Freeform: Shape 98">
            <a:extLst>
              <a:ext uri="{FF2B5EF4-FFF2-40B4-BE49-F238E27FC236}">
                <a16:creationId xmlns:a16="http://schemas.microsoft.com/office/drawing/2014/main" id="{768DBC37-D32F-9E25-EDDA-B7E7D389B095}"/>
              </a:ext>
            </a:extLst>
          </p:cNvPr>
          <p:cNvSpPr/>
          <p:nvPr/>
        </p:nvSpPr>
        <p:spPr>
          <a:xfrm>
            <a:off x="13552300"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1" name="Freeform: Shape 100">
            <a:extLst>
              <a:ext uri="{FF2B5EF4-FFF2-40B4-BE49-F238E27FC236}">
                <a16:creationId xmlns:a16="http://schemas.microsoft.com/office/drawing/2014/main" id="{8488237D-5E2A-1D6F-A36D-5686F2BDB33A}"/>
              </a:ext>
            </a:extLst>
          </p:cNvPr>
          <p:cNvSpPr/>
          <p:nvPr/>
        </p:nvSpPr>
        <p:spPr>
          <a:xfrm>
            <a:off x="13552300"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3" name="Freeform: Shape 102">
            <a:extLst>
              <a:ext uri="{FF2B5EF4-FFF2-40B4-BE49-F238E27FC236}">
                <a16:creationId xmlns:a16="http://schemas.microsoft.com/office/drawing/2014/main" id="{FB9D7F64-A125-2801-945F-FB65A7B35E9F}"/>
              </a:ext>
            </a:extLst>
          </p:cNvPr>
          <p:cNvSpPr/>
          <p:nvPr/>
        </p:nvSpPr>
        <p:spPr>
          <a:xfrm>
            <a:off x="13552300"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5" name="Freeform: Shape 104">
            <a:extLst>
              <a:ext uri="{FF2B5EF4-FFF2-40B4-BE49-F238E27FC236}">
                <a16:creationId xmlns:a16="http://schemas.microsoft.com/office/drawing/2014/main" id="{480D90E8-0043-E3E8-13CA-7EE55B8A4D05}"/>
              </a:ext>
            </a:extLst>
          </p:cNvPr>
          <p:cNvSpPr/>
          <p:nvPr/>
        </p:nvSpPr>
        <p:spPr>
          <a:xfrm>
            <a:off x="13552300"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7" name="Freeform: Shape 106">
            <a:extLst>
              <a:ext uri="{FF2B5EF4-FFF2-40B4-BE49-F238E27FC236}">
                <a16:creationId xmlns:a16="http://schemas.microsoft.com/office/drawing/2014/main" id="{B0047DD0-86E6-CDDB-62DB-8804813B42E6}"/>
              </a:ext>
            </a:extLst>
          </p:cNvPr>
          <p:cNvSpPr/>
          <p:nvPr/>
        </p:nvSpPr>
        <p:spPr>
          <a:xfrm>
            <a:off x="13552300"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8" name="Rectangle 107">
            <a:extLst>
              <a:ext uri="{FF2B5EF4-FFF2-40B4-BE49-F238E27FC236}">
                <a16:creationId xmlns:a16="http://schemas.microsoft.com/office/drawing/2014/main" id="{7392B6BA-8BE7-4D7E-8614-4A98324B02B3}"/>
              </a:ext>
            </a:extLst>
          </p:cNvPr>
          <p:cNvSpPr>
            <a:spLocks/>
          </p:cNvSpPr>
          <p:nvPr/>
        </p:nvSpPr>
        <p:spPr>
          <a:xfrm>
            <a:off x="14531689"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4775840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0">
                                            <p:txEl>
                                              <p:pRg st="0" end="0"/>
                                            </p:txEl>
                                          </p:spTgt>
                                        </p:tgtEl>
                                        <p:attrNameLst>
                                          <p:attrName>style.visibility</p:attrName>
                                        </p:attrNameLst>
                                      </p:cBhvr>
                                      <p:to>
                                        <p:strVal val="visible"/>
                                      </p:to>
                                    </p:set>
                                    <p:animEffect transition="in" filter="wipe(left)">
                                      <p:cBhvr>
                                        <p:cTn id="7" dur="500"/>
                                        <p:tgtEl>
                                          <p:spTgt spid="70">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0">
                                            <p:txEl>
                                              <p:pRg st="1" end="1"/>
                                            </p:txEl>
                                          </p:spTgt>
                                        </p:tgtEl>
                                        <p:attrNameLst>
                                          <p:attrName>style.visibility</p:attrName>
                                        </p:attrNameLst>
                                      </p:cBhvr>
                                      <p:to>
                                        <p:strVal val="visible"/>
                                      </p:to>
                                    </p:set>
                                    <p:animEffect transition="in" filter="wipe(left)">
                                      <p:cBhvr>
                                        <p:cTn id="10" dur="500"/>
                                        <p:tgtEl>
                                          <p:spTgt spid="70">
                                            <p:txEl>
                                              <p:pRg st="1" end="1"/>
                                            </p:txEl>
                                          </p:spTgt>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71"/>
                                        </p:tgtEl>
                                        <p:attrNameLst>
                                          <p:attrName>style.visibility</p:attrName>
                                        </p:attrNameLst>
                                      </p:cBhvr>
                                      <p:to>
                                        <p:strVal val="visible"/>
                                      </p:to>
                                    </p:set>
                                    <p:animEffect transition="in" filter="fade">
                                      <p:cBhvr>
                                        <p:cTn id="14" dur="4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uiExpand="1" build="allAtOnce"/>
    </p:bldLst>
  </p:timing>
</p:sld>
</file>

<file path=ppt/slides/slide5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B55016AC-DE45-2815-F49E-392BCCEF87E3}"/>
            </a:ext>
          </a:extLst>
        </p:cNvPr>
        <p:cNvGrpSpPr/>
        <p:nvPr/>
      </p:nvGrpSpPr>
      <p:grpSpPr>
        <a:xfrm>
          <a:off x="0" y="0"/>
          <a:ext cx="0" cy="0"/>
          <a:chOff x="0" y="0"/>
          <a:chExt cx="0" cy="0"/>
        </a:xfrm>
      </p:grpSpPr>
      <p:grpSp>
        <p:nvGrpSpPr>
          <p:cNvPr id="3" name="Group 6">
            <a:extLst>
              <a:ext uri="{FF2B5EF4-FFF2-40B4-BE49-F238E27FC236}">
                <a16:creationId xmlns:a16="http://schemas.microsoft.com/office/drawing/2014/main" id="{CB1D0722-C10B-A864-7607-2167066900CB}"/>
              </a:ext>
            </a:extLst>
          </p:cNvPr>
          <p:cNvGrpSpPr/>
          <p:nvPr/>
        </p:nvGrpSpPr>
        <p:grpSpPr>
          <a:xfrm>
            <a:off x="217715" y="6358177"/>
            <a:ext cx="8305800" cy="2853460"/>
            <a:chOff x="0" y="0"/>
            <a:chExt cx="3151501" cy="1106083"/>
          </a:xfrm>
        </p:grpSpPr>
        <p:sp>
          <p:nvSpPr>
            <p:cNvPr id="4" name="Freeform 7">
              <a:extLst>
                <a:ext uri="{FF2B5EF4-FFF2-40B4-BE49-F238E27FC236}">
                  <a16:creationId xmlns:a16="http://schemas.microsoft.com/office/drawing/2014/main" id="{41AADA99-ADD7-4689-6536-6A52A94A1F0C}"/>
                </a:ext>
              </a:extLst>
            </p:cNvPr>
            <p:cNvSpPr/>
            <p:nvPr/>
          </p:nvSpPr>
          <p:spPr>
            <a:xfrm>
              <a:off x="0" y="0"/>
              <a:ext cx="3151501" cy="1106083"/>
            </a:xfrm>
            <a:custGeom>
              <a:avLst/>
              <a:gdLst/>
              <a:ahLst/>
              <a:cxnLst/>
              <a:rect l="l" t="t" r="r" b="b"/>
              <a:pathLst>
                <a:path w="3151501" h="1106083">
                  <a:moveTo>
                    <a:pt x="0" y="0"/>
                  </a:moveTo>
                  <a:lnTo>
                    <a:pt x="3151501" y="0"/>
                  </a:lnTo>
                  <a:lnTo>
                    <a:pt x="3151501" y="1106083"/>
                  </a:lnTo>
                  <a:lnTo>
                    <a:pt x="0" y="1106083"/>
                  </a:lnTo>
                  <a:close/>
                </a:path>
              </a:pathLst>
            </a:custGeom>
            <a:solidFill>
              <a:srgbClr val="A4A6A5"/>
            </a:solidFill>
          </p:spPr>
          <p:txBody>
            <a:bodyPr/>
            <a:lstStyle/>
            <a:p>
              <a:endParaRPr lang="en-AS"/>
            </a:p>
          </p:txBody>
        </p:sp>
        <p:sp>
          <p:nvSpPr>
            <p:cNvPr id="5" name="TextBox 8">
              <a:extLst>
                <a:ext uri="{FF2B5EF4-FFF2-40B4-BE49-F238E27FC236}">
                  <a16:creationId xmlns:a16="http://schemas.microsoft.com/office/drawing/2014/main" id="{92C152D0-B025-D018-9B5F-46E926BB18B1}"/>
                </a:ext>
              </a:extLst>
            </p:cNvPr>
            <p:cNvSpPr txBox="1"/>
            <p:nvPr/>
          </p:nvSpPr>
          <p:spPr>
            <a:xfrm>
              <a:off x="0" y="-38100"/>
              <a:ext cx="3151501" cy="1144183"/>
            </a:xfrm>
            <a:prstGeom prst="rect">
              <a:avLst/>
            </a:prstGeom>
          </p:spPr>
          <p:txBody>
            <a:bodyPr lIns="50800" tIns="50800" rIns="50800" bIns="50800" rtlCol="0" anchor="ctr"/>
            <a:lstStyle/>
            <a:p>
              <a:pPr algn="ctr">
                <a:lnSpc>
                  <a:spcPts val="2659"/>
                </a:lnSpc>
              </a:pPr>
              <a:endParaRPr/>
            </a:p>
          </p:txBody>
        </p:sp>
      </p:grpSp>
      <p:grpSp>
        <p:nvGrpSpPr>
          <p:cNvPr id="6" name="Group 16">
            <a:extLst>
              <a:ext uri="{FF2B5EF4-FFF2-40B4-BE49-F238E27FC236}">
                <a16:creationId xmlns:a16="http://schemas.microsoft.com/office/drawing/2014/main" id="{AA73C2AD-3D39-C039-A82D-FEACC019E86A}"/>
              </a:ext>
            </a:extLst>
          </p:cNvPr>
          <p:cNvGrpSpPr/>
          <p:nvPr/>
        </p:nvGrpSpPr>
        <p:grpSpPr>
          <a:xfrm>
            <a:off x="-679007" y="-710108"/>
            <a:ext cx="998322" cy="10421568"/>
            <a:chOff x="0" y="0"/>
            <a:chExt cx="262932" cy="2744775"/>
          </a:xfrm>
        </p:grpSpPr>
        <p:sp>
          <p:nvSpPr>
            <p:cNvPr id="7" name="Freeform 17">
              <a:extLst>
                <a:ext uri="{FF2B5EF4-FFF2-40B4-BE49-F238E27FC236}">
                  <a16:creationId xmlns:a16="http://schemas.microsoft.com/office/drawing/2014/main" id="{21B3717D-16B1-47BC-10A9-FFFF9381A642}"/>
                </a:ext>
              </a:extLst>
            </p:cNvPr>
            <p:cNvSpPr/>
            <p:nvPr/>
          </p:nvSpPr>
          <p:spPr>
            <a:xfrm>
              <a:off x="0" y="0"/>
              <a:ext cx="262932" cy="2744775"/>
            </a:xfrm>
            <a:custGeom>
              <a:avLst/>
              <a:gdLst/>
              <a:ahLst/>
              <a:cxnLst/>
              <a:rect l="l" t="t" r="r" b="b"/>
              <a:pathLst>
                <a:path w="262932" h="2744775">
                  <a:moveTo>
                    <a:pt x="0" y="0"/>
                  </a:moveTo>
                  <a:lnTo>
                    <a:pt x="262932" y="0"/>
                  </a:lnTo>
                  <a:lnTo>
                    <a:pt x="262932" y="2744775"/>
                  </a:lnTo>
                  <a:lnTo>
                    <a:pt x="0" y="2744775"/>
                  </a:lnTo>
                  <a:close/>
                </a:path>
              </a:pathLst>
            </a:custGeom>
            <a:gradFill rotWithShape="1">
              <a:gsLst>
                <a:gs pos="0">
                  <a:srgbClr val="232424">
                    <a:alpha val="100000"/>
                  </a:srgbClr>
                </a:gs>
                <a:gs pos="100000">
                  <a:srgbClr val="717171">
                    <a:alpha val="100000"/>
                  </a:srgbClr>
                </a:gs>
              </a:gsLst>
              <a:lin ang="5400000"/>
            </a:gradFill>
          </p:spPr>
          <p:txBody>
            <a:bodyPr/>
            <a:lstStyle/>
            <a:p>
              <a:endParaRPr lang="en-AS"/>
            </a:p>
          </p:txBody>
        </p:sp>
        <p:sp>
          <p:nvSpPr>
            <p:cNvPr id="8" name="TextBox 18">
              <a:extLst>
                <a:ext uri="{FF2B5EF4-FFF2-40B4-BE49-F238E27FC236}">
                  <a16:creationId xmlns:a16="http://schemas.microsoft.com/office/drawing/2014/main" id="{47B370D6-E0BC-E725-82F3-90B2B4F9604A}"/>
                </a:ext>
              </a:extLst>
            </p:cNvPr>
            <p:cNvSpPr txBox="1"/>
            <p:nvPr/>
          </p:nvSpPr>
          <p:spPr>
            <a:xfrm>
              <a:off x="0" y="-38100"/>
              <a:ext cx="262932" cy="2782875"/>
            </a:xfrm>
            <a:prstGeom prst="rect">
              <a:avLst/>
            </a:prstGeom>
          </p:spPr>
          <p:txBody>
            <a:bodyPr lIns="50800" tIns="50800" rIns="50800" bIns="50800" rtlCol="0" anchor="ctr"/>
            <a:lstStyle/>
            <a:p>
              <a:pPr algn="ctr">
                <a:lnSpc>
                  <a:spcPts val="2659"/>
                </a:lnSpc>
              </a:pPr>
              <a:endParaRPr/>
            </a:p>
          </p:txBody>
        </p:sp>
      </p:grpSp>
      <p:sp>
        <p:nvSpPr>
          <p:cNvPr id="11" name="Title 1">
            <a:extLst>
              <a:ext uri="{FF2B5EF4-FFF2-40B4-BE49-F238E27FC236}">
                <a16:creationId xmlns:a16="http://schemas.microsoft.com/office/drawing/2014/main" id="{53746138-9591-F997-D101-6171DAE08018}"/>
              </a:ext>
            </a:extLst>
          </p:cNvPr>
          <p:cNvSpPr txBox="1">
            <a:spLocks noGrp="1"/>
          </p:cNvSpPr>
          <p:nvPr>
            <p:ph type="title" idx="4294967295"/>
          </p:nvPr>
        </p:nvSpPr>
        <p:spPr>
          <a:xfrm>
            <a:off x="2875280" y="560606"/>
            <a:ext cx="3220720" cy="7694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rPr>
              <a:t>AGENDA</a:t>
            </a:r>
            <a:endParaRPr kumimoji="0" lang="en-US" sz="2600" b="0" i="0" u="none" strike="noStrike" kern="1200" cap="none" spc="0" normalizeH="0" baseline="0" noProof="0" dirty="0">
              <a:ln>
                <a:noFill/>
              </a:ln>
              <a:solidFill>
                <a:schemeClr val="tx1"/>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4" name="Freeform: Shape 13">
            <a:extLst>
              <a:ext uri="{FF2B5EF4-FFF2-40B4-BE49-F238E27FC236}">
                <a16:creationId xmlns:a16="http://schemas.microsoft.com/office/drawing/2014/main" id="{F79A2178-FCB1-CEBB-8157-D4634E941F9F}"/>
              </a:ext>
            </a:extLst>
          </p:cNvPr>
          <p:cNvSpPr/>
          <p:nvPr/>
        </p:nvSpPr>
        <p:spPr>
          <a:xfrm>
            <a:off x="10370408" y="-36783"/>
            <a:ext cx="2890800" cy="2890800"/>
          </a:xfrm>
          <a:custGeom>
            <a:avLst/>
            <a:gdLst>
              <a:gd name="csX0" fmla="*/ 1445400 w 2890800"/>
              <a:gd name="csY0" fmla="*/ 637274 h 2890800"/>
              <a:gd name="csX1" fmla="*/ 637274 w 2890800"/>
              <a:gd name="csY1" fmla="*/ 1445400 h 2890800"/>
              <a:gd name="csX2" fmla="*/ 1445400 w 2890800"/>
              <a:gd name="csY2" fmla="*/ 2253526 h 2890800"/>
              <a:gd name="csX3" fmla="*/ 2253526 w 2890800"/>
              <a:gd name="csY3" fmla="*/ 1445400 h 2890800"/>
              <a:gd name="csX4" fmla="*/ 1445400 w 2890800"/>
              <a:gd name="csY4" fmla="*/ 637274 h 2890800"/>
              <a:gd name="csX5" fmla="*/ 1445400 w 2890800"/>
              <a:gd name="csY5" fmla="*/ 0 h 2890800"/>
              <a:gd name="csX6" fmla="*/ 2890800 w 2890800"/>
              <a:gd name="csY6" fmla="*/ 1445400 h 2890800"/>
              <a:gd name="csX7" fmla="*/ 1445400 w 2890800"/>
              <a:gd name="csY7" fmla="*/ 2890800 h 2890800"/>
              <a:gd name="csX8" fmla="*/ 0 w 2890800"/>
              <a:gd name="csY8" fmla="*/ 1445400 h 2890800"/>
              <a:gd name="csX9" fmla="*/ 1445400 w 2890800"/>
              <a:gd name="csY9" fmla="*/ 0 h 2890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90800" h="2890800">
                <a:moveTo>
                  <a:pt x="1445400" y="637274"/>
                </a:moveTo>
                <a:cubicBezTo>
                  <a:pt x="999084" y="637274"/>
                  <a:pt x="637274" y="999084"/>
                  <a:pt x="637274" y="1445400"/>
                </a:cubicBezTo>
                <a:cubicBezTo>
                  <a:pt x="637274" y="1891716"/>
                  <a:pt x="999084" y="2253526"/>
                  <a:pt x="1445400" y="2253526"/>
                </a:cubicBezTo>
                <a:cubicBezTo>
                  <a:pt x="1891716" y="2253526"/>
                  <a:pt x="2253526" y="1891716"/>
                  <a:pt x="2253526" y="1445400"/>
                </a:cubicBezTo>
                <a:cubicBezTo>
                  <a:pt x="2253526" y="999084"/>
                  <a:pt x="1891716" y="637274"/>
                  <a:pt x="1445400" y="637274"/>
                </a:cubicBezTo>
                <a:close/>
                <a:moveTo>
                  <a:pt x="1445400" y="0"/>
                </a:moveTo>
                <a:cubicBezTo>
                  <a:pt x="2243672" y="0"/>
                  <a:pt x="2890800" y="647128"/>
                  <a:pt x="2890800" y="1445400"/>
                </a:cubicBezTo>
                <a:cubicBezTo>
                  <a:pt x="2890800" y="2243672"/>
                  <a:pt x="2243672" y="2890800"/>
                  <a:pt x="1445400" y="2890800"/>
                </a:cubicBezTo>
                <a:cubicBezTo>
                  <a:pt x="647128" y="2890800"/>
                  <a:pt x="0" y="2243672"/>
                  <a:pt x="0" y="1445400"/>
                </a:cubicBezTo>
                <a:cubicBezTo>
                  <a:pt x="0" y="647128"/>
                  <a:pt x="647128" y="0"/>
                  <a:pt x="1445400" y="0"/>
                </a:cubicBezTo>
                <a:close/>
              </a:path>
            </a:pathLst>
          </a:custGeom>
          <a:solidFill>
            <a:schemeClr val="tx1">
              <a:lumMod val="50000"/>
              <a:lumOff val="5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dirty="0"/>
          </a:p>
        </p:txBody>
      </p:sp>
      <p:sp>
        <p:nvSpPr>
          <p:cNvPr id="15" name="Slide Number Placeholder 14">
            <a:extLst>
              <a:ext uri="{FF2B5EF4-FFF2-40B4-BE49-F238E27FC236}">
                <a16:creationId xmlns:a16="http://schemas.microsoft.com/office/drawing/2014/main" id="{24439BFB-A4AC-1591-BB0B-BB9726CBBE71}"/>
              </a:ext>
            </a:extLst>
          </p:cNvPr>
          <p:cNvSpPr>
            <a:spLocks noGrp="1"/>
          </p:cNvSpPr>
          <p:nvPr>
            <p:ph type="sldNum" sz="quarter" idx="12"/>
          </p:nvPr>
        </p:nvSpPr>
        <p:spPr/>
        <p:txBody>
          <a:bodyPr/>
          <a:lstStyle/>
          <a:p>
            <a:fld id="{AD91D796-2600-4CB1-AF8F-6B90FC341573}" type="slidenum">
              <a:rPr lang="en-AS" smtClean="0"/>
              <a:t>52</a:t>
            </a:fld>
            <a:endParaRPr lang="en-AS" dirty="0"/>
          </a:p>
        </p:txBody>
      </p:sp>
      <p:pic>
        <p:nvPicPr>
          <p:cNvPr id="2" name="Graphic 1" descr="Clapper board with solid fill">
            <a:extLst>
              <a:ext uri="{FF2B5EF4-FFF2-40B4-BE49-F238E27FC236}">
                <a16:creationId xmlns:a16="http://schemas.microsoft.com/office/drawing/2014/main" id="{0929D3BF-E152-E360-0E5E-53588A967FA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525357" y="488126"/>
            <a:ext cx="914400" cy="914400"/>
          </a:xfrm>
          <a:prstGeom prst="rect">
            <a:avLst/>
          </a:prstGeom>
          <a:effectLst>
            <a:outerShdw blurRad="12700" dist="139700" dir="18900000" sy="23000" kx="-1200000" algn="bl" rotWithShape="0">
              <a:prstClr val="black">
                <a:alpha val="64000"/>
              </a:prstClr>
            </a:outerShdw>
          </a:effectLst>
        </p:spPr>
      </p:pic>
      <p:grpSp>
        <p:nvGrpSpPr>
          <p:cNvPr id="22" name="!!Film_Tabe_1">
            <a:extLst>
              <a:ext uri="{FF2B5EF4-FFF2-40B4-BE49-F238E27FC236}">
                <a16:creationId xmlns:a16="http://schemas.microsoft.com/office/drawing/2014/main" id="{17BC069B-1A8D-9A7C-7499-D88FBD974299}"/>
              </a:ext>
            </a:extLst>
          </p:cNvPr>
          <p:cNvGrpSpPr/>
          <p:nvPr/>
        </p:nvGrpSpPr>
        <p:grpSpPr>
          <a:xfrm rot="18000000">
            <a:off x="-14134583" y="4547761"/>
            <a:ext cx="21467809" cy="1961092"/>
            <a:chOff x="-5996785" y="2448454"/>
            <a:chExt cx="21467809" cy="1961092"/>
          </a:xfrm>
          <a:effectLst>
            <a:outerShdw blurRad="12700" dist="50800" dir="2700000" algn="tl" rotWithShape="0">
              <a:schemeClr val="tx1">
                <a:alpha val="40000"/>
              </a:schemeClr>
            </a:outerShdw>
          </a:effectLst>
        </p:grpSpPr>
        <p:grpSp>
          <p:nvGrpSpPr>
            <p:cNvPr id="23" name="Group 22">
              <a:extLst>
                <a:ext uri="{FF2B5EF4-FFF2-40B4-BE49-F238E27FC236}">
                  <a16:creationId xmlns:a16="http://schemas.microsoft.com/office/drawing/2014/main" id="{6FB06589-5153-46D1-1664-72E7D3781482}"/>
                </a:ext>
              </a:extLst>
            </p:cNvPr>
            <p:cNvGrpSpPr/>
            <p:nvPr/>
          </p:nvGrpSpPr>
          <p:grpSpPr>
            <a:xfrm>
              <a:off x="7372077" y="2448455"/>
              <a:ext cx="2738174" cy="1961091"/>
              <a:chOff x="4726913" y="2438401"/>
              <a:chExt cx="2738174" cy="1961091"/>
            </a:xfrm>
          </p:grpSpPr>
          <p:sp>
            <p:nvSpPr>
              <p:cNvPr id="52" name="Graphic 2" descr="Film strip outline">
                <a:extLst>
                  <a:ext uri="{FF2B5EF4-FFF2-40B4-BE49-F238E27FC236}">
                    <a16:creationId xmlns:a16="http://schemas.microsoft.com/office/drawing/2014/main" id="{7D47C8E1-A747-8637-1734-F7E4D6BD559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3" name="Straight Connector 52">
                <a:extLst>
                  <a:ext uri="{FF2B5EF4-FFF2-40B4-BE49-F238E27FC236}">
                    <a16:creationId xmlns:a16="http://schemas.microsoft.com/office/drawing/2014/main" id="{A5D14B8D-14F3-1546-6D00-007B05A91A6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B7E9F124-B425-EA26-B422-B0A108B8739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4" name="Group 23">
              <a:extLst>
                <a:ext uri="{FF2B5EF4-FFF2-40B4-BE49-F238E27FC236}">
                  <a16:creationId xmlns:a16="http://schemas.microsoft.com/office/drawing/2014/main" id="{173461AB-F3E8-505C-4205-EFF4611995A6}"/>
                </a:ext>
              </a:extLst>
            </p:cNvPr>
            <p:cNvGrpSpPr/>
            <p:nvPr/>
          </p:nvGrpSpPr>
          <p:grpSpPr>
            <a:xfrm>
              <a:off x="4702657" y="2448455"/>
              <a:ext cx="2738174" cy="1961091"/>
              <a:chOff x="4726913" y="2438401"/>
              <a:chExt cx="2738174" cy="1961091"/>
            </a:xfrm>
          </p:grpSpPr>
          <p:sp>
            <p:nvSpPr>
              <p:cNvPr id="49" name="Graphic 2" descr="Film strip outline">
                <a:extLst>
                  <a:ext uri="{FF2B5EF4-FFF2-40B4-BE49-F238E27FC236}">
                    <a16:creationId xmlns:a16="http://schemas.microsoft.com/office/drawing/2014/main" id="{920EAB50-5A8E-AB1C-F4DC-FD32342C077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0" name="Straight Connector 49">
                <a:extLst>
                  <a:ext uri="{FF2B5EF4-FFF2-40B4-BE49-F238E27FC236}">
                    <a16:creationId xmlns:a16="http://schemas.microsoft.com/office/drawing/2014/main" id="{AAD51537-E26A-D717-85E9-1ACB786623C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BB529922-F936-5BB1-09CB-008C8B4DCE9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5" name="Group 24">
              <a:extLst>
                <a:ext uri="{FF2B5EF4-FFF2-40B4-BE49-F238E27FC236}">
                  <a16:creationId xmlns:a16="http://schemas.microsoft.com/office/drawing/2014/main" id="{32788DAD-7A55-9874-6E33-075BE5B8A560}"/>
                </a:ext>
              </a:extLst>
            </p:cNvPr>
            <p:cNvGrpSpPr/>
            <p:nvPr/>
          </p:nvGrpSpPr>
          <p:grpSpPr>
            <a:xfrm>
              <a:off x="12732850" y="2448455"/>
              <a:ext cx="2738174" cy="1961091"/>
              <a:chOff x="4726913" y="2438401"/>
              <a:chExt cx="2738174" cy="1961091"/>
            </a:xfrm>
          </p:grpSpPr>
          <p:sp>
            <p:nvSpPr>
              <p:cNvPr id="46" name="Graphic 2" descr="Film strip outline">
                <a:extLst>
                  <a:ext uri="{FF2B5EF4-FFF2-40B4-BE49-F238E27FC236}">
                    <a16:creationId xmlns:a16="http://schemas.microsoft.com/office/drawing/2014/main" id="{929FC8F4-4D1B-3F71-902D-889AABDCE71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7" name="Straight Connector 46">
                <a:extLst>
                  <a:ext uri="{FF2B5EF4-FFF2-40B4-BE49-F238E27FC236}">
                    <a16:creationId xmlns:a16="http://schemas.microsoft.com/office/drawing/2014/main" id="{3E1695E7-F6BE-FFC1-F872-212AA6F7915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00CE468F-7D14-B4D1-6D01-B32B9B7319B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6" name="Group 25">
              <a:extLst>
                <a:ext uri="{FF2B5EF4-FFF2-40B4-BE49-F238E27FC236}">
                  <a16:creationId xmlns:a16="http://schemas.microsoft.com/office/drawing/2014/main" id="{5CA2CC60-0B61-F9C4-4B48-D7CFDDBD2987}"/>
                </a:ext>
              </a:extLst>
            </p:cNvPr>
            <p:cNvGrpSpPr/>
            <p:nvPr/>
          </p:nvGrpSpPr>
          <p:grpSpPr>
            <a:xfrm>
              <a:off x="10063430" y="2448455"/>
              <a:ext cx="2738174" cy="1961091"/>
              <a:chOff x="4726913" y="2438401"/>
              <a:chExt cx="2738174" cy="1961091"/>
            </a:xfrm>
          </p:grpSpPr>
          <p:sp>
            <p:nvSpPr>
              <p:cNvPr id="43" name="Graphic 2" descr="Film strip outline">
                <a:extLst>
                  <a:ext uri="{FF2B5EF4-FFF2-40B4-BE49-F238E27FC236}">
                    <a16:creationId xmlns:a16="http://schemas.microsoft.com/office/drawing/2014/main" id="{1FB1C038-41DE-DF3A-A58B-B4BAF450EF4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4" name="Straight Connector 43">
                <a:extLst>
                  <a:ext uri="{FF2B5EF4-FFF2-40B4-BE49-F238E27FC236}">
                    <a16:creationId xmlns:a16="http://schemas.microsoft.com/office/drawing/2014/main" id="{7CE67188-0C68-AB98-81B3-1BD2D0B666E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0D1FEE14-4080-23D7-8F47-189C5DD107C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7" name="Group 26">
              <a:extLst>
                <a:ext uri="{FF2B5EF4-FFF2-40B4-BE49-F238E27FC236}">
                  <a16:creationId xmlns:a16="http://schemas.microsoft.com/office/drawing/2014/main" id="{3A36A100-FE28-B976-50C5-85DC7FAE1CF5}"/>
                </a:ext>
              </a:extLst>
            </p:cNvPr>
            <p:cNvGrpSpPr/>
            <p:nvPr/>
          </p:nvGrpSpPr>
          <p:grpSpPr>
            <a:xfrm>
              <a:off x="-3327365" y="2448454"/>
              <a:ext cx="2738174" cy="1961091"/>
              <a:chOff x="4726913" y="2438401"/>
              <a:chExt cx="2738174" cy="1961091"/>
            </a:xfrm>
          </p:grpSpPr>
          <p:sp>
            <p:nvSpPr>
              <p:cNvPr id="40" name="Graphic 2" descr="Film strip outline">
                <a:extLst>
                  <a:ext uri="{FF2B5EF4-FFF2-40B4-BE49-F238E27FC236}">
                    <a16:creationId xmlns:a16="http://schemas.microsoft.com/office/drawing/2014/main" id="{3B7EA44F-D464-69F4-D9A9-E7B49CF7CE4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1" name="Straight Connector 40">
                <a:extLst>
                  <a:ext uri="{FF2B5EF4-FFF2-40B4-BE49-F238E27FC236}">
                    <a16:creationId xmlns:a16="http://schemas.microsoft.com/office/drawing/2014/main" id="{A1631491-03C2-C74C-A245-1F60C11E409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45A1446B-37E5-18CF-586D-5944537D4E0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8" name="Group 27">
              <a:extLst>
                <a:ext uri="{FF2B5EF4-FFF2-40B4-BE49-F238E27FC236}">
                  <a16:creationId xmlns:a16="http://schemas.microsoft.com/office/drawing/2014/main" id="{AEA6D6DA-6FA1-2A54-D84A-64D343B298D3}"/>
                </a:ext>
              </a:extLst>
            </p:cNvPr>
            <p:cNvGrpSpPr/>
            <p:nvPr/>
          </p:nvGrpSpPr>
          <p:grpSpPr>
            <a:xfrm>
              <a:off x="-5996785" y="2448454"/>
              <a:ext cx="2738174" cy="1961091"/>
              <a:chOff x="4726913" y="2438401"/>
              <a:chExt cx="2738174" cy="1961091"/>
            </a:xfrm>
          </p:grpSpPr>
          <p:sp>
            <p:nvSpPr>
              <p:cNvPr id="37" name="Graphic 2" descr="Film strip outline">
                <a:extLst>
                  <a:ext uri="{FF2B5EF4-FFF2-40B4-BE49-F238E27FC236}">
                    <a16:creationId xmlns:a16="http://schemas.microsoft.com/office/drawing/2014/main" id="{83ECDC41-A2C3-ADCC-1C82-B32543139DC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B97D4C22-DA19-72CB-19B7-93BD890A26A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C41BB31B-985D-F7B3-2202-1975460F002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9" name="Group 28">
              <a:extLst>
                <a:ext uri="{FF2B5EF4-FFF2-40B4-BE49-F238E27FC236}">
                  <a16:creationId xmlns:a16="http://schemas.microsoft.com/office/drawing/2014/main" id="{2846DC25-95DF-7EC1-336F-247BEB23DB0F}"/>
                </a:ext>
              </a:extLst>
            </p:cNvPr>
            <p:cNvGrpSpPr/>
            <p:nvPr/>
          </p:nvGrpSpPr>
          <p:grpSpPr>
            <a:xfrm>
              <a:off x="2033408" y="2448454"/>
              <a:ext cx="2738174" cy="1961091"/>
              <a:chOff x="4726913" y="2438401"/>
              <a:chExt cx="2738174" cy="1961091"/>
            </a:xfrm>
          </p:grpSpPr>
          <p:sp>
            <p:nvSpPr>
              <p:cNvPr id="34" name="Graphic 2" descr="Film strip outline">
                <a:extLst>
                  <a:ext uri="{FF2B5EF4-FFF2-40B4-BE49-F238E27FC236}">
                    <a16:creationId xmlns:a16="http://schemas.microsoft.com/office/drawing/2014/main" id="{B8923534-7469-926F-F085-58CBF2F6540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8A0FC20F-5E00-69E7-FE61-3F7C936E539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FB147CC1-396B-C23E-9297-5A62B12503D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0" name="Group 29">
              <a:extLst>
                <a:ext uri="{FF2B5EF4-FFF2-40B4-BE49-F238E27FC236}">
                  <a16:creationId xmlns:a16="http://schemas.microsoft.com/office/drawing/2014/main" id="{DE3AD2EE-FB4A-0E3C-7084-B3DE5623AFED}"/>
                </a:ext>
              </a:extLst>
            </p:cNvPr>
            <p:cNvGrpSpPr/>
            <p:nvPr/>
          </p:nvGrpSpPr>
          <p:grpSpPr>
            <a:xfrm>
              <a:off x="-636012" y="2448454"/>
              <a:ext cx="2738174" cy="1961091"/>
              <a:chOff x="4726913" y="2438401"/>
              <a:chExt cx="2738174" cy="1961091"/>
            </a:xfrm>
          </p:grpSpPr>
          <p:sp>
            <p:nvSpPr>
              <p:cNvPr id="31" name="Graphic 2" descr="Film strip outline">
                <a:extLst>
                  <a:ext uri="{FF2B5EF4-FFF2-40B4-BE49-F238E27FC236}">
                    <a16:creationId xmlns:a16="http://schemas.microsoft.com/office/drawing/2014/main" id="{4DEB2336-E296-A4E8-9C1F-F71C68D22A1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07B89497-8A19-2107-62EB-05D9C4FEEEF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1AF6C843-1A16-844F-B0CB-38DD18EF00E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55" name="!!Film_Tabe_2">
            <a:extLst>
              <a:ext uri="{FF2B5EF4-FFF2-40B4-BE49-F238E27FC236}">
                <a16:creationId xmlns:a16="http://schemas.microsoft.com/office/drawing/2014/main" id="{A3F05B12-7B73-8ABA-2424-F9871800BEF2}"/>
              </a:ext>
            </a:extLst>
          </p:cNvPr>
          <p:cNvGrpSpPr/>
          <p:nvPr/>
        </p:nvGrpSpPr>
        <p:grpSpPr>
          <a:xfrm rot="18000000">
            <a:off x="5059605" y="7092"/>
            <a:ext cx="21467809" cy="1961092"/>
            <a:chOff x="-5996785" y="2448454"/>
            <a:chExt cx="21467809" cy="1961092"/>
          </a:xfrm>
          <a:effectLst>
            <a:outerShdw blurRad="12700" dist="50800" dir="2700000" algn="tl" rotWithShape="0">
              <a:prstClr val="black">
                <a:alpha val="40000"/>
              </a:prstClr>
            </a:outerShdw>
          </a:effectLst>
        </p:grpSpPr>
        <p:grpSp>
          <p:nvGrpSpPr>
            <p:cNvPr id="56" name="Group 55">
              <a:extLst>
                <a:ext uri="{FF2B5EF4-FFF2-40B4-BE49-F238E27FC236}">
                  <a16:creationId xmlns:a16="http://schemas.microsoft.com/office/drawing/2014/main" id="{4B9BED30-19A1-CB12-F0E2-A741BD119E2B}"/>
                </a:ext>
              </a:extLst>
            </p:cNvPr>
            <p:cNvGrpSpPr/>
            <p:nvPr/>
          </p:nvGrpSpPr>
          <p:grpSpPr>
            <a:xfrm>
              <a:off x="7372077" y="2448455"/>
              <a:ext cx="2738174" cy="1961091"/>
              <a:chOff x="4726913" y="2438401"/>
              <a:chExt cx="2738174" cy="1961091"/>
            </a:xfrm>
          </p:grpSpPr>
          <p:sp>
            <p:nvSpPr>
              <p:cNvPr id="85" name="Graphic 2" descr="Film strip outline">
                <a:extLst>
                  <a:ext uri="{FF2B5EF4-FFF2-40B4-BE49-F238E27FC236}">
                    <a16:creationId xmlns:a16="http://schemas.microsoft.com/office/drawing/2014/main" id="{D58BBCA5-F8BB-74C7-7E5C-B0899F8C6FD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509888C5-0486-877A-A7AE-1B82F0521A3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3BA074BB-6ED6-C6D1-E71F-C1C7F78F5F2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7" name="Group 56">
              <a:extLst>
                <a:ext uri="{FF2B5EF4-FFF2-40B4-BE49-F238E27FC236}">
                  <a16:creationId xmlns:a16="http://schemas.microsoft.com/office/drawing/2014/main" id="{F4ED978A-2EAE-02C9-E025-E5B499385825}"/>
                </a:ext>
              </a:extLst>
            </p:cNvPr>
            <p:cNvGrpSpPr/>
            <p:nvPr/>
          </p:nvGrpSpPr>
          <p:grpSpPr>
            <a:xfrm>
              <a:off x="4702657" y="2448455"/>
              <a:ext cx="2738174" cy="1961091"/>
              <a:chOff x="4726913" y="2438401"/>
              <a:chExt cx="2738174" cy="1961091"/>
            </a:xfrm>
          </p:grpSpPr>
          <p:sp>
            <p:nvSpPr>
              <p:cNvPr id="82" name="Graphic 2" descr="Film strip outline">
                <a:extLst>
                  <a:ext uri="{FF2B5EF4-FFF2-40B4-BE49-F238E27FC236}">
                    <a16:creationId xmlns:a16="http://schemas.microsoft.com/office/drawing/2014/main" id="{08C2D2F0-6172-1E65-B4CB-6425C91F1F7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A42BF748-06E8-1DC3-34FA-18FC66CA77C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2A1A0110-9EE2-BDDF-2AE2-C557932A822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8" name="Group 57">
              <a:extLst>
                <a:ext uri="{FF2B5EF4-FFF2-40B4-BE49-F238E27FC236}">
                  <a16:creationId xmlns:a16="http://schemas.microsoft.com/office/drawing/2014/main" id="{B8D86B40-F656-ECF8-4DAA-E9FD905DD6D5}"/>
                </a:ext>
              </a:extLst>
            </p:cNvPr>
            <p:cNvGrpSpPr/>
            <p:nvPr/>
          </p:nvGrpSpPr>
          <p:grpSpPr>
            <a:xfrm>
              <a:off x="12732850" y="2448455"/>
              <a:ext cx="2738174" cy="1961091"/>
              <a:chOff x="4726913" y="2438401"/>
              <a:chExt cx="2738174" cy="1961091"/>
            </a:xfrm>
          </p:grpSpPr>
          <p:sp>
            <p:nvSpPr>
              <p:cNvPr id="79" name="Graphic 2" descr="Film strip outline">
                <a:extLst>
                  <a:ext uri="{FF2B5EF4-FFF2-40B4-BE49-F238E27FC236}">
                    <a16:creationId xmlns:a16="http://schemas.microsoft.com/office/drawing/2014/main" id="{9C783C89-D901-4414-54EF-99D573AD321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0" name="Straight Connector 79">
                <a:extLst>
                  <a:ext uri="{FF2B5EF4-FFF2-40B4-BE49-F238E27FC236}">
                    <a16:creationId xmlns:a16="http://schemas.microsoft.com/office/drawing/2014/main" id="{217AF67A-04EE-9278-7995-ACC428AD29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1" name="TextBox 80">
                <a:extLst>
                  <a:ext uri="{FF2B5EF4-FFF2-40B4-BE49-F238E27FC236}">
                    <a16:creationId xmlns:a16="http://schemas.microsoft.com/office/drawing/2014/main" id="{64BF502B-225F-F042-D6E3-5E5F135F804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9" name="Group 58">
              <a:extLst>
                <a:ext uri="{FF2B5EF4-FFF2-40B4-BE49-F238E27FC236}">
                  <a16:creationId xmlns:a16="http://schemas.microsoft.com/office/drawing/2014/main" id="{92D54E5C-A67C-7A4E-5A38-C70594048569}"/>
                </a:ext>
              </a:extLst>
            </p:cNvPr>
            <p:cNvGrpSpPr/>
            <p:nvPr/>
          </p:nvGrpSpPr>
          <p:grpSpPr>
            <a:xfrm>
              <a:off x="10063430" y="2448455"/>
              <a:ext cx="2738174" cy="1961091"/>
              <a:chOff x="4726913" y="2438401"/>
              <a:chExt cx="2738174" cy="1961091"/>
            </a:xfrm>
          </p:grpSpPr>
          <p:sp>
            <p:nvSpPr>
              <p:cNvPr id="76" name="Graphic 2" descr="Film strip outline">
                <a:extLst>
                  <a:ext uri="{FF2B5EF4-FFF2-40B4-BE49-F238E27FC236}">
                    <a16:creationId xmlns:a16="http://schemas.microsoft.com/office/drawing/2014/main" id="{F323D74B-4BAB-6AB3-0396-51AA50EA6A6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7" name="Straight Connector 76">
                <a:extLst>
                  <a:ext uri="{FF2B5EF4-FFF2-40B4-BE49-F238E27FC236}">
                    <a16:creationId xmlns:a16="http://schemas.microsoft.com/office/drawing/2014/main" id="{34BFD397-629B-38E3-EB4F-69938CA47C2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8" name="TextBox 77">
                <a:extLst>
                  <a:ext uri="{FF2B5EF4-FFF2-40B4-BE49-F238E27FC236}">
                    <a16:creationId xmlns:a16="http://schemas.microsoft.com/office/drawing/2014/main" id="{4FD27449-C3AB-DFF4-47CE-7BB83D9F4F3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0" name="Group 59">
              <a:extLst>
                <a:ext uri="{FF2B5EF4-FFF2-40B4-BE49-F238E27FC236}">
                  <a16:creationId xmlns:a16="http://schemas.microsoft.com/office/drawing/2014/main" id="{CACD5ABE-8628-BA8A-44FD-2860AB043B19}"/>
                </a:ext>
              </a:extLst>
            </p:cNvPr>
            <p:cNvGrpSpPr/>
            <p:nvPr/>
          </p:nvGrpSpPr>
          <p:grpSpPr>
            <a:xfrm>
              <a:off x="-3327365" y="2448454"/>
              <a:ext cx="2738174" cy="1961091"/>
              <a:chOff x="4726913" y="2438401"/>
              <a:chExt cx="2738174" cy="1961091"/>
            </a:xfrm>
          </p:grpSpPr>
          <p:sp>
            <p:nvSpPr>
              <p:cNvPr id="73" name="Graphic 2" descr="Film strip outline">
                <a:extLst>
                  <a:ext uri="{FF2B5EF4-FFF2-40B4-BE49-F238E27FC236}">
                    <a16:creationId xmlns:a16="http://schemas.microsoft.com/office/drawing/2014/main" id="{3A1A8D9F-331E-8EEA-75EB-FCB6BF20D24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4" name="Straight Connector 73">
                <a:extLst>
                  <a:ext uri="{FF2B5EF4-FFF2-40B4-BE49-F238E27FC236}">
                    <a16:creationId xmlns:a16="http://schemas.microsoft.com/office/drawing/2014/main" id="{ABE573EF-6A1A-965F-DBCA-E0315766626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5" name="TextBox 74">
                <a:extLst>
                  <a:ext uri="{FF2B5EF4-FFF2-40B4-BE49-F238E27FC236}">
                    <a16:creationId xmlns:a16="http://schemas.microsoft.com/office/drawing/2014/main" id="{14C9034A-99FE-2831-9C7B-136C192032B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1" name="Group 60">
              <a:extLst>
                <a:ext uri="{FF2B5EF4-FFF2-40B4-BE49-F238E27FC236}">
                  <a16:creationId xmlns:a16="http://schemas.microsoft.com/office/drawing/2014/main" id="{207A6FD0-3538-474D-BE70-96A49166E91B}"/>
                </a:ext>
              </a:extLst>
            </p:cNvPr>
            <p:cNvGrpSpPr/>
            <p:nvPr/>
          </p:nvGrpSpPr>
          <p:grpSpPr>
            <a:xfrm>
              <a:off x="-5996785" y="2448454"/>
              <a:ext cx="2738174" cy="1961091"/>
              <a:chOff x="4726913" y="2438401"/>
              <a:chExt cx="2738174" cy="1961091"/>
            </a:xfrm>
          </p:grpSpPr>
          <p:sp>
            <p:nvSpPr>
              <p:cNvPr id="70" name="Graphic 2" descr="Film strip outline">
                <a:extLst>
                  <a:ext uri="{FF2B5EF4-FFF2-40B4-BE49-F238E27FC236}">
                    <a16:creationId xmlns:a16="http://schemas.microsoft.com/office/drawing/2014/main" id="{9BDC5119-979A-2BFC-8EC7-0813E86A39E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1" name="Straight Connector 70">
                <a:extLst>
                  <a:ext uri="{FF2B5EF4-FFF2-40B4-BE49-F238E27FC236}">
                    <a16:creationId xmlns:a16="http://schemas.microsoft.com/office/drawing/2014/main" id="{E2977709-C936-A262-210D-FF74D80F14C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2" name="TextBox 71">
                <a:extLst>
                  <a:ext uri="{FF2B5EF4-FFF2-40B4-BE49-F238E27FC236}">
                    <a16:creationId xmlns:a16="http://schemas.microsoft.com/office/drawing/2014/main" id="{44AE3F55-5C6E-B93D-2655-4C700D2241C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2" name="Group 61">
              <a:extLst>
                <a:ext uri="{FF2B5EF4-FFF2-40B4-BE49-F238E27FC236}">
                  <a16:creationId xmlns:a16="http://schemas.microsoft.com/office/drawing/2014/main" id="{FDDAC7E3-610E-701C-0055-42EFB9B0CF15}"/>
                </a:ext>
              </a:extLst>
            </p:cNvPr>
            <p:cNvGrpSpPr/>
            <p:nvPr/>
          </p:nvGrpSpPr>
          <p:grpSpPr>
            <a:xfrm>
              <a:off x="2033408" y="2448454"/>
              <a:ext cx="2738174" cy="1961091"/>
              <a:chOff x="4726913" y="2438401"/>
              <a:chExt cx="2738174" cy="1961091"/>
            </a:xfrm>
          </p:grpSpPr>
          <p:sp>
            <p:nvSpPr>
              <p:cNvPr id="67" name="Graphic 2" descr="Film strip outline">
                <a:extLst>
                  <a:ext uri="{FF2B5EF4-FFF2-40B4-BE49-F238E27FC236}">
                    <a16:creationId xmlns:a16="http://schemas.microsoft.com/office/drawing/2014/main" id="{5B420D93-7592-750F-671A-36C6394F24F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8" name="Straight Connector 67">
                <a:extLst>
                  <a:ext uri="{FF2B5EF4-FFF2-40B4-BE49-F238E27FC236}">
                    <a16:creationId xmlns:a16="http://schemas.microsoft.com/office/drawing/2014/main" id="{7E10250F-070E-352C-58AE-F8DD295F31F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02D7E7E7-2D51-4556-A853-AAEFD7BC16C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3" name="Group 62">
              <a:extLst>
                <a:ext uri="{FF2B5EF4-FFF2-40B4-BE49-F238E27FC236}">
                  <a16:creationId xmlns:a16="http://schemas.microsoft.com/office/drawing/2014/main" id="{BD48EE52-4554-8BC4-48EC-D508211D8A86}"/>
                </a:ext>
              </a:extLst>
            </p:cNvPr>
            <p:cNvGrpSpPr/>
            <p:nvPr/>
          </p:nvGrpSpPr>
          <p:grpSpPr>
            <a:xfrm>
              <a:off x="-636012" y="2448454"/>
              <a:ext cx="2738174" cy="1961091"/>
              <a:chOff x="4726913" y="2438401"/>
              <a:chExt cx="2738174" cy="1961091"/>
            </a:xfrm>
          </p:grpSpPr>
          <p:sp>
            <p:nvSpPr>
              <p:cNvPr id="64" name="Graphic 2" descr="Film strip outline">
                <a:extLst>
                  <a:ext uri="{FF2B5EF4-FFF2-40B4-BE49-F238E27FC236}">
                    <a16:creationId xmlns:a16="http://schemas.microsoft.com/office/drawing/2014/main" id="{EDFE04BA-DA8E-2FFB-4545-43980061E7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5" name="Straight Connector 64">
                <a:extLst>
                  <a:ext uri="{FF2B5EF4-FFF2-40B4-BE49-F238E27FC236}">
                    <a16:creationId xmlns:a16="http://schemas.microsoft.com/office/drawing/2014/main" id="{E777C999-DCA7-BF76-43D4-F0E1925952C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4FC62C38-1DA0-FF34-E128-2CAC17C6774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88" name="Group 87">
            <a:extLst>
              <a:ext uri="{FF2B5EF4-FFF2-40B4-BE49-F238E27FC236}">
                <a16:creationId xmlns:a16="http://schemas.microsoft.com/office/drawing/2014/main" id="{4142FB26-7F81-DA34-AFF0-B8D8120136BA}"/>
              </a:ext>
            </a:extLst>
          </p:cNvPr>
          <p:cNvGrpSpPr/>
          <p:nvPr/>
        </p:nvGrpSpPr>
        <p:grpSpPr>
          <a:xfrm rot="7592703">
            <a:off x="-5151505" y="-585728"/>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9" name="Graphic 37" descr="Film strip outline">
              <a:extLst>
                <a:ext uri="{FF2B5EF4-FFF2-40B4-BE49-F238E27FC236}">
                  <a16:creationId xmlns:a16="http://schemas.microsoft.com/office/drawing/2014/main" id="{86FC1C7B-018B-27E5-B127-A95DC3C7276B}"/>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0" name="Graphic 37" descr="Film strip outline">
              <a:extLst>
                <a:ext uri="{FF2B5EF4-FFF2-40B4-BE49-F238E27FC236}">
                  <a16:creationId xmlns:a16="http://schemas.microsoft.com/office/drawing/2014/main" id="{078D3CF6-721B-5249-A565-FA938170A32C}"/>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1" name="Graphic 37" descr="Film strip outline">
              <a:extLst>
                <a:ext uri="{FF2B5EF4-FFF2-40B4-BE49-F238E27FC236}">
                  <a16:creationId xmlns:a16="http://schemas.microsoft.com/office/drawing/2014/main" id="{F5001434-4995-7A84-3BCF-871ED213161C}"/>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92" name="Graphic 37" descr="Film strip outline">
              <a:extLst>
                <a:ext uri="{FF2B5EF4-FFF2-40B4-BE49-F238E27FC236}">
                  <a16:creationId xmlns:a16="http://schemas.microsoft.com/office/drawing/2014/main" id="{04F40E6A-32E8-DDD3-C8D0-9B707DA73824}"/>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9" name="TextBox 8">
            <a:extLst>
              <a:ext uri="{FF2B5EF4-FFF2-40B4-BE49-F238E27FC236}">
                <a16:creationId xmlns:a16="http://schemas.microsoft.com/office/drawing/2014/main" id="{52FE997C-B70B-D3D2-F708-DB4D586EDD07}"/>
              </a:ext>
            </a:extLst>
          </p:cNvPr>
          <p:cNvSpPr txBox="1"/>
          <p:nvPr/>
        </p:nvSpPr>
        <p:spPr>
          <a:xfrm>
            <a:off x="1752980" y="1138996"/>
            <a:ext cx="5850803" cy="5308633"/>
          </a:xfrm>
          <a:prstGeom prst="rect">
            <a:avLst/>
          </a:prstGeom>
          <a:noFill/>
        </p:spPr>
        <p:txBody>
          <a:bodyPr wrap="square" rtlCol="0">
            <a:spAutoFit/>
          </a:bodyPr>
          <a:lstStyle/>
          <a:p>
            <a:pPr marL="342900" lvl="0" indent="-34290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Introduction</a:t>
            </a: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 </a:t>
            </a:r>
          </a:p>
          <a:p>
            <a:pPr lvl="0">
              <a:lnSpc>
                <a:spcPct val="150000"/>
              </a:lnSpc>
              <a:spcBef>
                <a:spcPts val="1000"/>
              </a:spcBef>
              <a:buFont typeface="Wingdings" panose="05000000000000000000" pitchFamily="2" charset="2"/>
              <a:buChar char="v"/>
              <a:defRPr/>
            </a:pPr>
            <a:r>
              <a:rPr 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Planning</a:t>
            </a:r>
            <a:endPar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Related Works</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Project Analysis and Design</a:t>
            </a: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System Implementation</a:t>
            </a:r>
            <a:endParaRPr lang="ar-EG" altLang="en-US" sz="2800" dirty="0">
              <a:solidFill>
                <a:schemeClr val="tx1">
                  <a:lumMod val="65000"/>
                  <a:lumOff val="35000"/>
                </a:schemeClr>
              </a:solidFill>
              <a:latin typeface="Times New Roman" panose="02020603050405020304" pitchFamily="18" charset="0"/>
              <a:cs typeface="Times New Roman" panose="02020603050405020304" pitchFamily="18" charset="0"/>
            </a:endParaRPr>
          </a:p>
          <a:p>
            <a:pPr lvl="0">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Training and Testing</a:t>
            </a:r>
          </a:p>
          <a:p>
            <a:pPr>
              <a:lnSpc>
                <a:spcPct val="150000"/>
              </a:lnSpc>
              <a:spcBef>
                <a:spcPts val="1000"/>
              </a:spcBef>
              <a:buFont typeface="Wingdings" panose="05000000000000000000" pitchFamily="2" charset="2"/>
              <a:buChar char="v"/>
              <a:defRPr/>
            </a:pPr>
            <a:r>
              <a:rPr lang="en-US" altLang="en-US" sz="2800" dirty="0">
                <a:solidFill>
                  <a:schemeClr val="tx1">
                    <a:lumMod val="65000"/>
                    <a:lumOff val="35000"/>
                  </a:schemeClr>
                </a:solidFill>
                <a:latin typeface="Times New Roman" panose="02020603050405020304" pitchFamily="18" charset="0"/>
                <a:cs typeface="Times New Roman" panose="02020603050405020304" pitchFamily="18" charset="0"/>
              </a:rPr>
              <a:t>Conclusion and Future works</a:t>
            </a:r>
          </a:p>
        </p:txBody>
      </p:sp>
      <p:sp>
        <p:nvSpPr>
          <p:cNvPr id="10" name="Freeform: Shape 9">
            <a:extLst>
              <a:ext uri="{FF2B5EF4-FFF2-40B4-BE49-F238E27FC236}">
                <a16:creationId xmlns:a16="http://schemas.microsoft.com/office/drawing/2014/main" id="{F44F132A-A2CF-D2FD-1E27-6E0844331290}"/>
              </a:ext>
            </a:extLst>
          </p:cNvPr>
          <p:cNvSpPr/>
          <p:nvPr/>
        </p:nvSpPr>
        <p:spPr>
          <a:xfrm>
            <a:off x="6749313"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12" name="Rectangle 11">
            <a:extLst>
              <a:ext uri="{FF2B5EF4-FFF2-40B4-BE49-F238E27FC236}">
                <a16:creationId xmlns:a16="http://schemas.microsoft.com/office/drawing/2014/main" id="{FE44BCE7-0709-E436-DBED-D5449384C3B5}"/>
              </a:ext>
            </a:extLst>
          </p:cNvPr>
          <p:cNvSpPr/>
          <p:nvPr/>
        </p:nvSpPr>
        <p:spPr>
          <a:xfrm>
            <a:off x="8425854"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3" name="Rectangle 12">
            <a:extLst>
              <a:ext uri="{FF2B5EF4-FFF2-40B4-BE49-F238E27FC236}">
                <a16:creationId xmlns:a16="http://schemas.microsoft.com/office/drawing/2014/main" id="{751E5CC8-93EF-5D78-6159-0498EB74F30D}"/>
              </a:ext>
            </a:extLst>
          </p:cNvPr>
          <p:cNvSpPr>
            <a:spLocks/>
          </p:cNvSpPr>
          <p:nvPr/>
        </p:nvSpPr>
        <p:spPr>
          <a:xfrm>
            <a:off x="8425854"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6" name="Rectangle 15">
            <a:extLst>
              <a:ext uri="{FF2B5EF4-FFF2-40B4-BE49-F238E27FC236}">
                <a16:creationId xmlns:a16="http://schemas.microsoft.com/office/drawing/2014/main" id="{68EC71B6-CCB5-44E5-B62A-7C54A8EC4C25}"/>
              </a:ext>
            </a:extLst>
          </p:cNvPr>
          <p:cNvSpPr>
            <a:spLocks/>
          </p:cNvSpPr>
          <p:nvPr/>
        </p:nvSpPr>
        <p:spPr>
          <a:xfrm>
            <a:off x="8425854"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7" name="Rectangle 16">
            <a:extLst>
              <a:ext uri="{FF2B5EF4-FFF2-40B4-BE49-F238E27FC236}">
                <a16:creationId xmlns:a16="http://schemas.microsoft.com/office/drawing/2014/main" id="{DDAF554D-CA16-8054-D74F-5524B226022C}"/>
              </a:ext>
            </a:extLst>
          </p:cNvPr>
          <p:cNvSpPr>
            <a:spLocks/>
          </p:cNvSpPr>
          <p:nvPr/>
        </p:nvSpPr>
        <p:spPr>
          <a:xfrm>
            <a:off x="8425854"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8" name="Rectangle 17">
            <a:extLst>
              <a:ext uri="{FF2B5EF4-FFF2-40B4-BE49-F238E27FC236}">
                <a16:creationId xmlns:a16="http://schemas.microsoft.com/office/drawing/2014/main" id="{44464278-7B36-4876-0F24-9EE8FA5628C5}"/>
              </a:ext>
            </a:extLst>
          </p:cNvPr>
          <p:cNvSpPr>
            <a:spLocks/>
          </p:cNvSpPr>
          <p:nvPr/>
        </p:nvSpPr>
        <p:spPr>
          <a:xfrm>
            <a:off x="8425854"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19" name="Rectangle 18">
            <a:extLst>
              <a:ext uri="{FF2B5EF4-FFF2-40B4-BE49-F238E27FC236}">
                <a16:creationId xmlns:a16="http://schemas.microsoft.com/office/drawing/2014/main" id="{16B160AA-57A7-44A7-0D46-423C06DBDD85}"/>
              </a:ext>
            </a:extLst>
          </p:cNvPr>
          <p:cNvSpPr>
            <a:spLocks/>
          </p:cNvSpPr>
          <p:nvPr/>
        </p:nvSpPr>
        <p:spPr>
          <a:xfrm>
            <a:off x="8425854"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21" name="Rectangle 20">
            <a:extLst>
              <a:ext uri="{FF2B5EF4-FFF2-40B4-BE49-F238E27FC236}">
                <a16:creationId xmlns:a16="http://schemas.microsoft.com/office/drawing/2014/main" id="{35D60322-D428-88D9-097B-592454C91510}"/>
              </a:ext>
            </a:extLst>
          </p:cNvPr>
          <p:cNvSpPr/>
          <p:nvPr/>
        </p:nvSpPr>
        <p:spPr>
          <a:xfrm>
            <a:off x="7513581" y="5327846"/>
            <a:ext cx="495300" cy="495300"/>
          </a:xfrm>
          <a:prstGeom prst="rect">
            <a:avLst/>
          </a:prstGeom>
          <a:noFill/>
          <a:ln>
            <a:solidFill>
              <a:schemeClr val="bg2">
                <a:lumMod val="9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93" name="Freeform: Shape 92">
            <a:extLst>
              <a:ext uri="{FF2B5EF4-FFF2-40B4-BE49-F238E27FC236}">
                <a16:creationId xmlns:a16="http://schemas.microsoft.com/office/drawing/2014/main" id="{FFFD5088-F50F-839E-FB47-55BDC6547669}"/>
              </a:ext>
            </a:extLst>
          </p:cNvPr>
          <p:cNvSpPr/>
          <p:nvPr/>
        </p:nvSpPr>
        <p:spPr>
          <a:xfrm>
            <a:off x="7446465"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4" name="Freeform: Shape 93">
            <a:extLst>
              <a:ext uri="{FF2B5EF4-FFF2-40B4-BE49-F238E27FC236}">
                <a16:creationId xmlns:a16="http://schemas.microsoft.com/office/drawing/2014/main" id="{817D5E2F-4C60-6A39-266E-A6E1E5B82CD9}"/>
              </a:ext>
            </a:extLst>
          </p:cNvPr>
          <p:cNvSpPr/>
          <p:nvPr/>
        </p:nvSpPr>
        <p:spPr>
          <a:xfrm>
            <a:off x="7446465"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5" name="Freeform: Shape 94">
            <a:extLst>
              <a:ext uri="{FF2B5EF4-FFF2-40B4-BE49-F238E27FC236}">
                <a16:creationId xmlns:a16="http://schemas.microsoft.com/office/drawing/2014/main" id="{908B773E-BCEE-E25F-2DB3-6904369D8924}"/>
              </a:ext>
            </a:extLst>
          </p:cNvPr>
          <p:cNvSpPr/>
          <p:nvPr/>
        </p:nvSpPr>
        <p:spPr>
          <a:xfrm>
            <a:off x="7446465"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6" name="Freeform: Shape 95">
            <a:extLst>
              <a:ext uri="{FF2B5EF4-FFF2-40B4-BE49-F238E27FC236}">
                <a16:creationId xmlns:a16="http://schemas.microsoft.com/office/drawing/2014/main" id="{F8546711-B19C-8010-B2F0-8E579D3EFA6B}"/>
              </a:ext>
            </a:extLst>
          </p:cNvPr>
          <p:cNvSpPr/>
          <p:nvPr/>
        </p:nvSpPr>
        <p:spPr>
          <a:xfrm>
            <a:off x="7446465"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7" name="Freeform: Shape 96">
            <a:extLst>
              <a:ext uri="{FF2B5EF4-FFF2-40B4-BE49-F238E27FC236}">
                <a16:creationId xmlns:a16="http://schemas.microsoft.com/office/drawing/2014/main" id="{FB0AC45D-E5DD-3574-B146-54A278A3AF93}"/>
              </a:ext>
            </a:extLst>
          </p:cNvPr>
          <p:cNvSpPr/>
          <p:nvPr/>
        </p:nvSpPr>
        <p:spPr>
          <a:xfrm>
            <a:off x="7446465"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8" name="Freeform: Shape 97">
            <a:extLst>
              <a:ext uri="{FF2B5EF4-FFF2-40B4-BE49-F238E27FC236}">
                <a16:creationId xmlns:a16="http://schemas.microsoft.com/office/drawing/2014/main" id="{BA6A7FB8-7866-DD47-7D33-D5F0028A70AA}"/>
              </a:ext>
            </a:extLst>
          </p:cNvPr>
          <p:cNvSpPr/>
          <p:nvPr/>
        </p:nvSpPr>
        <p:spPr>
          <a:xfrm>
            <a:off x="7446465"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9" name="Freeform: Shape 98">
            <a:extLst>
              <a:ext uri="{FF2B5EF4-FFF2-40B4-BE49-F238E27FC236}">
                <a16:creationId xmlns:a16="http://schemas.microsoft.com/office/drawing/2014/main" id="{622CB257-D487-4B0A-F519-F21F7F422DC7}"/>
              </a:ext>
            </a:extLst>
          </p:cNvPr>
          <p:cNvSpPr/>
          <p:nvPr/>
        </p:nvSpPr>
        <p:spPr>
          <a:xfrm>
            <a:off x="7446465" y="5185931"/>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100" name="Rectangle 99">
            <a:extLst>
              <a:ext uri="{FF2B5EF4-FFF2-40B4-BE49-F238E27FC236}">
                <a16:creationId xmlns:a16="http://schemas.microsoft.com/office/drawing/2014/main" id="{BFF84113-4F65-0AEA-161D-DBC142B11AEF}"/>
              </a:ext>
            </a:extLst>
          </p:cNvPr>
          <p:cNvSpPr>
            <a:spLocks/>
          </p:cNvSpPr>
          <p:nvPr/>
        </p:nvSpPr>
        <p:spPr>
          <a:xfrm>
            <a:off x="8425854"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960894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Effect transition="in" filter="wipe(left)">
                                      <p:cBhvr>
                                        <p:cTn id="7" dur="500"/>
                                        <p:tgtEl>
                                          <p:spTgt spid="9">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wipe(left)">
                                      <p:cBhvr>
                                        <p:cTn id="10" dur="500"/>
                                        <p:tgtEl>
                                          <p:spTgt spid="9">
                                            <p:txEl>
                                              <p:pRg st="1" end="1"/>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9">
                                            <p:txEl>
                                              <p:pRg st="2" end="2"/>
                                            </p:txEl>
                                          </p:spTgt>
                                        </p:tgtEl>
                                        <p:attrNameLst>
                                          <p:attrName>style.visibility</p:attrName>
                                        </p:attrNameLst>
                                      </p:cBhvr>
                                      <p:to>
                                        <p:strVal val="visible"/>
                                      </p:to>
                                    </p:set>
                                    <p:animEffect transition="in" filter="wipe(left)">
                                      <p:cBhvr>
                                        <p:cTn id="13" dur="500"/>
                                        <p:tgtEl>
                                          <p:spTgt spid="9">
                                            <p:txEl>
                                              <p:pRg st="2" end="2"/>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9">
                                            <p:txEl>
                                              <p:pRg st="3" end="3"/>
                                            </p:txEl>
                                          </p:spTgt>
                                        </p:tgtEl>
                                        <p:attrNameLst>
                                          <p:attrName>style.visibility</p:attrName>
                                        </p:attrNameLst>
                                      </p:cBhvr>
                                      <p:to>
                                        <p:strVal val="visible"/>
                                      </p:to>
                                    </p:set>
                                    <p:animEffect transition="in" filter="wipe(left)">
                                      <p:cBhvr>
                                        <p:cTn id="16" dur="500"/>
                                        <p:tgtEl>
                                          <p:spTgt spid="9">
                                            <p:txEl>
                                              <p:pRg st="3" end="3"/>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Effect transition="in" filter="wipe(left)">
                                      <p:cBhvr>
                                        <p:cTn id="19" dur="500"/>
                                        <p:tgtEl>
                                          <p:spTgt spid="9">
                                            <p:txEl>
                                              <p:pRg st="4" end="4"/>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9">
                                            <p:txEl>
                                              <p:pRg st="5" end="5"/>
                                            </p:txEl>
                                          </p:spTgt>
                                        </p:tgtEl>
                                        <p:attrNameLst>
                                          <p:attrName>style.visibility</p:attrName>
                                        </p:attrNameLst>
                                      </p:cBhvr>
                                      <p:to>
                                        <p:strVal val="visible"/>
                                      </p:to>
                                    </p:set>
                                    <p:animEffect transition="in" filter="wipe(left)">
                                      <p:cBhvr>
                                        <p:cTn id="22" dur="500"/>
                                        <p:tgtEl>
                                          <p:spTgt spid="9">
                                            <p:txEl>
                                              <p:pRg st="5" end="5"/>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9">
                                            <p:txEl>
                                              <p:pRg st="6" end="6"/>
                                            </p:txEl>
                                          </p:spTgt>
                                        </p:tgtEl>
                                        <p:attrNameLst>
                                          <p:attrName>style.visibility</p:attrName>
                                        </p:attrNameLst>
                                      </p:cBhvr>
                                      <p:to>
                                        <p:strVal val="visible"/>
                                      </p:to>
                                    </p:set>
                                    <p:animEffect transition="in" filter="wipe(left)">
                                      <p:cBhvr>
                                        <p:cTn id="25" dur="500"/>
                                        <p:tgtEl>
                                          <p:spTgt spid="9">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nodeType="clickEffect">
                                  <p:stCondLst>
                                    <p:cond delay="0"/>
                                  </p:stCondLst>
                                  <p:childTnLst>
                                    <p:animRot by="120000">
                                      <p:cBhvr>
                                        <p:cTn id="29" dur="50" fill="hold">
                                          <p:stCondLst>
                                            <p:cond delay="0"/>
                                          </p:stCondLst>
                                        </p:cTn>
                                        <p:tgtEl>
                                          <p:spTgt spid="9">
                                            <p:txEl>
                                              <p:pRg st="6" end="6"/>
                                            </p:txEl>
                                          </p:spTgt>
                                        </p:tgtEl>
                                        <p:attrNameLst>
                                          <p:attrName>r</p:attrName>
                                        </p:attrNameLst>
                                      </p:cBhvr>
                                    </p:animRot>
                                    <p:animRot by="-240000">
                                      <p:cBhvr>
                                        <p:cTn id="30" dur="100" fill="hold">
                                          <p:stCondLst>
                                            <p:cond delay="100"/>
                                          </p:stCondLst>
                                        </p:cTn>
                                        <p:tgtEl>
                                          <p:spTgt spid="9">
                                            <p:txEl>
                                              <p:pRg st="6" end="6"/>
                                            </p:txEl>
                                          </p:spTgt>
                                        </p:tgtEl>
                                        <p:attrNameLst>
                                          <p:attrName>r</p:attrName>
                                        </p:attrNameLst>
                                      </p:cBhvr>
                                    </p:animRot>
                                    <p:animRot by="240000">
                                      <p:cBhvr>
                                        <p:cTn id="31" dur="100" fill="hold">
                                          <p:stCondLst>
                                            <p:cond delay="200"/>
                                          </p:stCondLst>
                                        </p:cTn>
                                        <p:tgtEl>
                                          <p:spTgt spid="9">
                                            <p:txEl>
                                              <p:pRg st="6" end="6"/>
                                            </p:txEl>
                                          </p:spTgt>
                                        </p:tgtEl>
                                        <p:attrNameLst>
                                          <p:attrName>r</p:attrName>
                                        </p:attrNameLst>
                                      </p:cBhvr>
                                    </p:animRot>
                                    <p:animRot by="-240000">
                                      <p:cBhvr>
                                        <p:cTn id="32" dur="100" fill="hold">
                                          <p:stCondLst>
                                            <p:cond delay="300"/>
                                          </p:stCondLst>
                                        </p:cTn>
                                        <p:tgtEl>
                                          <p:spTgt spid="9">
                                            <p:txEl>
                                              <p:pRg st="6" end="6"/>
                                            </p:txEl>
                                          </p:spTgt>
                                        </p:tgtEl>
                                        <p:attrNameLst>
                                          <p:attrName>r</p:attrName>
                                        </p:attrNameLst>
                                      </p:cBhvr>
                                    </p:animRot>
                                    <p:animRot by="120000">
                                      <p:cBhvr>
                                        <p:cTn id="33" dur="100" fill="hold">
                                          <p:stCondLst>
                                            <p:cond delay="400"/>
                                          </p:stCondLst>
                                        </p:cTn>
                                        <p:tgtEl>
                                          <p:spTgt spid="9">
                                            <p:txEl>
                                              <p:pRg st="6" end="6"/>
                                            </p:txEl>
                                          </p:spTgt>
                                        </p:tgtEl>
                                        <p:attrNameLst>
                                          <p:attrName>r</p:attrName>
                                        </p:attrNameLst>
                                      </p:cBhvr>
                                    </p:animRot>
                                  </p:childTnLst>
                                </p:cTn>
                              </p:par>
                              <p:par>
                                <p:cTn id="34" presetID="3" presetClass="emph" presetSubtype="2" fill="hold" nodeType="withEffect">
                                  <p:stCondLst>
                                    <p:cond delay="0"/>
                                  </p:stCondLst>
                                  <p:childTnLst>
                                    <p:animClr clrSpc="rgb" dir="cw">
                                      <p:cBhvr override="childStyle">
                                        <p:cTn id="35" dur="500" fill="hold"/>
                                        <p:tgtEl>
                                          <p:spTgt spid="9">
                                            <p:txEl>
                                              <p:pRg st="6" end="6"/>
                                            </p:txEl>
                                          </p:spTgt>
                                        </p:tgtEl>
                                        <p:attrNameLst>
                                          <p:attrName>style.color</p:attrName>
                                        </p:attrNameLst>
                                      </p:cBhvr>
                                      <p:to>
                                        <a:srgbClr val="000000"/>
                                      </p:to>
                                    </p:animClr>
                                  </p:childTnLst>
                                </p:cTn>
                              </p:par>
                              <p:par>
                                <p:cTn id="36" presetID="15" presetClass="emph" presetSubtype="0" nodeType="withEffect">
                                  <p:stCondLst>
                                    <p:cond delay="0"/>
                                  </p:stCondLst>
                                  <p:childTnLst>
                                    <p:set>
                                      <p:cBhvr override="childStyle">
                                        <p:cTn id="37" dur="indefinite"/>
                                        <p:tgtEl>
                                          <p:spTgt spid="9">
                                            <p:txEl>
                                              <p:pRg st="6" end="6"/>
                                            </p:txEl>
                                          </p:spTgt>
                                        </p:tgtEl>
                                        <p:attrNameLst>
                                          <p:attrName>style.fontWeight</p:attrName>
                                        </p:attrNameLst>
                                      </p:cBhvr>
                                      <p:to>
                                        <p:strVal val="bold"/>
                                      </p:to>
                                    </p:set>
                                  </p:childTnLst>
                                </p:cTn>
                              </p:par>
                              <p:par>
                                <p:cTn id="38" presetID="10" presetClass="entr" presetSubtype="0" fill="hold" grpId="0" nodeType="withEffect">
                                  <p:stCondLst>
                                    <p:cond delay="0"/>
                                  </p:stCondLst>
                                  <p:childTnLst>
                                    <p:set>
                                      <p:cBhvr>
                                        <p:cTn id="39" dur="1" fill="hold">
                                          <p:stCondLst>
                                            <p:cond delay="0"/>
                                          </p:stCondLst>
                                        </p:cTn>
                                        <p:tgtEl>
                                          <p:spTgt spid="99"/>
                                        </p:tgtEl>
                                        <p:attrNameLst>
                                          <p:attrName>style.visibility</p:attrName>
                                        </p:attrNameLst>
                                      </p:cBhvr>
                                      <p:to>
                                        <p:strVal val="visible"/>
                                      </p:to>
                                    </p:set>
                                    <p:animEffect transition="in" filter="fade">
                                      <p:cBhvr>
                                        <p:cTn id="40" dur="500"/>
                                        <p:tgtEl>
                                          <p:spTgt spid="99"/>
                                        </p:tgtEl>
                                      </p:cBhvr>
                                    </p:animEffect>
                                  </p:childTnLst>
                                </p:cTn>
                              </p:par>
                              <p:par>
                                <p:cTn id="41" presetID="10" presetClass="exit" presetSubtype="0" fill="hold" grpId="0" nodeType="withEffect">
                                  <p:stCondLst>
                                    <p:cond delay="0"/>
                                  </p:stCondLst>
                                  <p:childTnLst>
                                    <p:animEffect transition="out" filter="fade">
                                      <p:cBhvr>
                                        <p:cTn id="42" dur="500"/>
                                        <p:tgtEl>
                                          <p:spTgt spid="21"/>
                                        </p:tgtEl>
                                      </p:cBhvr>
                                    </p:animEffect>
                                    <p:set>
                                      <p:cBhvr>
                                        <p:cTn id="43"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p:bldP spid="21" grpId="0" animBg="1"/>
      <p:bldP spid="9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CAB31D-B4BB-B432-044C-072FFBF8E30D}"/>
            </a:ext>
          </a:extLst>
        </p:cNvPr>
        <p:cNvGrpSpPr/>
        <p:nvPr/>
      </p:nvGrpSpPr>
      <p:grpSpPr>
        <a:xfrm>
          <a:off x="0" y="0"/>
          <a:ext cx="0" cy="0"/>
          <a:chOff x="0" y="0"/>
          <a:chExt cx="0" cy="0"/>
        </a:xfrm>
      </p:grpSpPr>
      <p:sp>
        <p:nvSpPr>
          <p:cNvPr id="2" name="Title">
            <a:extLst>
              <a:ext uri="{FF2B5EF4-FFF2-40B4-BE49-F238E27FC236}">
                <a16:creationId xmlns:a16="http://schemas.microsoft.com/office/drawing/2014/main" id="{A8779161-FD6D-46CC-942D-E519EC48C4A5}"/>
              </a:ext>
            </a:extLst>
          </p:cNvPr>
          <p:cNvSpPr txBox="1">
            <a:spLocks/>
          </p:cNvSpPr>
          <p:nvPr/>
        </p:nvSpPr>
        <p:spPr>
          <a:xfrm>
            <a:off x="2017665" y="318147"/>
            <a:ext cx="2725785"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Conclusion</a:t>
            </a:r>
          </a:p>
        </p:txBody>
      </p:sp>
      <p:grpSp>
        <p:nvGrpSpPr>
          <p:cNvPr id="3" name="!!Film_Tabe_2">
            <a:extLst>
              <a:ext uri="{FF2B5EF4-FFF2-40B4-BE49-F238E27FC236}">
                <a16:creationId xmlns:a16="http://schemas.microsoft.com/office/drawing/2014/main" id="{7579EE0F-B256-F59A-5716-83D451F35718}"/>
              </a:ext>
            </a:extLst>
          </p:cNvPr>
          <p:cNvGrpSpPr/>
          <p:nvPr/>
        </p:nvGrpSpPr>
        <p:grpSpPr>
          <a:xfrm rot="18000000">
            <a:off x="5059605" y="7092"/>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9DB9E947-31D3-8318-CF2A-2B1E257A0343}"/>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1881669F-9B3D-4D47-C0A4-7267035746F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3EFE1F65-289E-1423-6CA3-F15DCB451FE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8CDFE17D-C5E3-813D-60D7-9396D1960BB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3B27D288-799A-B4A1-BB5C-F53C0C1DB3A8}"/>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9CC04DE9-0727-99DE-CC5D-03552BEDF55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DDE1569F-109B-5DAD-B1A3-87E6BC41586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FE72CB78-EEB7-BABA-669C-E0239314FDD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CAFE88A5-0496-F856-D7DA-38A924F5C360}"/>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70E10145-FFAE-6A53-0BDD-93DE2297E70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F1ECB2FA-6136-1F84-0381-18E325D6A91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AC4BA3C7-D004-88D0-8289-1716114B627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CA022B49-A784-2D43-67EE-D8457C281389}"/>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47FBB4F7-D68D-55F1-0C63-134605AC0C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31D0EB8D-5730-C52F-163F-EC9754FA642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63541F7F-F789-39BA-3EF0-E1DB47DFD85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783B3401-CAE6-0C60-ACA5-72157871867A}"/>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4C2E8165-075E-D734-415A-2D162B7A0DE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5F831E41-40EE-E5A1-7C89-2852CEDA4E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4B8E9263-DDE1-B288-706C-C07C2FF4D45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822C6002-DD50-8E36-7327-61534384ADD2}"/>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8C4696A1-C0DE-93F9-EE48-800F1E22075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F3DF27F1-C3E9-84CA-442C-8BA895052BF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9BDE7B2F-37D4-F0AF-4FC2-E3B782C6967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AFADEB86-DB8A-D24E-813B-A50C4D838360}"/>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F3E4E900-ABD6-6946-3B54-0ED71F53007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EF4308D3-3EC5-2670-3253-FA537FD4A42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7FFCCD83-25B6-E39F-9BAF-A0B52A2F84C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FB0F1591-AC2C-774F-9E7E-3F5676CC6B05}"/>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CD25B258-8405-1D68-B617-44DCA87551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87EDF04A-E141-CFC1-4E8E-E43E58961EE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F9A96F37-6CAD-1550-774F-A7ABBB4F8E4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EE3C5271-060D-E497-336B-FCFD9E82716F}"/>
              </a:ext>
            </a:extLst>
          </p:cNvPr>
          <p:cNvGrpSpPr/>
          <p:nvPr/>
        </p:nvGrpSpPr>
        <p:grpSpPr>
          <a:xfrm rot="18000000">
            <a:off x="-14134583" y="4547761"/>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2DE32B89-2285-2D49-4F3B-353A58D4393E}"/>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FC161E5D-3C06-B378-2FF5-04644B53BA8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4EF3D24D-0509-15A4-593C-715FACC97F4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AC8BAD49-0168-2563-1176-B62AEB6289D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35A80D89-06DD-EA4E-3ECB-6621DFD5BF4A}"/>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528BD7AB-0E20-A039-F735-A94857CCE3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255A59ED-044F-FBBA-A44F-97EFCEE2633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81179C89-5BF2-C766-4AF2-3ACE1A3D4D5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783B5E4B-F28C-0A71-AB3A-55D376875897}"/>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61C19ECE-45CE-8AA7-DA01-297A438FAA4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CE357887-CACD-42E0-20AD-6BFEA5D965E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45B487A3-7B61-A9A8-C637-4C6262C7FC8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8B8B655D-05E2-8557-9B35-662C5FA65846}"/>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0BB05CA9-EF02-7C3B-6C31-B5C5AA0828D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38D71A1B-B5BD-7A7C-E1E5-E3A5C9D61F2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60FFB3A3-10B2-82C0-D4F9-F0AC887DF61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80A829C6-EB66-0B16-6F75-229CADCC0206}"/>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73E1027B-5F07-D9F2-1853-280F09F6FB4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6B6F42E1-3C9C-31A0-0171-A7049C9F61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7659D657-EE2A-55D6-4033-41545A0A1EB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B360EBD8-1E3C-B9EB-6A32-F114FE22FB3C}"/>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ADDF19F2-AA7C-9B3E-B2F5-C226011CE20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73A99541-706A-C008-25DB-1C77F18B0F7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08032018-AD0B-427D-A25E-C23AA10C6E3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D5AFAAEB-9CE3-BF0A-BC3B-15477480E04F}"/>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90FD5803-9CC9-03DC-12FB-A9C2AAC8FDB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3A97B063-A000-DEBD-5E5A-D1D9D346F6C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AAC2D5CD-7ACD-7ADA-6167-37D8D54FB23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A2AE1737-8738-8A29-EDD9-146F466CC6B3}"/>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A809AE28-7EFA-A17D-AF41-13896D6AC12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A15A18EF-0C11-DE06-2261-4D0090BCB9F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72DE0099-049A-A3AE-585F-B3BA6F9AA38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E95BC918-7789-74DC-E651-4690045601EE}"/>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3B372CC8-2817-8CE5-CC7A-61CBD28D64DB}"/>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12FB7A1F-B919-1A14-6076-82B832A28623}"/>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53</a:t>
            </a:fld>
            <a:endParaRPr lang="en-AS"/>
          </a:p>
        </p:txBody>
      </p:sp>
      <p:sp>
        <p:nvSpPr>
          <p:cNvPr id="82" name="Freeform 3">
            <a:extLst>
              <a:ext uri="{FF2B5EF4-FFF2-40B4-BE49-F238E27FC236}">
                <a16:creationId xmlns:a16="http://schemas.microsoft.com/office/drawing/2014/main" id="{09FB092B-6D27-46C1-0589-93F9F4704392}"/>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ECF3CF68-83B3-00BF-B25B-3EC7E6C404C2}"/>
                  </a:ext>
                </a:extLst>
              </p:cNvPr>
              <p:cNvSpPr txBox="1"/>
              <p:nvPr/>
            </p:nvSpPr>
            <p:spPr>
              <a:xfrm>
                <a:off x="611852" y="1264148"/>
                <a:ext cx="10606620" cy="5262979"/>
              </a:xfrm>
              <a:prstGeom prst="rect">
                <a:avLst/>
              </a:prstGeom>
              <a:noFill/>
            </p:spPr>
            <p:txBody>
              <a:bodyPr wrap="square" rtlCol="0">
                <a:spAutoFit/>
              </a:bodyPr>
              <a:lstStyle/>
              <a:p>
                <a:pPr algn="just"/>
                <a:r>
                  <a:rPr lang="en-US" sz="2100" dirty="0">
                    <a:latin typeface="Times New Roman" panose="02020603050405020304" pitchFamily="18" charset="0"/>
                    <a:cs typeface="Times New Roman" panose="02020603050405020304" pitchFamily="18" charset="0"/>
                  </a:rPr>
                  <a:t>Developed a complete neural video compression system based on the OpenDVC architecture.</a:t>
                </a:r>
              </a:p>
              <a:p>
                <a:pPr algn="just"/>
                <a:endParaRPr lang="en-US" sz="2100" dirty="0">
                  <a:latin typeface="Times New Roman" panose="02020603050405020304" pitchFamily="18" charset="0"/>
                  <a:cs typeface="Times New Roman" panose="02020603050405020304" pitchFamily="18" charset="0"/>
                </a:endParaRPr>
              </a:p>
              <a:p>
                <a:pPr algn="just"/>
                <a:r>
                  <a:rPr lang="en-US" sz="2100" dirty="0">
                    <a:latin typeface="Times New Roman" panose="02020603050405020304" pitchFamily="18" charset="0"/>
                    <a:cs typeface="Times New Roman" panose="02020603050405020304" pitchFamily="18" charset="0"/>
                  </a:rPr>
                  <a:t>Replaced traditional codec components with deep learning models for motion estimation, residual compression, entropy modeling, and rate-distortion optimization. </a:t>
                </a:r>
              </a:p>
              <a:p>
                <a:pPr algn="just"/>
                <a:r>
                  <a:rPr lang="en-US" sz="2100" dirty="0">
                    <a:latin typeface="Times New Roman" panose="02020603050405020304" pitchFamily="18" charset="0"/>
                    <a:cs typeface="Times New Roman" panose="02020603050405020304" pitchFamily="18" charset="0"/>
                  </a:rPr>
                  <a:t>Trained on the Vimeo-90K dataset and achieved  </a:t>
                </a:r>
                <a14:m>
                  <m:oMath xmlns:m="http://schemas.openxmlformats.org/officeDocument/2006/math">
                    <m:r>
                      <a:rPr lang="en-US" sz="2100" i="1" dirty="0" smtClean="0">
                        <a:latin typeface="Cambria Math" panose="02040503050406030204" pitchFamily="18" charset="0"/>
                        <a:cs typeface="Times New Roman" panose="02020603050405020304" pitchFamily="18" charset="0"/>
                      </a:rPr>
                      <m:t>10</m:t>
                    </m:r>
                    <m:r>
                      <a:rPr lang="en-US" sz="2100" b="0" i="1" dirty="0" smtClean="0">
                        <a:latin typeface="Cambria Math" panose="02040503050406030204" pitchFamily="18" charset="0"/>
                        <a:cs typeface="Times New Roman" panose="02020603050405020304" pitchFamily="18" charset="0"/>
                      </a:rPr>
                      <m:t>−</m:t>
                    </m:r>
                    <m:r>
                      <a:rPr lang="en-US" sz="2100" i="1" dirty="0" smtClean="0">
                        <a:latin typeface="Cambria Math" panose="02040503050406030204" pitchFamily="18" charset="0"/>
                        <a:cs typeface="Times New Roman" panose="02020603050405020304" pitchFamily="18" charset="0"/>
                      </a:rPr>
                      <m:t>15</m:t>
                    </m:r>
                    <m:r>
                      <a:rPr lang="en-US" sz="2100" i="1" dirty="0" smtClean="0">
                        <a:latin typeface="Cambria Math" panose="02040503050406030204" pitchFamily="18" charset="0"/>
                        <a:cs typeface="Times New Roman" panose="02020603050405020304" pitchFamily="18" charset="0"/>
                      </a:rPr>
                      <m:t>× </m:t>
                    </m:r>
                  </m:oMath>
                </a14:m>
                <a:r>
                  <a:rPr lang="en-US" sz="2100" dirty="0">
                    <a:latin typeface="Times New Roman" panose="02020603050405020304" pitchFamily="18" charset="0"/>
                    <a:cs typeface="Times New Roman" panose="02020603050405020304" pitchFamily="18" charset="0"/>
                  </a:rPr>
                  <a:t>compression ratios with </a:t>
                </a:r>
                <a14:m>
                  <m:oMath xmlns:m="http://schemas.openxmlformats.org/officeDocument/2006/math">
                    <m:r>
                      <a:rPr lang="en-US" sz="2100" i="1" dirty="0" smtClean="0">
                        <a:latin typeface="Cambria Math" panose="02040503050406030204" pitchFamily="18" charset="0"/>
                        <a:cs typeface="Times New Roman" panose="02020603050405020304" pitchFamily="18" charset="0"/>
                      </a:rPr>
                      <m:t>38</m:t>
                    </m:r>
                    <m:r>
                      <a:rPr lang="en-US" sz="2100" b="0" i="1" dirty="0" smtClean="0">
                        <a:latin typeface="Cambria Math" panose="02040503050406030204" pitchFamily="18" charset="0"/>
                        <a:cs typeface="Times New Roman" panose="02020603050405020304" pitchFamily="18" charset="0"/>
                      </a:rPr>
                      <m:t>−</m:t>
                    </m:r>
                    <m:r>
                      <a:rPr lang="en-US" sz="2100" i="1" dirty="0" smtClean="0">
                        <a:latin typeface="Cambria Math" panose="02040503050406030204" pitchFamily="18" charset="0"/>
                        <a:cs typeface="Times New Roman" panose="02020603050405020304" pitchFamily="18" charset="0"/>
                      </a:rPr>
                      <m:t>45</m:t>
                    </m:r>
                    <m:r>
                      <a:rPr lang="en-US" sz="2100" i="1" dirty="0" smtClean="0">
                        <a:latin typeface="Cambria Math" panose="02040503050406030204" pitchFamily="18" charset="0"/>
                        <a:cs typeface="Times New Roman" panose="02020603050405020304" pitchFamily="18" charset="0"/>
                      </a:rPr>
                      <m:t> </m:t>
                    </m:r>
                    <m:r>
                      <m:rPr>
                        <m:sty m:val="p"/>
                      </m:rPr>
                      <a:rPr lang="en-US" sz="2100" i="0" dirty="0">
                        <a:latin typeface="Cambria Math" panose="02040503050406030204" pitchFamily="18" charset="0"/>
                        <a:cs typeface="Times New Roman" panose="02020603050405020304" pitchFamily="18" charset="0"/>
                      </a:rPr>
                      <m:t>dB</m:t>
                    </m:r>
                    <m:r>
                      <a:rPr lang="en-US" sz="2100" i="1" dirty="0">
                        <a:latin typeface="Cambria Math" panose="02040503050406030204" pitchFamily="18" charset="0"/>
                        <a:cs typeface="Times New Roman" panose="02020603050405020304" pitchFamily="18" charset="0"/>
                      </a:rPr>
                      <m:t> </m:t>
                    </m:r>
                  </m:oMath>
                </a14:m>
                <a:r>
                  <a:rPr lang="en-US" sz="2100" dirty="0">
                    <a:latin typeface="Times New Roman" panose="02020603050405020304" pitchFamily="18" charset="0"/>
                    <a:cs typeface="Times New Roman" panose="02020603050405020304" pitchFamily="18" charset="0"/>
                  </a:rPr>
                  <a:t>PSNR reconstruction quality.</a:t>
                </a:r>
              </a:p>
              <a:p>
                <a:pPr algn="just"/>
                <a:endParaRPr lang="en-US" sz="2100" dirty="0">
                  <a:latin typeface="Times New Roman" panose="02020603050405020304" pitchFamily="18" charset="0"/>
                  <a:cs typeface="Times New Roman" panose="02020603050405020304" pitchFamily="18" charset="0"/>
                </a:endParaRPr>
              </a:p>
              <a:p>
                <a:pPr algn="just"/>
                <a:r>
                  <a:rPr lang="en-US" sz="2100" dirty="0">
                    <a:latin typeface="Times New Roman" panose="02020603050405020304" pitchFamily="18" charset="0"/>
                    <a:cs typeface="Times New Roman" panose="02020603050405020304" pitchFamily="18" charset="0"/>
                  </a:rPr>
                  <a:t>Demonstrated that neural networks can learn efficient video representations directly from data and support multiple quality-compression trade-offs using a single model.</a:t>
                </a:r>
              </a:p>
              <a:p>
                <a:pPr algn="just"/>
                <a:endParaRPr lang="en-US" sz="2100" dirty="0">
                  <a:latin typeface="Times New Roman" panose="02020603050405020304" pitchFamily="18" charset="0"/>
                  <a:cs typeface="Times New Roman" panose="02020603050405020304" pitchFamily="18" charset="0"/>
                </a:endParaRPr>
              </a:p>
              <a:p>
                <a:pPr algn="just"/>
                <a:r>
                  <a:rPr lang="en-US" sz="2100" dirty="0">
                    <a:latin typeface="Times New Roman" panose="02020603050405020304" pitchFamily="18" charset="0"/>
                    <a:cs typeface="Times New Roman" panose="02020603050405020304" pitchFamily="18" charset="0"/>
                  </a:rPr>
                  <a:t> Successfully generated real .</a:t>
                </a:r>
                <a:r>
                  <a:rPr lang="en-US" sz="2100" dirty="0" err="1">
                    <a:latin typeface="Times New Roman" panose="02020603050405020304" pitchFamily="18" charset="0"/>
                    <a:cs typeface="Times New Roman" panose="02020603050405020304" pitchFamily="18" charset="0"/>
                  </a:rPr>
                  <a:t>aibc</a:t>
                </a:r>
                <a:r>
                  <a:rPr lang="en-US" sz="2100" dirty="0">
                    <a:latin typeface="Times New Roman" panose="02020603050405020304" pitchFamily="18" charset="0"/>
                    <a:cs typeface="Times New Roman" panose="02020603050405020304" pitchFamily="18" charset="0"/>
                  </a:rPr>
                  <a:t> bitstreams and processed full-length videos. Current limitations include higher computational requirements, GPU memory constraints, and compression performance that has not yet surpassed highly optimized traditional codecs. </a:t>
                </a:r>
              </a:p>
              <a:p>
                <a:pPr algn="just"/>
                <a:endParaRPr lang="en-US" sz="2100" dirty="0">
                  <a:latin typeface="Times New Roman" panose="02020603050405020304" pitchFamily="18" charset="0"/>
                  <a:cs typeface="Times New Roman" panose="02020603050405020304" pitchFamily="18" charset="0"/>
                </a:endParaRPr>
              </a:p>
              <a:p>
                <a:pPr algn="just"/>
                <a:r>
                  <a:rPr lang="en-US" sz="2100" dirty="0">
                    <a:latin typeface="Times New Roman" panose="02020603050405020304" pitchFamily="18" charset="0"/>
                    <a:cs typeface="Times New Roman" panose="02020603050405020304" pitchFamily="18" charset="0"/>
                  </a:rPr>
                  <a:t>Overall, the project confirms the potential of neural video compression and highlights its promise as a future alternative to conventional video coding methods.</a:t>
                </a:r>
              </a:p>
            </p:txBody>
          </p:sp>
        </mc:Choice>
        <mc:Fallback xmlns="">
          <p:sp>
            <p:nvSpPr>
              <p:cNvPr id="71" name="TextBox 70">
                <a:extLst>
                  <a:ext uri="{FF2B5EF4-FFF2-40B4-BE49-F238E27FC236}">
                    <a16:creationId xmlns:a16="http://schemas.microsoft.com/office/drawing/2014/main" id="{ECF3CF68-83B3-00BF-B25B-3EC7E6C404C2}"/>
                  </a:ext>
                </a:extLst>
              </p:cNvPr>
              <p:cNvSpPr txBox="1">
                <a:spLocks noRot="1" noChangeAspect="1" noMove="1" noResize="1" noEditPoints="1" noAdjustHandles="1" noChangeArrowheads="1" noChangeShapeType="1" noTextEdit="1"/>
              </p:cNvSpPr>
              <p:nvPr/>
            </p:nvSpPr>
            <p:spPr>
              <a:xfrm>
                <a:off x="611852" y="1264148"/>
                <a:ext cx="10606620" cy="5262979"/>
              </a:xfrm>
              <a:prstGeom prst="rect">
                <a:avLst/>
              </a:prstGeom>
              <a:blipFill>
                <a:blip r:embed="rId4"/>
                <a:stretch>
                  <a:fillRect l="-690" t="-694" r="-690" b="-1389"/>
                </a:stretch>
              </a:blipFill>
            </p:spPr>
            <p:txBody>
              <a:bodyPr/>
              <a:lstStyle/>
              <a:p>
                <a:r>
                  <a:rPr lang="en-AS">
                    <a:noFill/>
                  </a:rPr>
                  <a:t> </a:t>
                </a:r>
              </a:p>
            </p:txBody>
          </p:sp>
        </mc:Fallback>
      </mc:AlternateContent>
      <p:grpSp>
        <p:nvGrpSpPr>
          <p:cNvPr id="75" name="Group 74">
            <a:extLst>
              <a:ext uri="{FF2B5EF4-FFF2-40B4-BE49-F238E27FC236}">
                <a16:creationId xmlns:a16="http://schemas.microsoft.com/office/drawing/2014/main" id="{6F57D3A1-1821-6264-00F3-8EA677374D7F}"/>
              </a:ext>
            </a:extLst>
          </p:cNvPr>
          <p:cNvGrpSpPr/>
          <p:nvPr/>
        </p:nvGrpSpPr>
        <p:grpSpPr>
          <a:xfrm rot="7592703">
            <a:off x="-5485367" y="-889494"/>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77" name="Graphic 37" descr="Film strip outline">
              <a:extLst>
                <a:ext uri="{FF2B5EF4-FFF2-40B4-BE49-F238E27FC236}">
                  <a16:creationId xmlns:a16="http://schemas.microsoft.com/office/drawing/2014/main" id="{41032D71-51DA-91D0-890E-17444A731DF9}"/>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8" name="Graphic 37" descr="Film strip outline">
              <a:extLst>
                <a:ext uri="{FF2B5EF4-FFF2-40B4-BE49-F238E27FC236}">
                  <a16:creationId xmlns:a16="http://schemas.microsoft.com/office/drawing/2014/main" id="{770B4DB5-D9C8-8B9D-9835-AB525E6C5BE3}"/>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9" name="Graphic 37" descr="Film strip outline">
              <a:extLst>
                <a:ext uri="{FF2B5EF4-FFF2-40B4-BE49-F238E27FC236}">
                  <a16:creationId xmlns:a16="http://schemas.microsoft.com/office/drawing/2014/main" id="{F306D09F-BC37-5B22-615F-3DD0253588BD}"/>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8" name="Graphic 37" descr="Film strip outline">
              <a:extLst>
                <a:ext uri="{FF2B5EF4-FFF2-40B4-BE49-F238E27FC236}">
                  <a16:creationId xmlns:a16="http://schemas.microsoft.com/office/drawing/2014/main" id="{191C3A45-C2C9-E842-E756-0752A85FC5B2}"/>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69" name="Freeform: Shape 68">
            <a:extLst>
              <a:ext uri="{FF2B5EF4-FFF2-40B4-BE49-F238E27FC236}">
                <a16:creationId xmlns:a16="http://schemas.microsoft.com/office/drawing/2014/main" id="{10CDB17F-95EE-7AFE-668C-A1CBEDCFA560}"/>
              </a:ext>
            </a:extLst>
          </p:cNvPr>
          <p:cNvSpPr/>
          <p:nvPr/>
        </p:nvSpPr>
        <p:spPr>
          <a:xfrm>
            <a:off x="12540513"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70" name="Rectangle 69">
            <a:extLst>
              <a:ext uri="{FF2B5EF4-FFF2-40B4-BE49-F238E27FC236}">
                <a16:creationId xmlns:a16="http://schemas.microsoft.com/office/drawing/2014/main" id="{4B56C970-6DE3-38B1-D0E0-7FEAF98D1AC3}"/>
              </a:ext>
            </a:extLst>
          </p:cNvPr>
          <p:cNvSpPr/>
          <p:nvPr/>
        </p:nvSpPr>
        <p:spPr>
          <a:xfrm>
            <a:off x="14217054"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2" name="Rectangle 71">
            <a:extLst>
              <a:ext uri="{FF2B5EF4-FFF2-40B4-BE49-F238E27FC236}">
                <a16:creationId xmlns:a16="http://schemas.microsoft.com/office/drawing/2014/main" id="{DB00A814-5188-D7DD-3818-DBD2BF8C0B18}"/>
              </a:ext>
            </a:extLst>
          </p:cNvPr>
          <p:cNvSpPr>
            <a:spLocks/>
          </p:cNvSpPr>
          <p:nvPr/>
        </p:nvSpPr>
        <p:spPr>
          <a:xfrm>
            <a:off x="14217054"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3" name="Rectangle 72">
            <a:extLst>
              <a:ext uri="{FF2B5EF4-FFF2-40B4-BE49-F238E27FC236}">
                <a16:creationId xmlns:a16="http://schemas.microsoft.com/office/drawing/2014/main" id="{F8629A8E-6A6C-3CDE-839A-7B74AC8EDF8E}"/>
              </a:ext>
            </a:extLst>
          </p:cNvPr>
          <p:cNvSpPr>
            <a:spLocks/>
          </p:cNvSpPr>
          <p:nvPr/>
        </p:nvSpPr>
        <p:spPr>
          <a:xfrm>
            <a:off x="14217054"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4" name="Rectangle 73">
            <a:extLst>
              <a:ext uri="{FF2B5EF4-FFF2-40B4-BE49-F238E27FC236}">
                <a16:creationId xmlns:a16="http://schemas.microsoft.com/office/drawing/2014/main" id="{B29EC851-08B5-5FC2-8C80-6D73C6584C92}"/>
              </a:ext>
            </a:extLst>
          </p:cNvPr>
          <p:cNvSpPr>
            <a:spLocks/>
          </p:cNvSpPr>
          <p:nvPr/>
        </p:nvSpPr>
        <p:spPr>
          <a:xfrm>
            <a:off x="14217054"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3" name="Rectangle 82">
            <a:extLst>
              <a:ext uri="{FF2B5EF4-FFF2-40B4-BE49-F238E27FC236}">
                <a16:creationId xmlns:a16="http://schemas.microsoft.com/office/drawing/2014/main" id="{20392B81-7E70-C69A-DBCF-A4678ADDF247}"/>
              </a:ext>
            </a:extLst>
          </p:cNvPr>
          <p:cNvSpPr>
            <a:spLocks/>
          </p:cNvSpPr>
          <p:nvPr/>
        </p:nvSpPr>
        <p:spPr>
          <a:xfrm>
            <a:off x="14217054"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4" name="Rectangle 83">
            <a:extLst>
              <a:ext uri="{FF2B5EF4-FFF2-40B4-BE49-F238E27FC236}">
                <a16:creationId xmlns:a16="http://schemas.microsoft.com/office/drawing/2014/main" id="{7CF90237-B224-CC3C-3D33-257E85B3C7AB}"/>
              </a:ext>
            </a:extLst>
          </p:cNvPr>
          <p:cNvSpPr>
            <a:spLocks/>
          </p:cNvSpPr>
          <p:nvPr/>
        </p:nvSpPr>
        <p:spPr>
          <a:xfrm>
            <a:off x="14217054"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6" name="Freeform: Shape 85">
            <a:extLst>
              <a:ext uri="{FF2B5EF4-FFF2-40B4-BE49-F238E27FC236}">
                <a16:creationId xmlns:a16="http://schemas.microsoft.com/office/drawing/2014/main" id="{CE774E94-8BF7-E58D-8A38-4ABF5C4FF79D}"/>
              </a:ext>
            </a:extLst>
          </p:cNvPr>
          <p:cNvSpPr/>
          <p:nvPr/>
        </p:nvSpPr>
        <p:spPr>
          <a:xfrm>
            <a:off x="13237665"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7" name="Freeform: Shape 86">
            <a:extLst>
              <a:ext uri="{FF2B5EF4-FFF2-40B4-BE49-F238E27FC236}">
                <a16:creationId xmlns:a16="http://schemas.microsoft.com/office/drawing/2014/main" id="{D71C65F5-1826-DAE9-51A2-A38A810383DC}"/>
              </a:ext>
            </a:extLst>
          </p:cNvPr>
          <p:cNvSpPr/>
          <p:nvPr/>
        </p:nvSpPr>
        <p:spPr>
          <a:xfrm>
            <a:off x="13237665"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9" name="Freeform: Shape 88">
            <a:extLst>
              <a:ext uri="{FF2B5EF4-FFF2-40B4-BE49-F238E27FC236}">
                <a16:creationId xmlns:a16="http://schemas.microsoft.com/office/drawing/2014/main" id="{3DEEDD1C-5548-04B4-C856-F2BA5FC1C288}"/>
              </a:ext>
            </a:extLst>
          </p:cNvPr>
          <p:cNvSpPr/>
          <p:nvPr/>
        </p:nvSpPr>
        <p:spPr>
          <a:xfrm>
            <a:off x="13237665"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0" name="Freeform: Shape 89">
            <a:extLst>
              <a:ext uri="{FF2B5EF4-FFF2-40B4-BE49-F238E27FC236}">
                <a16:creationId xmlns:a16="http://schemas.microsoft.com/office/drawing/2014/main" id="{9D9ABB77-5A82-9635-164D-4828DF2B93E4}"/>
              </a:ext>
            </a:extLst>
          </p:cNvPr>
          <p:cNvSpPr/>
          <p:nvPr/>
        </p:nvSpPr>
        <p:spPr>
          <a:xfrm>
            <a:off x="13237665"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1" name="Freeform: Shape 90">
            <a:extLst>
              <a:ext uri="{FF2B5EF4-FFF2-40B4-BE49-F238E27FC236}">
                <a16:creationId xmlns:a16="http://schemas.microsoft.com/office/drawing/2014/main" id="{F7D09E23-06C8-8AAD-DADF-1D234A91A4EE}"/>
              </a:ext>
            </a:extLst>
          </p:cNvPr>
          <p:cNvSpPr/>
          <p:nvPr/>
        </p:nvSpPr>
        <p:spPr>
          <a:xfrm>
            <a:off x="13237665"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2" name="Freeform: Shape 91">
            <a:extLst>
              <a:ext uri="{FF2B5EF4-FFF2-40B4-BE49-F238E27FC236}">
                <a16:creationId xmlns:a16="http://schemas.microsoft.com/office/drawing/2014/main" id="{24267619-3E65-C3DE-7A43-8968CB33AF5D}"/>
              </a:ext>
            </a:extLst>
          </p:cNvPr>
          <p:cNvSpPr/>
          <p:nvPr/>
        </p:nvSpPr>
        <p:spPr>
          <a:xfrm>
            <a:off x="13237665"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3" name="Freeform: Shape 92">
            <a:extLst>
              <a:ext uri="{FF2B5EF4-FFF2-40B4-BE49-F238E27FC236}">
                <a16:creationId xmlns:a16="http://schemas.microsoft.com/office/drawing/2014/main" id="{1A1878CD-8863-8773-2DAF-CCDC8FA68BC5}"/>
              </a:ext>
            </a:extLst>
          </p:cNvPr>
          <p:cNvSpPr/>
          <p:nvPr/>
        </p:nvSpPr>
        <p:spPr>
          <a:xfrm>
            <a:off x="13237665" y="5185931"/>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4" name="Rectangle 93">
            <a:extLst>
              <a:ext uri="{FF2B5EF4-FFF2-40B4-BE49-F238E27FC236}">
                <a16:creationId xmlns:a16="http://schemas.microsoft.com/office/drawing/2014/main" id="{D09C3504-EC89-FD47-B4C0-DA74FAF96383}"/>
              </a:ext>
            </a:extLst>
          </p:cNvPr>
          <p:cNvSpPr>
            <a:spLocks/>
          </p:cNvSpPr>
          <p:nvPr/>
        </p:nvSpPr>
        <p:spPr>
          <a:xfrm>
            <a:off x="14217053"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2201476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1">
                                            <p:txEl>
                                              <p:pRg st="0" end="0"/>
                                            </p:txEl>
                                          </p:spTgt>
                                        </p:tgtEl>
                                        <p:attrNameLst>
                                          <p:attrName>style.visibility</p:attrName>
                                        </p:attrNameLst>
                                      </p:cBhvr>
                                      <p:to>
                                        <p:strVal val="visible"/>
                                      </p:to>
                                    </p:set>
                                    <p:animEffect transition="in" filter="wipe(left)">
                                      <p:cBhvr>
                                        <p:cTn id="7" dur="500"/>
                                        <p:tgtEl>
                                          <p:spTgt spid="71">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1">
                                            <p:txEl>
                                              <p:pRg st="2" end="2"/>
                                            </p:txEl>
                                          </p:spTgt>
                                        </p:tgtEl>
                                        <p:attrNameLst>
                                          <p:attrName>style.visibility</p:attrName>
                                        </p:attrNameLst>
                                      </p:cBhvr>
                                      <p:to>
                                        <p:strVal val="visible"/>
                                      </p:to>
                                    </p:set>
                                    <p:animEffect transition="in" filter="wipe(left)">
                                      <p:cBhvr>
                                        <p:cTn id="11" dur="500"/>
                                        <p:tgtEl>
                                          <p:spTgt spid="71">
                                            <p:txEl>
                                              <p:pRg st="2" end="2"/>
                                            </p:tx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71">
                                            <p:txEl>
                                              <p:pRg st="3" end="3"/>
                                            </p:txEl>
                                          </p:spTgt>
                                        </p:tgtEl>
                                        <p:attrNameLst>
                                          <p:attrName>style.visibility</p:attrName>
                                        </p:attrNameLst>
                                      </p:cBhvr>
                                      <p:to>
                                        <p:strVal val="visible"/>
                                      </p:to>
                                    </p:set>
                                    <p:animEffect transition="in" filter="wipe(left)">
                                      <p:cBhvr>
                                        <p:cTn id="15" dur="500"/>
                                        <p:tgtEl>
                                          <p:spTgt spid="71">
                                            <p:txEl>
                                              <p:pRg st="3" end="3"/>
                                            </p:tx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71">
                                            <p:txEl>
                                              <p:pRg st="5" end="5"/>
                                            </p:txEl>
                                          </p:spTgt>
                                        </p:tgtEl>
                                        <p:attrNameLst>
                                          <p:attrName>style.visibility</p:attrName>
                                        </p:attrNameLst>
                                      </p:cBhvr>
                                      <p:to>
                                        <p:strVal val="visible"/>
                                      </p:to>
                                    </p:set>
                                    <p:animEffect transition="in" filter="wipe(left)">
                                      <p:cBhvr>
                                        <p:cTn id="19" dur="500"/>
                                        <p:tgtEl>
                                          <p:spTgt spid="71">
                                            <p:txEl>
                                              <p:pRg st="5" end="5"/>
                                            </p:txEl>
                                          </p:spTgt>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71">
                                            <p:txEl>
                                              <p:pRg st="7" end="7"/>
                                            </p:txEl>
                                          </p:spTgt>
                                        </p:tgtEl>
                                        <p:attrNameLst>
                                          <p:attrName>style.visibility</p:attrName>
                                        </p:attrNameLst>
                                      </p:cBhvr>
                                      <p:to>
                                        <p:strVal val="visible"/>
                                      </p:to>
                                    </p:set>
                                    <p:animEffect transition="in" filter="wipe(left)">
                                      <p:cBhvr>
                                        <p:cTn id="23" dur="500"/>
                                        <p:tgtEl>
                                          <p:spTgt spid="71">
                                            <p:txEl>
                                              <p:pRg st="7" end="7"/>
                                            </p:tx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71">
                                            <p:txEl>
                                              <p:pRg st="9" end="9"/>
                                            </p:txEl>
                                          </p:spTgt>
                                        </p:tgtEl>
                                        <p:attrNameLst>
                                          <p:attrName>style.visibility</p:attrName>
                                        </p:attrNameLst>
                                      </p:cBhvr>
                                      <p:to>
                                        <p:strVal val="visible"/>
                                      </p:to>
                                    </p:set>
                                    <p:animEffect transition="in" filter="wipe(left)">
                                      <p:cBhvr>
                                        <p:cTn id="27" dur="500"/>
                                        <p:tgtEl>
                                          <p:spTgt spid="71">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uiExpand="1" build="p"/>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ACE9ED-2465-83ED-0969-5B5CFE875873}"/>
            </a:ext>
          </a:extLst>
        </p:cNvPr>
        <p:cNvGrpSpPr/>
        <p:nvPr/>
      </p:nvGrpSpPr>
      <p:grpSpPr>
        <a:xfrm>
          <a:off x="0" y="0"/>
          <a:ext cx="0" cy="0"/>
          <a:chOff x="0" y="0"/>
          <a:chExt cx="0" cy="0"/>
        </a:xfrm>
      </p:grpSpPr>
      <p:sp>
        <p:nvSpPr>
          <p:cNvPr id="2" name="Title">
            <a:extLst>
              <a:ext uri="{FF2B5EF4-FFF2-40B4-BE49-F238E27FC236}">
                <a16:creationId xmlns:a16="http://schemas.microsoft.com/office/drawing/2014/main" id="{5AD70460-50F7-E6CE-098F-723A87F9C437}"/>
              </a:ext>
            </a:extLst>
          </p:cNvPr>
          <p:cNvSpPr txBox="1">
            <a:spLocks/>
          </p:cNvSpPr>
          <p:nvPr/>
        </p:nvSpPr>
        <p:spPr>
          <a:xfrm>
            <a:off x="2017665" y="318147"/>
            <a:ext cx="2725785"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defRPr/>
            </a:pPr>
            <a:r>
              <a:rPr lang="en-US" sz="3600" dirty="0">
                <a:latin typeface="Times New Roman" panose="02020603050405020304" pitchFamily="18" charset="0"/>
                <a:ea typeface="Tahoma" panose="020B0604030504040204" pitchFamily="34" charset="0"/>
                <a:cs typeface="Times New Roman" panose="02020603050405020304" pitchFamily="18" charset="0"/>
              </a:rPr>
              <a:t>Future Works</a:t>
            </a:r>
          </a:p>
        </p:txBody>
      </p:sp>
      <p:grpSp>
        <p:nvGrpSpPr>
          <p:cNvPr id="3" name="!!Film_Tabe_2">
            <a:extLst>
              <a:ext uri="{FF2B5EF4-FFF2-40B4-BE49-F238E27FC236}">
                <a16:creationId xmlns:a16="http://schemas.microsoft.com/office/drawing/2014/main" id="{3D047CF3-071C-FABD-6732-F5DD3082A17E}"/>
              </a:ext>
            </a:extLst>
          </p:cNvPr>
          <p:cNvGrpSpPr/>
          <p:nvPr/>
        </p:nvGrpSpPr>
        <p:grpSpPr>
          <a:xfrm rot="18000000">
            <a:off x="5059605" y="7092"/>
            <a:ext cx="21467809" cy="1961092"/>
            <a:chOff x="-5996785" y="2448454"/>
            <a:chExt cx="21467809" cy="1961092"/>
          </a:xfrm>
          <a:effectLst>
            <a:outerShdw blurRad="12700" dist="50800" dir="2700000" algn="tl" rotWithShape="0">
              <a:prstClr val="black">
                <a:alpha val="40000"/>
              </a:prstClr>
            </a:outerShdw>
          </a:effectLst>
        </p:grpSpPr>
        <p:grpSp>
          <p:nvGrpSpPr>
            <p:cNvPr id="4" name="Group 3">
              <a:extLst>
                <a:ext uri="{FF2B5EF4-FFF2-40B4-BE49-F238E27FC236}">
                  <a16:creationId xmlns:a16="http://schemas.microsoft.com/office/drawing/2014/main" id="{1A6815D3-CADC-865A-6170-AF083913DF4B}"/>
                </a:ext>
              </a:extLst>
            </p:cNvPr>
            <p:cNvGrpSpPr/>
            <p:nvPr/>
          </p:nvGrpSpPr>
          <p:grpSpPr>
            <a:xfrm>
              <a:off x="7372077" y="2448455"/>
              <a:ext cx="2738174" cy="1961091"/>
              <a:chOff x="4726913" y="2438401"/>
              <a:chExt cx="2738174" cy="1961091"/>
            </a:xfrm>
          </p:grpSpPr>
          <p:sp>
            <p:nvSpPr>
              <p:cNvPr id="33" name="Graphic 2" descr="Film strip outline">
                <a:extLst>
                  <a:ext uri="{FF2B5EF4-FFF2-40B4-BE49-F238E27FC236}">
                    <a16:creationId xmlns:a16="http://schemas.microsoft.com/office/drawing/2014/main" id="{59B7410C-7F31-8521-2873-AF860ECF810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0D0861B7-A819-9431-94A8-AFF1FC159C4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BBBC42EE-A4CD-BF74-82C6-5465823C841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E580258F-21C4-E11F-DE81-59C536F18C1A}"/>
                </a:ext>
              </a:extLst>
            </p:cNvPr>
            <p:cNvGrpSpPr/>
            <p:nvPr/>
          </p:nvGrpSpPr>
          <p:grpSpPr>
            <a:xfrm>
              <a:off x="4702657" y="2448455"/>
              <a:ext cx="2738174" cy="1961091"/>
              <a:chOff x="4726913" y="2438401"/>
              <a:chExt cx="2738174" cy="1961091"/>
            </a:xfrm>
          </p:grpSpPr>
          <p:sp>
            <p:nvSpPr>
              <p:cNvPr id="30" name="Graphic 2" descr="Film strip outline">
                <a:extLst>
                  <a:ext uri="{FF2B5EF4-FFF2-40B4-BE49-F238E27FC236}">
                    <a16:creationId xmlns:a16="http://schemas.microsoft.com/office/drawing/2014/main" id="{6F96D78D-838C-B9CE-117F-DD98AED9596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F1B1E845-E4C7-D4EF-E51B-640533575C1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0A8934E9-5E20-2714-D7A9-0D7E7096339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A9126E55-3635-1CE4-03C8-8A1CCD367781}"/>
                </a:ext>
              </a:extLst>
            </p:cNvPr>
            <p:cNvGrpSpPr/>
            <p:nvPr/>
          </p:nvGrpSpPr>
          <p:grpSpPr>
            <a:xfrm>
              <a:off x="1273285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B438F570-30B7-4138-BB6B-D7FCFDC7BEE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C01D39B8-F0DB-68D1-18AC-C8E4C77CDAB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E82B7820-7CFE-600A-A249-E3ADAF5F88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E659AE68-8BE5-8B2D-8216-95E125CBDB05}"/>
                </a:ext>
              </a:extLst>
            </p:cNvPr>
            <p:cNvGrpSpPr/>
            <p:nvPr/>
          </p:nvGrpSpPr>
          <p:grpSpPr>
            <a:xfrm>
              <a:off x="10063430" y="2448455"/>
              <a:ext cx="2738174" cy="1961091"/>
              <a:chOff x="4726913" y="2438401"/>
              <a:chExt cx="2738174" cy="1961091"/>
            </a:xfrm>
          </p:grpSpPr>
          <p:sp>
            <p:nvSpPr>
              <p:cNvPr id="24" name="Graphic 2" descr="Film strip outline">
                <a:extLst>
                  <a:ext uri="{FF2B5EF4-FFF2-40B4-BE49-F238E27FC236}">
                    <a16:creationId xmlns:a16="http://schemas.microsoft.com/office/drawing/2014/main" id="{A1170DDE-EC0F-B714-CB96-A482852AC02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D63457ED-2DCD-854A-4D69-D5AFBD81B47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A2B54D13-6CA0-9FF0-DC8A-0965EFD3339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D11900B2-2B83-A9BD-5033-449271EF602C}"/>
                </a:ext>
              </a:extLst>
            </p:cNvPr>
            <p:cNvGrpSpPr/>
            <p:nvPr/>
          </p:nvGrpSpPr>
          <p:grpSpPr>
            <a:xfrm>
              <a:off x="-3327365" y="2448454"/>
              <a:ext cx="2738174" cy="1961091"/>
              <a:chOff x="4726913" y="2438401"/>
              <a:chExt cx="2738174" cy="1961091"/>
            </a:xfrm>
          </p:grpSpPr>
          <p:sp>
            <p:nvSpPr>
              <p:cNvPr id="21" name="Graphic 2" descr="Film strip outline">
                <a:extLst>
                  <a:ext uri="{FF2B5EF4-FFF2-40B4-BE49-F238E27FC236}">
                    <a16:creationId xmlns:a16="http://schemas.microsoft.com/office/drawing/2014/main" id="{D2FA01A2-2B4C-3A38-E0D1-48B3B1CB002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2" name="Straight Connector 21">
                <a:extLst>
                  <a:ext uri="{FF2B5EF4-FFF2-40B4-BE49-F238E27FC236}">
                    <a16:creationId xmlns:a16="http://schemas.microsoft.com/office/drawing/2014/main" id="{EA7780DB-0431-CB11-7969-38A20E31625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3E11568F-B31A-C59F-2C5B-5573CD737AD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A96C71E7-BF56-35B7-B9A5-E929F650F807}"/>
                </a:ext>
              </a:extLst>
            </p:cNvPr>
            <p:cNvGrpSpPr/>
            <p:nvPr/>
          </p:nvGrpSpPr>
          <p:grpSpPr>
            <a:xfrm>
              <a:off x="-5996785" y="2448454"/>
              <a:ext cx="2738174" cy="1961091"/>
              <a:chOff x="4726913" y="2438401"/>
              <a:chExt cx="2738174" cy="1961091"/>
            </a:xfrm>
          </p:grpSpPr>
          <p:sp>
            <p:nvSpPr>
              <p:cNvPr id="18" name="Graphic 2" descr="Film strip outline">
                <a:extLst>
                  <a:ext uri="{FF2B5EF4-FFF2-40B4-BE49-F238E27FC236}">
                    <a16:creationId xmlns:a16="http://schemas.microsoft.com/office/drawing/2014/main" id="{6B39F919-5328-46B1-75CF-9277EC5447B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9" name="Straight Connector 18">
                <a:extLst>
                  <a:ext uri="{FF2B5EF4-FFF2-40B4-BE49-F238E27FC236}">
                    <a16:creationId xmlns:a16="http://schemas.microsoft.com/office/drawing/2014/main" id="{8F3F150F-45A7-969C-48EB-AC790ED19B3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08382084-19A5-230F-DD16-1448F6D774F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0" name="Group 9">
              <a:extLst>
                <a:ext uri="{FF2B5EF4-FFF2-40B4-BE49-F238E27FC236}">
                  <a16:creationId xmlns:a16="http://schemas.microsoft.com/office/drawing/2014/main" id="{55AE92C4-DDFF-F035-4C19-F11969875A6A}"/>
                </a:ext>
              </a:extLst>
            </p:cNvPr>
            <p:cNvGrpSpPr/>
            <p:nvPr/>
          </p:nvGrpSpPr>
          <p:grpSpPr>
            <a:xfrm>
              <a:off x="2033408" y="2448454"/>
              <a:ext cx="2738174" cy="1961091"/>
              <a:chOff x="4726913" y="2438401"/>
              <a:chExt cx="2738174" cy="1961091"/>
            </a:xfrm>
          </p:grpSpPr>
          <p:sp>
            <p:nvSpPr>
              <p:cNvPr id="15" name="Graphic 2" descr="Film strip outline">
                <a:extLst>
                  <a:ext uri="{FF2B5EF4-FFF2-40B4-BE49-F238E27FC236}">
                    <a16:creationId xmlns:a16="http://schemas.microsoft.com/office/drawing/2014/main" id="{4C0F8AD5-F4BF-09C7-2ED2-6E45CA2BC69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6" name="Straight Connector 15">
                <a:extLst>
                  <a:ext uri="{FF2B5EF4-FFF2-40B4-BE49-F238E27FC236}">
                    <a16:creationId xmlns:a16="http://schemas.microsoft.com/office/drawing/2014/main" id="{3FE17331-39D4-38DF-B0EA-3763480CE0D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8B88BE58-95DD-68D3-B461-6A7ED1468E7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1" name="Group 10">
              <a:extLst>
                <a:ext uri="{FF2B5EF4-FFF2-40B4-BE49-F238E27FC236}">
                  <a16:creationId xmlns:a16="http://schemas.microsoft.com/office/drawing/2014/main" id="{335918B9-FE43-2D6B-A5F6-71D97E3341C7}"/>
                </a:ext>
              </a:extLst>
            </p:cNvPr>
            <p:cNvGrpSpPr/>
            <p:nvPr/>
          </p:nvGrpSpPr>
          <p:grpSpPr>
            <a:xfrm>
              <a:off x="-636012" y="2448454"/>
              <a:ext cx="2738174" cy="1961091"/>
              <a:chOff x="4726913" y="2438401"/>
              <a:chExt cx="2738174" cy="1961091"/>
            </a:xfrm>
          </p:grpSpPr>
          <p:sp>
            <p:nvSpPr>
              <p:cNvPr id="12" name="Graphic 2" descr="Film strip outline">
                <a:extLst>
                  <a:ext uri="{FF2B5EF4-FFF2-40B4-BE49-F238E27FC236}">
                    <a16:creationId xmlns:a16="http://schemas.microsoft.com/office/drawing/2014/main" id="{1227266D-7B7E-4183-FE9A-E799E20F445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3" name="Straight Connector 12">
                <a:extLst>
                  <a:ext uri="{FF2B5EF4-FFF2-40B4-BE49-F238E27FC236}">
                    <a16:creationId xmlns:a16="http://schemas.microsoft.com/office/drawing/2014/main" id="{421FCE48-5DC9-E4F1-F1DB-34B77B8BA88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29B4A1F5-A2F7-5E34-9C23-A6BAD68D25E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36" name="!!Film_Tabe_1">
            <a:extLst>
              <a:ext uri="{FF2B5EF4-FFF2-40B4-BE49-F238E27FC236}">
                <a16:creationId xmlns:a16="http://schemas.microsoft.com/office/drawing/2014/main" id="{358C4C60-5100-0D65-6AF5-9AF75542F3FC}"/>
              </a:ext>
            </a:extLst>
          </p:cNvPr>
          <p:cNvGrpSpPr/>
          <p:nvPr/>
        </p:nvGrpSpPr>
        <p:grpSpPr>
          <a:xfrm rot="18000000">
            <a:off x="-14134583" y="4547761"/>
            <a:ext cx="21467809" cy="1961092"/>
            <a:chOff x="-5996785" y="2448454"/>
            <a:chExt cx="21467809" cy="1961092"/>
          </a:xfrm>
          <a:effectLst>
            <a:outerShdw blurRad="12700" dist="50800" dir="2700000" algn="tl" rotWithShape="0">
              <a:schemeClr val="tx1">
                <a:alpha val="40000"/>
              </a:schemeClr>
            </a:outerShdw>
          </a:effectLst>
        </p:grpSpPr>
        <p:grpSp>
          <p:nvGrpSpPr>
            <p:cNvPr id="37" name="Group 36">
              <a:extLst>
                <a:ext uri="{FF2B5EF4-FFF2-40B4-BE49-F238E27FC236}">
                  <a16:creationId xmlns:a16="http://schemas.microsoft.com/office/drawing/2014/main" id="{D9696DEC-07B9-F6A7-347A-59CE98B17A1B}"/>
                </a:ext>
              </a:extLst>
            </p:cNvPr>
            <p:cNvGrpSpPr/>
            <p:nvPr/>
          </p:nvGrpSpPr>
          <p:grpSpPr>
            <a:xfrm>
              <a:off x="7372077" y="2448455"/>
              <a:ext cx="2738174" cy="1961091"/>
              <a:chOff x="4726913" y="2438401"/>
              <a:chExt cx="2738174" cy="1961091"/>
            </a:xfrm>
          </p:grpSpPr>
          <p:sp>
            <p:nvSpPr>
              <p:cNvPr id="66" name="Graphic 2" descr="Film strip outline">
                <a:extLst>
                  <a:ext uri="{FF2B5EF4-FFF2-40B4-BE49-F238E27FC236}">
                    <a16:creationId xmlns:a16="http://schemas.microsoft.com/office/drawing/2014/main" id="{C582F264-0268-D773-8A0F-88EBAD5B917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B9196513-80E9-B0F0-276E-6ED69788D79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753EA3E8-DB4D-9AD9-260D-D4713606EA4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8" name="Group 37">
              <a:extLst>
                <a:ext uri="{FF2B5EF4-FFF2-40B4-BE49-F238E27FC236}">
                  <a16:creationId xmlns:a16="http://schemas.microsoft.com/office/drawing/2014/main" id="{CC0DB326-FDD4-E139-E2F1-F9CD2F9A5D74}"/>
                </a:ext>
              </a:extLst>
            </p:cNvPr>
            <p:cNvGrpSpPr/>
            <p:nvPr/>
          </p:nvGrpSpPr>
          <p:grpSpPr>
            <a:xfrm>
              <a:off x="4702657" y="2448455"/>
              <a:ext cx="2738174" cy="1961091"/>
              <a:chOff x="4726913" y="2438401"/>
              <a:chExt cx="2738174" cy="1961091"/>
            </a:xfrm>
          </p:grpSpPr>
          <p:sp>
            <p:nvSpPr>
              <p:cNvPr id="63" name="Graphic 2" descr="Film strip outline">
                <a:extLst>
                  <a:ext uri="{FF2B5EF4-FFF2-40B4-BE49-F238E27FC236}">
                    <a16:creationId xmlns:a16="http://schemas.microsoft.com/office/drawing/2014/main" id="{7B982906-79AF-D6F6-A274-D02308F8A0C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3F7334A4-1861-F303-2E86-BF53D9B45B5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5810B6DE-778E-4751-05E4-2E11817451C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39" name="Group 38">
              <a:extLst>
                <a:ext uri="{FF2B5EF4-FFF2-40B4-BE49-F238E27FC236}">
                  <a16:creationId xmlns:a16="http://schemas.microsoft.com/office/drawing/2014/main" id="{C17B80C6-E4F8-185F-AF06-6D99020B67D5}"/>
                </a:ext>
              </a:extLst>
            </p:cNvPr>
            <p:cNvGrpSpPr/>
            <p:nvPr/>
          </p:nvGrpSpPr>
          <p:grpSpPr>
            <a:xfrm>
              <a:off x="12732850" y="2448455"/>
              <a:ext cx="2738174" cy="1961091"/>
              <a:chOff x="4726913" y="2438401"/>
              <a:chExt cx="2738174" cy="1961091"/>
            </a:xfrm>
          </p:grpSpPr>
          <p:sp>
            <p:nvSpPr>
              <p:cNvPr id="60" name="Graphic 2" descr="Film strip outline">
                <a:extLst>
                  <a:ext uri="{FF2B5EF4-FFF2-40B4-BE49-F238E27FC236}">
                    <a16:creationId xmlns:a16="http://schemas.microsoft.com/office/drawing/2014/main" id="{395E6BB9-1EDD-F768-45D6-E9C989545A8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0F634582-5D62-475F-3F45-01D5B1ED8EB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9647A3E6-6963-844A-E8B2-A496C402520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0" name="Group 39">
              <a:extLst>
                <a:ext uri="{FF2B5EF4-FFF2-40B4-BE49-F238E27FC236}">
                  <a16:creationId xmlns:a16="http://schemas.microsoft.com/office/drawing/2014/main" id="{79530293-CC48-017F-3852-A42CC6808C52}"/>
                </a:ext>
              </a:extLst>
            </p:cNvPr>
            <p:cNvGrpSpPr/>
            <p:nvPr/>
          </p:nvGrpSpPr>
          <p:grpSpPr>
            <a:xfrm>
              <a:off x="10063430" y="2448455"/>
              <a:ext cx="2738174" cy="1961091"/>
              <a:chOff x="4726913" y="2438401"/>
              <a:chExt cx="2738174" cy="1961091"/>
            </a:xfrm>
          </p:grpSpPr>
          <p:sp>
            <p:nvSpPr>
              <p:cNvPr id="57" name="Graphic 2" descr="Film strip outline">
                <a:extLst>
                  <a:ext uri="{FF2B5EF4-FFF2-40B4-BE49-F238E27FC236}">
                    <a16:creationId xmlns:a16="http://schemas.microsoft.com/office/drawing/2014/main" id="{D7CBF353-DD9D-18E5-C205-0DA9BD44ED3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7A8D779E-1354-A234-46F2-9CEEF86E4A4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99A8BBC9-CDEF-9C61-D594-BE687F81676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1" name="Group 40">
              <a:extLst>
                <a:ext uri="{FF2B5EF4-FFF2-40B4-BE49-F238E27FC236}">
                  <a16:creationId xmlns:a16="http://schemas.microsoft.com/office/drawing/2014/main" id="{630711B7-0247-A93E-B9E4-1DEB6B47B8F9}"/>
                </a:ext>
              </a:extLst>
            </p:cNvPr>
            <p:cNvGrpSpPr/>
            <p:nvPr/>
          </p:nvGrpSpPr>
          <p:grpSpPr>
            <a:xfrm>
              <a:off x="-3327365" y="2448454"/>
              <a:ext cx="2738174" cy="1961091"/>
              <a:chOff x="4726913" y="2438401"/>
              <a:chExt cx="2738174" cy="1961091"/>
            </a:xfrm>
          </p:grpSpPr>
          <p:sp>
            <p:nvSpPr>
              <p:cNvPr id="54" name="Graphic 2" descr="Film strip outline">
                <a:extLst>
                  <a:ext uri="{FF2B5EF4-FFF2-40B4-BE49-F238E27FC236}">
                    <a16:creationId xmlns:a16="http://schemas.microsoft.com/office/drawing/2014/main" id="{A1CBE27C-6D88-7E56-E102-62871DF433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5" name="Straight Connector 54">
                <a:extLst>
                  <a:ext uri="{FF2B5EF4-FFF2-40B4-BE49-F238E27FC236}">
                    <a16:creationId xmlns:a16="http://schemas.microsoft.com/office/drawing/2014/main" id="{A79BC6CB-8BBE-A7FE-5231-41E4BA42D34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6" name="TextBox 55">
                <a:extLst>
                  <a:ext uri="{FF2B5EF4-FFF2-40B4-BE49-F238E27FC236}">
                    <a16:creationId xmlns:a16="http://schemas.microsoft.com/office/drawing/2014/main" id="{7EE20069-ED76-F4EE-BF5C-673A8DE5A78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2" name="Group 41">
              <a:extLst>
                <a:ext uri="{FF2B5EF4-FFF2-40B4-BE49-F238E27FC236}">
                  <a16:creationId xmlns:a16="http://schemas.microsoft.com/office/drawing/2014/main" id="{661E5DD6-C187-C7ED-B2C3-686E6E29F675}"/>
                </a:ext>
              </a:extLst>
            </p:cNvPr>
            <p:cNvGrpSpPr/>
            <p:nvPr/>
          </p:nvGrpSpPr>
          <p:grpSpPr>
            <a:xfrm>
              <a:off x="-5996785" y="2448454"/>
              <a:ext cx="2738174" cy="1961091"/>
              <a:chOff x="4726913" y="2438401"/>
              <a:chExt cx="2738174" cy="1961091"/>
            </a:xfrm>
          </p:grpSpPr>
          <p:sp>
            <p:nvSpPr>
              <p:cNvPr id="51" name="Graphic 2" descr="Film strip outline">
                <a:extLst>
                  <a:ext uri="{FF2B5EF4-FFF2-40B4-BE49-F238E27FC236}">
                    <a16:creationId xmlns:a16="http://schemas.microsoft.com/office/drawing/2014/main" id="{D1B2CE0A-2B38-1593-5D08-726115853B0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2" name="Straight Connector 51">
                <a:extLst>
                  <a:ext uri="{FF2B5EF4-FFF2-40B4-BE49-F238E27FC236}">
                    <a16:creationId xmlns:a16="http://schemas.microsoft.com/office/drawing/2014/main" id="{98A885D2-BDA1-6689-9BC7-57F305D8C14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509BD755-A22D-E062-BCAF-93AAA02BAF0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3" name="Group 42">
              <a:extLst>
                <a:ext uri="{FF2B5EF4-FFF2-40B4-BE49-F238E27FC236}">
                  <a16:creationId xmlns:a16="http://schemas.microsoft.com/office/drawing/2014/main" id="{35579C6F-A0D7-C36B-79B3-4B091FEE8A8C}"/>
                </a:ext>
              </a:extLst>
            </p:cNvPr>
            <p:cNvGrpSpPr/>
            <p:nvPr/>
          </p:nvGrpSpPr>
          <p:grpSpPr>
            <a:xfrm>
              <a:off x="2033408" y="2448454"/>
              <a:ext cx="2738174" cy="1961091"/>
              <a:chOff x="4726913" y="2438401"/>
              <a:chExt cx="2738174" cy="1961091"/>
            </a:xfrm>
          </p:grpSpPr>
          <p:sp>
            <p:nvSpPr>
              <p:cNvPr id="48" name="Graphic 2" descr="Film strip outline">
                <a:extLst>
                  <a:ext uri="{FF2B5EF4-FFF2-40B4-BE49-F238E27FC236}">
                    <a16:creationId xmlns:a16="http://schemas.microsoft.com/office/drawing/2014/main" id="{3DECD63C-20BC-D1EE-AECE-DE1F69D7ED4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9" name="Straight Connector 48">
                <a:extLst>
                  <a:ext uri="{FF2B5EF4-FFF2-40B4-BE49-F238E27FC236}">
                    <a16:creationId xmlns:a16="http://schemas.microsoft.com/office/drawing/2014/main" id="{B87AE6C4-7DE0-C989-570B-6CDA2BBB39C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F3F5C683-ADDA-E9EB-C591-88BB99F0D7B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4" name="Group 43">
              <a:extLst>
                <a:ext uri="{FF2B5EF4-FFF2-40B4-BE49-F238E27FC236}">
                  <a16:creationId xmlns:a16="http://schemas.microsoft.com/office/drawing/2014/main" id="{94F51881-FE47-2CA7-5D52-E8A0247F33CB}"/>
                </a:ext>
              </a:extLst>
            </p:cNvPr>
            <p:cNvGrpSpPr/>
            <p:nvPr/>
          </p:nvGrpSpPr>
          <p:grpSpPr>
            <a:xfrm>
              <a:off x="-636012" y="2448454"/>
              <a:ext cx="2738174" cy="1961091"/>
              <a:chOff x="4726913" y="2438401"/>
              <a:chExt cx="2738174" cy="1961091"/>
            </a:xfrm>
          </p:grpSpPr>
          <p:sp>
            <p:nvSpPr>
              <p:cNvPr id="45" name="Graphic 2" descr="Film strip outline">
                <a:extLst>
                  <a:ext uri="{FF2B5EF4-FFF2-40B4-BE49-F238E27FC236}">
                    <a16:creationId xmlns:a16="http://schemas.microsoft.com/office/drawing/2014/main" id="{3D4F0464-478C-1033-22F5-0BA6EDC924E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FC0DCA73-9DC8-4465-20C0-E0A0FFF5ACF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A98A9FAF-9992-CAC0-32BD-AFB973BE418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pic>
        <p:nvPicPr>
          <p:cNvPr id="76" name="Graphic 75" descr="Cloud Computing with solid fill">
            <a:extLst>
              <a:ext uri="{FF2B5EF4-FFF2-40B4-BE49-F238E27FC236}">
                <a16:creationId xmlns:a16="http://schemas.microsoft.com/office/drawing/2014/main" id="{1407615E-F058-77A5-A7F1-997DA3DA36C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3265" y="176806"/>
            <a:ext cx="914400" cy="914400"/>
          </a:xfrm>
          <a:prstGeom prst="rect">
            <a:avLst/>
          </a:prstGeom>
          <a:effectLst>
            <a:outerShdw blurRad="38100" dist="76200" dir="2700000" algn="tl" rotWithShape="0">
              <a:prstClr val="black">
                <a:alpha val="50000"/>
              </a:prstClr>
            </a:outerShdw>
          </a:effectLst>
        </p:spPr>
      </p:pic>
      <p:sp>
        <p:nvSpPr>
          <p:cNvPr id="80" name="Footer Placeholder 79">
            <a:extLst>
              <a:ext uri="{FF2B5EF4-FFF2-40B4-BE49-F238E27FC236}">
                <a16:creationId xmlns:a16="http://schemas.microsoft.com/office/drawing/2014/main" id="{789B1427-558F-D46A-CB95-354AAC086E24}"/>
              </a:ext>
            </a:extLst>
          </p:cNvPr>
          <p:cNvSpPr>
            <a:spLocks noGrp="1"/>
          </p:cNvSpPr>
          <p:nvPr>
            <p:ph type="ftr" sz="quarter" idx="11"/>
          </p:nvPr>
        </p:nvSpPr>
        <p:spPr>
          <a:xfrm>
            <a:off x="368778" y="6492875"/>
            <a:ext cx="4114800" cy="365125"/>
          </a:xfrm>
        </p:spPr>
        <p:txBody>
          <a:bodyPr/>
          <a:lstStyle/>
          <a:p>
            <a:pPr algn="l"/>
            <a:r>
              <a:rPr lang="en-US"/>
              <a:t>ABVCS</a:t>
            </a:r>
            <a:endParaRPr lang="en-AS"/>
          </a:p>
        </p:txBody>
      </p:sp>
      <p:sp>
        <p:nvSpPr>
          <p:cNvPr id="81" name="Slide Number Placeholder 80">
            <a:extLst>
              <a:ext uri="{FF2B5EF4-FFF2-40B4-BE49-F238E27FC236}">
                <a16:creationId xmlns:a16="http://schemas.microsoft.com/office/drawing/2014/main" id="{AF4632BF-2772-C902-2D96-30ADF4B60DB2}"/>
              </a:ext>
            </a:extLst>
          </p:cNvPr>
          <p:cNvSpPr>
            <a:spLocks noGrp="1"/>
          </p:cNvSpPr>
          <p:nvPr>
            <p:ph type="sldNum" sz="quarter" idx="12"/>
          </p:nvPr>
        </p:nvSpPr>
        <p:spPr>
          <a:xfrm>
            <a:off x="7465" y="6492874"/>
            <a:ext cx="363600" cy="365125"/>
          </a:xfrm>
        </p:spPr>
        <p:txBody>
          <a:bodyPr/>
          <a:lstStyle/>
          <a:p>
            <a:fld id="{AD91D796-2600-4CB1-AF8F-6B90FC341573}" type="slidenum">
              <a:rPr lang="en-AS" smtClean="0"/>
              <a:t>54</a:t>
            </a:fld>
            <a:endParaRPr lang="en-AS"/>
          </a:p>
        </p:txBody>
      </p:sp>
      <p:sp>
        <p:nvSpPr>
          <p:cNvPr id="82" name="Freeform 3">
            <a:extLst>
              <a:ext uri="{FF2B5EF4-FFF2-40B4-BE49-F238E27FC236}">
                <a16:creationId xmlns:a16="http://schemas.microsoft.com/office/drawing/2014/main" id="{5C905B8B-531F-E8C9-6D35-880152520C0B}"/>
              </a:ext>
            </a:extLst>
          </p:cNvPr>
          <p:cNvSpPr/>
          <p:nvPr/>
        </p:nvSpPr>
        <p:spPr>
          <a:xfrm>
            <a:off x="10225982" y="-1212538"/>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3"/>
                </a:ext>
              </a:extLst>
            </a:blip>
            <a:stretch>
              <a:fillRect/>
            </a:stretch>
          </a:blipFill>
        </p:spPr>
        <p:txBody>
          <a:bodyPr/>
          <a:lstStyle/>
          <a:p>
            <a:endParaRPr lang="en-AS" dirty="0"/>
          </a:p>
        </p:txBody>
      </p:sp>
      <p:sp>
        <p:nvSpPr>
          <p:cNvPr id="71" name="TextBox 70">
            <a:extLst>
              <a:ext uri="{FF2B5EF4-FFF2-40B4-BE49-F238E27FC236}">
                <a16:creationId xmlns:a16="http://schemas.microsoft.com/office/drawing/2014/main" id="{A59F2971-4E2E-06E3-63D6-982F39B4D371}"/>
              </a:ext>
            </a:extLst>
          </p:cNvPr>
          <p:cNvSpPr txBox="1"/>
          <p:nvPr/>
        </p:nvSpPr>
        <p:spPr>
          <a:xfrm>
            <a:off x="611852" y="1264148"/>
            <a:ext cx="10606620" cy="5032147"/>
          </a:xfrm>
          <a:prstGeom prst="rect">
            <a:avLst/>
          </a:prstGeom>
          <a:noFill/>
        </p:spPr>
        <p:txBody>
          <a:bodyPr wrap="square" rtlCol="0">
            <a:spAutoFit/>
          </a:bodyPr>
          <a:lstStyle/>
          <a:p>
            <a:pPr algn="just"/>
            <a:r>
              <a:rPr lang="en-US" sz="2400" b="1" dirty="0">
                <a:latin typeface="Times New Roman" panose="02020603050405020304" pitchFamily="18" charset="0"/>
                <a:cs typeface="Times New Roman" panose="02020603050405020304" pitchFamily="18" charset="0"/>
              </a:rPr>
              <a:t>Better Compression</a:t>
            </a:r>
            <a:r>
              <a:rPr lang="ar-EG" sz="2400" b="1" dirty="0">
                <a:latin typeface="Times New Roman" panose="02020603050405020304" pitchFamily="18" charset="0"/>
                <a:cs typeface="Times New Roman" panose="02020603050405020304" pitchFamily="18" charset="0"/>
              </a:rPr>
              <a:t>:</a:t>
            </a:r>
            <a:endParaRPr lang="en-US" sz="2400" b="1" dirty="0">
              <a:latin typeface="Times New Roman" panose="02020603050405020304" pitchFamily="18" charset="0"/>
              <a:cs typeface="Times New Roman" panose="02020603050405020304" pitchFamily="18" charset="0"/>
            </a:endParaRP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Learned entropy coding – replace zlib with arithmetic coding + learned probability models for true variable bitrate compression.</a:t>
            </a: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Multi frame references – use several past frames with learned reference selection.</a:t>
            </a:r>
          </a:p>
          <a:p>
            <a:pPr algn="just"/>
            <a:r>
              <a:rPr lang="en-US" sz="2400" b="1" dirty="0">
                <a:latin typeface="Times New Roman" panose="02020603050405020304" pitchFamily="18" charset="0"/>
                <a:cs typeface="Times New Roman" panose="02020603050405020304" pitchFamily="18" charset="0"/>
              </a:rPr>
              <a:t>Real Time &amp; Deployment:</a:t>
            </a: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Model optimization – TensorRT / ONNX for 3–5× speedup; lightweight “student” models for edge devices.</a:t>
            </a: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Progressive decoding – show a low-quality preview instantly, then refine details in the background.</a:t>
            </a: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Hardware friendly design – explore FPGA acceleration and INT8 quantization for low power devices.</a:t>
            </a:r>
          </a:p>
          <a:p>
            <a:pPr algn="just"/>
            <a:r>
              <a:rPr lang="en-US" sz="2100" dirty="0">
                <a:latin typeface="Times New Roman" panose="02020603050405020304" pitchFamily="18" charset="0"/>
                <a:cs typeface="Times New Roman" panose="02020603050405020304" pitchFamily="18" charset="0"/>
              </a:rPr>
              <a:t> </a:t>
            </a:r>
            <a:r>
              <a:rPr lang="en-US" sz="2400" b="1" dirty="0">
                <a:latin typeface="Times New Roman" panose="02020603050405020304" pitchFamily="18" charset="0"/>
                <a:cs typeface="Times New Roman" panose="02020603050405020304" pitchFamily="18" charset="0"/>
              </a:rPr>
              <a:t>Applications &amp; Adaptivity</a:t>
            </a:r>
            <a:r>
              <a:rPr lang="ar-EG" sz="2400" b="1" dirty="0">
                <a:latin typeface="Times New Roman" panose="02020603050405020304" pitchFamily="18" charset="0"/>
                <a:cs typeface="Times New Roman" panose="02020603050405020304" pitchFamily="18" charset="0"/>
              </a:rPr>
              <a:t>:</a:t>
            </a:r>
            <a:endParaRPr lang="en-US" sz="2400" b="1" dirty="0">
              <a:latin typeface="Times New Roman" panose="02020603050405020304" pitchFamily="18" charset="0"/>
              <a:cs typeface="Times New Roman" panose="02020603050405020304" pitchFamily="18" charset="0"/>
            </a:endParaRP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Scene adaptive coding – allocate more bits to faces, text, and moving objects; skip encoding in static surveillance scenes.</a:t>
            </a:r>
          </a:p>
          <a:p>
            <a:pPr marL="342900" indent="-342900" algn="just">
              <a:buFont typeface="Arial" panose="020B0604020202020204" pitchFamily="34" charset="0"/>
              <a:buChar char="•"/>
            </a:pPr>
            <a:r>
              <a:rPr lang="en-US" sz="2100" dirty="0">
                <a:latin typeface="Times New Roman" panose="02020603050405020304" pitchFamily="18" charset="0"/>
                <a:cs typeface="Times New Roman" panose="02020603050405020304" pitchFamily="18" charset="0"/>
              </a:rPr>
              <a:t>Surveillance - skip encoding when no motion is detected, saving storage and bandwidth.</a:t>
            </a:r>
          </a:p>
        </p:txBody>
      </p:sp>
      <p:grpSp>
        <p:nvGrpSpPr>
          <p:cNvPr id="75" name="Group 74">
            <a:extLst>
              <a:ext uri="{FF2B5EF4-FFF2-40B4-BE49-F238E27FC236}">
                <a16:creationId xmlns:a16="http://schemas.microsoft.com/office/drawing/2014/main" id="{3700DC38-C5EA-F68C-8EF5-A41759180F55}"/>
              </a:ext>
            </a:extLst>
          </p:cNvPr>
          <p:cNvGrpSpPr/>
          <p:nvPr/>
        </p:nvGrpSpPr>
        <p:grpSpPr>
          <a:xfrm rot="7592703">
            <a:off x="-5485367" y="-889494"/>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77" name="Graphic 37" descr="Film strip outline">
              <a:extLst>
                <a:ext uri="{FF2B5EF4-FFF2-40B4-BE49-F238E27FC236}">
                  <a16:creationId xmlns:a16="http://schemas.microsoft.com/office/drawing/2014/main" id="{3CEA543D-E63D-EED9-09DA-98D5FFBE195F}"/>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8" name="Graphic 37" descr="Film strip outline">
              <a:extLst>
                <a:ext uri="{FF2B5EF4-FFF2-40B4-BE49-F238E27FC236}">
                  <a16:creationId xmlns:a16="http://schemas.microsoft.com/office/drawing/2014/main" id="{2B99A6FC-8B6B-252A-64B6-82DBC01328CD}"/>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79" name="Graphic 37" descr="Film strip outline">
              <a:extLst>
                <a:ext uri="{FF2B5EF4-FFF2-40B4-BE49-F238E27FC236}">
                  <a16:creationId xmlns:a16="http://schemas.microsoft.com/office/drawing/2014/main" id="{0CBDA663-2B1E-5933-7604-F9D37FE243CB}"/>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8" name="Graphic 37" descr="Film strip outline">
              <a:extLst>
                <a:ext uri="{FF2B5EF4-FFF2-40B4-BE49-F238E27FC236}">
                  <a16:creationId xmlns:a16="http://schemas.microsoft.com/office/drawing/2014/main" id="{368F5117-8F50-D897-4ADF-BED347C8A79C}"/>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69" name="Freeform: Shape 68">
            <a:extLst>
              <a:ext uri="{FF2B5EF4-FFF2-40B4-BE49-F238E27FC236}">
                <a16:creationId xmlns:a16="http://schemas.microsoft.com/office/drawing/2014/main" id="{369B4C19-1A41-4014-FFB6-BFE029BF5F47}"/>
              </a:ext>
            </a:extLst>
          </p:cNvPr>
          <p:cNvSpPr/>
          <p:nvPr/>
        </p:nvSpPr>
        <p:spPr>
          <a:xfrm>
            <a:off x="12540513" y="1066089"/>
            <a:ext cx="3643086" cy="5399315"/>
          </a:xfrm>
          <a:custGeom>
            <a:avLst/>
            <a:gdLst>
              <a:gd name="csX0" fmla="*/ 0 w 3643086"/>
              <a:gd name="csY0" fmla="*/ 0 h 5399315"/>
              <a:gd name="csX1" fmla="*/ 3643086 w 3643086"/>
              <a:gd name="csY1" fmla="*/ 0 h 5399315"/>
              <a:gd name="csX2" fmla="*/ 3643086 w 3643086"/>
              <a:gd name="csY2" fmla="*/ 5399315 h 5399315"/>
              <a:gd name="csX3" fmla="*/ 0 w 3643086"/>
              <a:gd name="csY3" fmla="*/ 5399315 h 5399315"/>
              <a:gd name="csX4" fmla="*/ 0 w 3643086"/>
              <a:gd name="csY4" fmla="*/ 0 h 5399315"/>
              <a:gd name="csX5" fmla="*/ 295634 w 3643086"/>
              <a:gd name="csY5" fmla="*/ 338818 h 5399315"/>
              <a:gd name="csX6" fmla="*/ 295634 w 3643086"/>
              <a:gd name="csY6" fmla="*/ 5060497 h 5399315"/>
              <a:gd name="csX7" fmla="*/ 3347453 w 3643086"/>
              <a:gd name="csY7" fmla="*/ 5060497 h 5399315"/>
              <a:gd name="csX8" fmla="*/ 3347453 w 3643086"/>
              <a:gd name="csY8" fmla="*/ 338818 h 5399315"/>
              <a:gd name="csX9" fmla="*/ 295634 w 3643086"/>
              <a:gd name="csY9" fmla="*/ 338818 h 53993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43086" h="5399315">
                <a:moveTo>
                  <a:pt x="0" y="0"/>
                </a:moveTo>
                <a:lnTo>
                  <a:pt x="3643086" y="0"/>
                </a:lnTo>
                <a:lnTo>
                  <a:pt x="3643086" y="5399315"/>
                </a:lnTo>
                <a:lnTo>
                  <a:pt x="0" y="5399315"/>
                </a:lnTo>
                <a:lnTo>
                  <a:pt x="0" y="0"/>
                </a:lnTo>
                <a:close/>
                <a:moveTo>
                  <a:pt x="295634" y="338818"/>
                </a:moveTo>
                <a:lnTo>
                  <a:pt x="295634" y="5060497"/>
                </a:lnTo>
                <a:lnTo>
                  <a:pt x="3347453" y="5060497"/>
                </a:lnTo>
                <a:lnTo>
                  <a:pt x="3347453" y="338818"/>
                </a:lnTo>
                <a:lnTo>
                  <a:pt x="295634" y="338818"/>
                </a:lnTo>
                <a:close/>
              </a:path>
            </a:pathLst>
          </a:cu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a:p>
        </p:txBody>
      </p:sp>
      <p:sp>
        <p:nvSpPr>
          <p:cNvPr id="70" name="Rectangle 69">
            <a:extLst>
              <a:ext uri="{FF2B5EF4-FFF2-40B4-BE49-F238E27FC236}">
                <a16:creationId xmlns:a16="http://schemas.microsoft.com/office/drawing/2014/main" id="{29277505-3A30-A502-16BE-E19BC289EA50}"/>
              </a:ext>
            </a:extLst>
          </p:cNvPr>
          <p:cNvSpPr/>
          <p:nvPr/>
        </p:nvSpPr>
        <p:spPr>
          <a:xfrm>
            <a:off x="14217054" y="180597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2" name="Rectangle 71">
            <a:extLst>
              <a:ext uri="{FF2B5EF4-FFF2-40B4-BE49-F238E27FC236}">
                <a16:creationId xmlns:a16="http://schemas.microsoft.com/office/drawing/2014/main" id="{41423B9A-4EC9-DC2D-F049-6BEA5BCC7CC1}"/>
              </a:ext>
            </a:extLst>
          </p:cNvPr>
          <p:cNvSpPr>
            <a:spLocks/>
          </p:cNvSpPr>
          <p:nvPr/>
        </p:nvSpPr>
        <p:spPr>
          <a:xfrm>
            <a:off x="14217054" y="2410020"/>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3" name="Rectangle 72">
            <a:extLst>
              <a:ext uri="{FF2B5EF4-FFF2-40B4-BE49-F238E27FC236}">
                <a16:creationId xmlns:a16="http://schemas.microsoft.com/office/drawing/2014/main" id="{01F3EF58-1670-AE2C-7CCD-4DFFC7C5D807}"/>
              </a:ext>
            </a:extLst>
          </p:cNvPr>
          <p:cNvSpPr>
            <a:spLocks/>
          </p:cNvSpPr>
          <p:nvPr/>
        </p:nvSpPr>
        <p:spPr>
          <a:xfrm>
            <a:off x="14217054" y="3014064"/>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74" name="Rectangle 73">
            <a:extLst>
              <a:ext uri="{FF2B5EF4-FFF2-40B4-BE49-F238E27FC236}">
                <a16:creationId xmlns:a16="http://schemas.microsoft.com/office/drawing/2014/main" id="{EEC51C59-EA63-60AC-BE7E-33F0B150F327}"/>
              </a:ext>
            </a:extLst>
          </p:cNvPr>
          <p:cNvSpPr>
            <a:spLocks/>
          </p:cNvSpPr>
          <p:nvPr/>
        </p:nvSpPr>
        <p:spPr>
          <a:xfrm>
            <a:off x="14217054" y="4222152"/>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3" name="Rectangle 82">
            <a:extLst>
              <a:ext uri="{FF2B5EF4-FFF2-40B4-BE49-F238E27FC236}">
                <a16:creationId xmlns:a16="http://schemas.microsoft.com/office/drawing/2014/main" id="{CC4F1D4A-A778-4D8C-34DD-C1A4FB0A365E}"/>
              </a:ext>
            </a:extLst>
          </p:cNvPr>
          <p:cNvSpPr>
            <a:spLocks/>
          </p:cNvSpPr>
          <p:nvPr/>
        </p:nvSpPr>
        <p:spPr>
          <a:xfrm>
            <a:off x="14217054" y="4826196"/>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4" name="Rectangle 83">
            <a:extLst>
              <a:ext uri="{FF2B5EF4-FFF2-40B4-BE49-F238E27FC236}">
                <a16:creationId xmlns:a16="http://schemas.microsoft.com/office/drawing/2014/main" id="{A7B3DA60-A967-0778-060E-307654005B9E}"/>
              </a:ext>
            </a:extLst>
          </p:cNvPr>
          <p:cNvSpPr>
            <a:spLocks/>
          </p:cNvSpPr>
          <p:nvPr/>
        </p:nvSpPr>
        <p:spPr>
          <a:xfrm>
            <a:off x="14217054" y="5430241"/>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
        <p:nvSpPr>
          <p:cNvPr id="86" name="Freeform: Shape 85">
            <a:extLst>
              <a:ext uri="{FF2B5EF4-FFF2-40B4-BE49-F238E27FC236}">
                <a16:creationId xmlns:a16="http://schemas.microsoft.com/office/drawing/2014/main" id="{946FE558-DB7B-E7D1-4181-CECDE191D1D0}"/>
              </a:ext>
            </a:extLst>
          </p:cNvPr>
          <p:cNvSpPr/>
          <p:nvPr/>
        </p:nvSpPr>
        <p:spPr>
          <a:xfrm>
            <a:off x="13237665" y="1574410"/>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7" name="Freeform: Shape 86">
            <a:extLst>
              <a:ext uri="{FF2B5EF4-FFF2-40B4-BE49-F238E27FC236}">
                <a16:creationId xmlns:a16="http://schemas.microsoft.com/office/drawing/2014/main" id="{F592B227-5948-3BDC-5BA2-73AA7E834833}"/>
              </a:ext>
            </a:extLst>
          </p:cNvPr>
          <p:cNvSpPr/>
          <p:nvPr/>
        </p:nvSpPr>
        <p:spPr>
          <a:xfrm>
            <a:off x="13237665" y="216623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89" name="Freeform: Shape 88">
            <a:extLst>
              <a:ext uri="{FF2B5EF4-FFF2-40B4-BE49-F238E27FC236}">
                <a16:creationId xmlns:a16="http://schemas.microsoft.com/office/drawing/2014/main" id="{C8028500-2B21-FCDA-82A6-AE5198FE1F41}"/>
              </a:ext>
            </a:extLst>
          </p:cNvPr>
          <p:cNvSpPr/>
          <p:nvPr/>
        </p:nvSpPr>
        <p:spPr>
          <a:xfrm>
            <a:off x="13237665" y="2764644"/>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0" name="Freeform: Shape 89">
            <a:extLst>
              <a:ext uri="{FF2B5EF4-FFF2-40B4-BE49-F238E27FC236}">
                <a16:creationId xmlns:a16="http://schemas.microsoft.com/office/drawing/2014/main" id="{0599AEBC-6EDC-0460-F1E9-639E253C6DD8}"/>
              </a:ext>
            </a:extLst>
          </p:cNvPr>
          <p:cNvSpPr/>
          <p:nvPr/>
        </p:nvSpPr>
        <p:spPr>
          <a:xfrm>
            <a:off x="13237665" y="3373528"/>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1" name="Freeform: Shape 90">
            <a:extLst>
              <a:ext uri="{FF2B5EF4-FFF2-40B4-BE49-F238E27FC236}">
                <a16:creationId xmlns:a16="http://schemas.microsoft.com/office/drawing/2014/main" id="{A240FB09-BF20-70E0-0CD6-D16FE5036CD6}"/>
              </a:ext>
            </a:extLst>
          </p:cNvPr>
          <p:cNvSpPr/>
          <p:nvPr/>
        </p:nvSpPr>
        <p:spPr>
          <a:xfrm>
            <a:off x="13237665" y="3980535"/>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2" name="Freeform: Shape 91">
            <a:extLst>
              <a:ext uri="{FF2B5EF4-FFF2-40B4-BE49-F238E27FC236}">
                <a16:creationId xmlns:a16="http://schemas.microsoft.com/office/drawing/2014/main" id="{EEA7583C-0559-99E8-2441-11ADE792887B}"/>
              </a:ext>
            </a:extLst>
          </p:cNvPr>
          <p:cNvSpPr/>
          <p:nvPr/>
        </p:nvSpPr>
        <p:spPr>
          <a:xfrm>
            <a:off x="13237665" y="4589419"/>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3" name="Freeform: Shape 92">
            <a:extLst>
              <a:ext uri="{FF2B5EF4-FFF2-40B4-BE49-F238E27FC236}">
                <a16:creationId xmlns:a16="http://schemas.microsoft.com/office/drawing/2014/main" id="{DFE26520-8071-9E20-A282-F80D7F8A0BFB}"/>
              </a:ext>
            </a:extLst>
          </p:cNvPr>
          <p:cNvSpPr/>
          <p:nvPr/>
        </p:nvSpPr>
        <p:spPr>
          <a:xfrm>
            <a:off x="13237665" y="5185931"/>
            <a:ext cx="774786" cy="638675"/>
          </a:xfrm>
          <a:custGeom>
            <a:avLst/>
            <a:gdLst>
              <a:gd name="csX0" fmla="*/ 774786 w 774786"/>
              <a:gd name="csY0" fmla="*/ 146581 h 638675"/>
              <a:gd name="csX1" fmla="*/ 628205 w 774786"/>
              <a:gd name="csY1" fmla="*/ 0 h 638675"/>
              <a:gd name="csX2" fmla="*/ 282692 w 774786"/>
              <a:gd name="csY2" fmla="*/ 345513 h 638675"/>
              <a:gd name="csX3" fmla="*/ 146581 w 774786"/>
              <a:gd name="csY3" fmla="*/ 209402 h 638675"/>
              <a:gd name="csX4" fmla="*/ 0 w 774786"/>
              <a:gd name="csY4" fmla="*/ 355983 h 638675"/>
              <a:gd name="csX5" fmla="*/ 282692 w 774786"/>
              <a:gd name="csY5" fmla="*/ 638675 h 638675"/>
            </a:gdLst>
            <a:ahLst/>
            <a:cxnLst>
              <a:cxn ang="0">
                <a:pos x="csX0" y="csY0"/>
              </a:cxn>
              <a:cxn ang="0">
                <a:pos x="csX1" y="csY1"/>
              </a:cxn>
              <a:cxn ang="0">
                <a:pos x="csX2" y="csY2"/>
              </a:cxn>
              <a:cxn ang="0">
                <a:pos x="csX3" y="csY3"/>
              </a:cxn>
              <a:cxn ang="0">
                <a:pos x="csX4" y="csY4"/>
              </a:cxn>
              <a:cxn ang="0">
                <a:pos x="csX5" y="csY5"/>
              </a:cxn>
            </a:cxnLst>
            <a:rect l="l" t="t" r="r" b="b"/>
            <a:pathLst>
              <a:path w="774786" h="638675">
                <a:moveTo>
                  <a:pt x="774786" y="146581"/>
                </a:moveTo>
                <a:lnTo>
                  <a:pt x="628205" y="0"/>
                </a:lnTo>
                <a:lnTo>
                  <a:pt x="282692" y="345513"/>
                </a:lnTo>
                <a:lnTo>
                  <a:pt x="146581" y="209402"/>
                </a:lnTo>
                <a:lnTo>
                  <a:pt x="0" y="355983"/>
                </a:lnTo>
                <a:lnTo>
                  <a:pt x="282692" y="638675"/>
                </a:lnTo>
                <a:close/>
              </a:path>
            </a:pathLst>
          </a:custGeom>
          <a:solidFill>
            <a:schemeClr val="tx1">
              <a:lumMod val="65000"/>
              <a:lumOff val="35000"/>
              <a:alpha val="40000"/>
            </a:schemeClr>
          </a:solidFill>
          <a:ln w="52288" cap="flat">
            <a:noFill/>
            <a:prstDash val="solid"/>
            <a:miter/>
          </a:ln>
        </p:spPr>
        <p:txBody>
          <a:bodyPr/>
          <a:lstStyle/>
          <a:p>
            <a:endParaRPr lang="en-AS" dirty="0"/>
          </a:p>
        </p:txBody>
      </p:sp>
      <p:sp>
        <p:nvSpPr>
          <p:cNvPr id="94" name="Rectangle 93">
            <a:extLst>
              <a:ext uri="{FF2B5EF4-FFF2-40B4-BE49-F238E27FC236}">
                <a16:creationId xmlns:a16="http://schemas.microsoft.com/office/drawing/2014/main" id="{5008B9CE-B034-FFC4-5EE5-5847784B09D6}"/>
              </a:ext>
            </a:extLst>
          </p:cNvPr>
          <p:cNvSpPr>
            <a:spLocks/>
          </p:cNvSpPr>
          <p:nvPr/>
        </p:nvSpPr>
        <p:spPr>
          <a:xfrm>
            <a:off x="14217053" y="3618108"/>
            <a:ext cx="1516603" cy="295275"/>
          </a:xfrm>
          <a:prstGeom prst="rect">
            <a:avLst/>
          </a:prstGeom>
          <a:solidFill>
            <a:schemeClr val="bg2">
              <a:lumMod val="7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a:p>
        </p:txBody>
      </p:sp>
    </p:spTree>
    <p:extLst>
      <p:ext uri="{BB962C8B-B14F-4D97-AF65-F5344CB8AC3E}">
        <p14:creationId xmlns:p14="http://schemas.microsoft.com/office/powerpoint/2010/main" val="13175501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1">
                                            <p:txEl>
                                              <p:pRg st="0" end="0"/>
                                            </p:txEl>
                                          </p:spTgt>
                                        </p:tgtEl>
                                        <p:attrNameLst>
                                          <p:attrName>style.visibility</p:attrName>
                                        </p:attrNameLst>
                                      </p:cBhvr>
                                      <p:to>
                                        <p:strVal val="visible"/>
                                      </p:to>
                                    </p:set>
                                    <p:animEffect transition="in" filter="wipe(left)">
                                      <p:cBhvr>
                                        <p:cTn id="7" dur="500"/>
                                        <p:tgtEl>
                                          <p:spTgt spid="71">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1">
                                            <p:txEl>
                                              <p:pRg st="1" end="1"/>
                                            </p:txEl>
                                          </p:spTgt>
                                        </p:tgtEl>
                                        <p:attrNameLst>
                                          <p:attrName>style.visibility</p:attrName>
                                        </p:attrNameLst>
                                      </p:cBhvr>
                                      <p:to>
                                        <p:strVal val="visible"/>
                                      </p:to>
                                    </p:set>
                                    <p:animEffect transition="in" filter="wipe(left)">
                                      <p:cBhvr>
                                        <p:cTn id="11" dur="500"/>
                                        <p:tgtEl>
                                          <p:spTgt spid="71">
                                            <p:txEl>
                                              <p:pRg st="1" end="1"/>
                                            </p:tx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71">
                                            <p:txEl>
                                              <p:pRg st="2" end="2"/>
                                            </p:txEl>
                                          </p:spTgt>
                                        </p:tgtEl>
                                        <p:attrNameLst>
                                          <p:attrName>style.visibility</p:attrName>
                                        </p:attrNameLst>
                                      </p:cBhvr>
                                      <p:to>
                                        <p:strVal val="visible"/>
                                      </p:to>
                                    </p:set>
                                    <p:animEffect transition="in" filter="wipe(left)">
                                      <p:cBhvr>
                                        <p:cTn id="15" dur="500"/>
                                        <p:tgtEl>
                                          <p:spTgt spid="71">
                                            <p:txEl>
                                              <p:pRg st="2" end="2"/>
                                            </p:tx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71">
                                            <p:txEl>
                                              <p:pRg st="3" end="3"/>
                                            </p:txEl>
                                          </p:spTgt>
                                        </p:tgtEl>
                                        <p:attrNameLst>
                                          <p:attrName>style.visibility</p:attrName>
                                        </p:attrNameLst>
                                      </p:cBhvr>
                                      <p:to>
                                        <p:strVal val="visible"/>
                                      </p:to>
                                    </p:set>
                                    <p:animEffect transition="in" filter="wipe(left)">
                                      <p:cBhvr>
                                        <p:cTn id="19" dur="500"/>
                                        <p:tgtEl>
                                          <p:spTgt spid="71">
                                            <p:txEl>
                                              <p:pRg st="3" end="3"/>
                                            </p:txEl>
                                          </p:spTgt>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71">
                                            <p:txEl>
                                              <p:pRg st="4" end="4"/>
                                            </p:txEl>
                                          </p:spTgt>
                                        </p:tgtEl>
                                        <p:attrNameLst>
                                          <p:attrName>style.visibility</p:attrName>
                                        </p:attrNameLst>
                                      </p:cBhvr>
                                      <p:to>
                                        <p:strVal val="visible"/>
                                      </p:to>
                                    </p:set>
                                    <p:animEffect transition="in" filter="wipe(left)">
                                      <p:cBhvr>
                                        <p:cTn id="23" dur="500"/>
                                        <p:tgtEl>
                                          <p:spTgt spid="71">
                                            <p:txEl>
                                              <p:pRg st="4" end="4"/>
                                            </p:tx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71">
                                            <p:txEl>
                                              <p:pRg st="5" end="5"/>
                                            </p:txEl>
                                          </p:spTgt>
                                        </p:tgtEl>
                                        <p:attrNameLst>
                                          <p:attrName>style.visibility</p:attrName>
                                        </p:attrNameLst>
                                      </p:cBhvr>
                                      <p:to>
                                        <p:strVal val="visible"/>
                                      </p:to>
                                    </p:set>
                                    <p:animEffect transition="in" filter="wipe(left)">
                                      <p:cBhvr>
                                        <p:cTn id="27" dur="500"/>
                                        <p:tgtEl>
                                          <p:spTgt spid="71">
                                            <p:txEl>
                                              <p:pRg st="5" end="5"/>
                                            </p:txEl>
                                          </p:spTgt>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71">
                                            <p:txEl>
                                              <p:pRg st="6" end="6"/>
                                            </p:txEl>
                                          </p:spTgt>
                                        </p:tgtEl>
                                        <p:attrNameLst>
                                          <p:attrName>style.visibility</p:attrName>
                                        </p:attrNameLst>
                                      </p:cBhvr>
                                      <p:to>
                                        <p:strVal val="visible"/>
                                      </p:to>
                                    </p:set>
                                    <p:animEffect transition="in" filter="wipe(left)">
                                      <p:cBhvr>
                                        <p:cTn id="31" dur="500"/>
                                        <p:tgtEl>
                                          <p:spTgt spid="71">
                                            <p:txEl>
                                              <p:pRg st="6" end="6"/>
                                            </p:txEl>
                                          </p:spTgt>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71">
                                            <p:txEl>
                                              <p:pRg st="7" end="7"/>
                                            </p:txEl>
                                          </p:spTgt>
                                        </p:tgtEl>
                                        <p:attrNameLst>
                                          <p:attrName>style.visibility</p:attrName>
                                        </p:attrNameLst>
                                      </p:cBhvr>
                                      <p:to>
                                        <p:strVal val="visible"/>
                                      </p:to>
                                    </p:set>
                                    <p:animEffect transition="in" filter="wipe(left)">
                                      <p:cBhvr>
                                        <p:cTn id="35" dur="500"/>
                                        <p:tgtEl>
                                          <p:spTgt spid="71">
                                            <p:txEl>
                                              <p:pRg st="7" end="7"/>
                                            </p:txEl>
                                          </p:spTgt>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71">
                                            <p:txEl>
                                              <p:pRg st="8" end="8"/>
                                            </p:txEl>
                                          </p:spTgt>
                                        </p:tgtEl>
                                        <p:attrNameLst>
                                          <p:attrName>style.visibility</p:attrName>
                                        </p:attrNameLst>
                                      </p:cBhvr>
                                      <p:to>
                                        <p:strVal val="visible"/>
                                      </p:to>
                                    </p:set>
                                    <p:animEffect transition="in" filter="wipe(left)">
                                      <p:cBhvr>
                                        <p:cTn id="39" dur="500"/>
                                        <p:tgtEl>
                                          <p:spTgt spid="71">
                                            <p:txEl>
                                              <p:pRg st="8" end="8"/>
                                            </p:txEl>
                                          </p:spTgt>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71">
                                            <p:txEl>
                                              <p:pRg st="9" end="9"/>
                                            </p:txEl>
                                          </p:spTgt>
                                        </p:tgtEl>
                                        <p:attrNameLst>
                                          <p:attrName>style.visibility</p:attrName>
                                        </p:attrNameLst>
                                      </p:cBhvr>
                                      <p:to>
                                        <p:strVal val="visible"/>
                                      </p:to>
                                    </p:set>
                                    <p:animEffect transition="in" filter="wipe(left)">
                                      <p:cBhvr>
                                        <p:cTn id="43" dur="500"/>
                                        <p:tgtEl>
                                          <p:spTgt spid="71">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uiExpand="1" build="p"/>
    </p:bldLst>
  </p:timing>
</p:sld>
</file>

<file path=ppt/slides/slide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08000" b="-108000"/>
          </a:stretch>
        </a:blipFill>
        <a:effectLst/>
      </p:bgPr>
    </p:bg>
    <p:spTree>
      <p:nvGrpSpPr>
        <p:cNvPr id="1" name=""/>
        <p:cNvGrpSpPr/>
        <p:nvPr/>
      </p:nvGrpSpPr>
      <p:grpSpPr>
        <a:xfrm>
          <a:off x="0" y="0"/>
          <a:ext cx="0" cy="0"/>
          <a:chOff x="0" y="0"/>
          <a:chExt cx="0" cy="0"/>
        </a:xfrm>
      </p:grpSpPr>
      <p:sp>
        <p:nvSpPr>
          <p:cNvPr id="5" name="Gradiant">
            <a:extLst>
              <a:ext uri="{FF2B5EF4-FFF2-40B4-BE49-F238E27FC236}">
                <a16:creationId xmlns:a16="http://schemas.microsoft.com/office/drawing/2014/main" id="{C8AD622E-B944-3FDC-7191-570DD2A19E05}"/>
              </a:ext>
            </a:extLst>
          </p:cNvPr>
          <p:cNvSpPr/>
          <p:nvPr/>
        </p:nvSpPr>
        <p:spPr>
          <a:xfrm>
            <a:off x="0" y="4200355"/>
            <a:ext cx="12192000" cy="3287013"/>
          </a:xfrm>
          <a:prstGeom prst="rect">
            <a:avLst/>
          </a:prstGeom>
          <a:gradFill>
            <a:gsLst>
              <a:gs pos="0">
                <a:schemeClr val="accent1">
                  <a:lumMod val="5000"/>
                  <a:lumOff val="95000"/>
                  <a:alpha val="0"/>
                </a:schemeClr>
              </a:gs>
              <a:gs pos="88000">
                <a:schemeClr val="tx1">
                  <a:lumMod val="85000"/>
                  <a:lumOff val="1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S" dirty="0"/>
          </a:p>
        </p:txBody>
      </p:sp>
      <p:grpSp>
        <p:nvGrpSpPr>
          <p:cNvPr id="81" name="Group 80">
            <a:extLst>
              <a:ext uri="{FF2B5EF4-FFF2-40B4-BE49-F238E27FC236}">
                <a16:creationId xmlns:a16="http://schemas.microsoft.com/office/drawing/2014/main" id="{DA01592C-AA4B-BEFB-995A-7242A3EFEFE8}"/>
              </a:ext>
            </a:extLst>
          </p:cNvPr>
          <p:cNvGrpSpPr/>
          <p:nvPr/>
        </p:nvGrpSpPr>
        <p:grpSpPr>
          <a:xfrm rot="5400000">
            <a:off x="-5150042" y="2865295"/>
            <a:ext cx="11066160" cy="1961092"/>
            <a:chOff x="-3381843" y="685556"/>
            <a:chExt cx="11066160" cy="1961092"/>
          </a:xfrm>
          <a:solidFill>
            <a:srgbClr val="B4B4B4">
              <a:alpha val="20000"/>
            </a:srgbClr>
          </a:solidFill>
          <a:effectLst>
            <a:outerShdw dist="38100" dir="2700000" algn="tl" rotWithShape="0">
              <a:schemeClr val="tx1">
                <a:lumMod val="85000"/>
                <a:lumOff val="15000"/>
                <a:alpha val="60000"/>
              </a:schemeClr>
            </a:outerShdw>
          </a:effectLst>
        </p:grpSpPr>
        <p:sp>
          <p:nvSpPr>
            <p:cNvPr id="82" name="Graphic 37" descr="Film strip outline">
              <a:extLst>
                <a:ext uri="{FF2B5EF4-FFF2-40B4-BE49-F238E27FC236}">
                  <a16:creationId xmlns:a16="http://schemas.microsoft.com/office/drawing/2014/main" id="{7CB454D6-4A78-0DCF-793D-9F644F01183B}"/>
                </a:ext>
              </a:extLst>
            </p:cNvPr>
            <p:cNvSpPr/>
            <p:nvPr/>
          </p:nvSpPr>
          <p:spPr>
            <a:xfrm rot="5400000">
              <a:off x="532050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3" name="Graphic 37" descr="Film strip outline">
              <a:extLst>
                <a:ext uri="{FF2B5EF4-FFF2-40B4-BE49-F238E27FC236}">
                  <a16:creationId xmlns:a16="http://schemas.microsoft.com/office/drawing/2014/main" id="{F83FEAF7-67E9-2797-E418-7104A4B1669B}"/>
                </a:ext>
              </a:extLst>
            </p:cNvPr>
            <p:cNvSpPr/>
            <p:nvPr/>
          </p:nvSpPr>
          <p:spPr>
            <a:xfrm rot="5400000">
              <a:off x="2553961"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4" name="Graphic 37" descr="Film strip outline">
              <a:extLst>
                <a:ext uri="{FF2B5EF4-FFF2-40B4-BE49-F238E27FC236}">
                  <a16:creationId xmlns:a16="http://schemas.microsoft.com/office/drawing/2014/main" id="{69C14B9B-1FE4-8983-89DA-53CDC73C01C8}"/>
                </a:ext>
              </a:extLst>
            </p:cNvPr>
            <p:cNvSpPr/>
            <p:nvPr/>
          </p:nvSpPr>
          <p:spPr>
            <a:xfrm rot="5400000">
              <a:off x="-21257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sp>
          <p:nvSpPr>
            <p:cNvPr id="85" name="Graphic 37" descr="Film strip outline">
              <a:extLst>
                <a:ext uri="{FF2B5EF4-FFF2-40B4-BE49-F238E27FC236}">
                  <a16:creationId xmlns:a16="http://schemas.microsoft.com/office/drawing/2014/main" id="{76C63EB4-004A-6DE9-9D38-D984EF2AEC9C}"/>
                </a:ext>
              </a:extLst>
            </p:cNvPr>
            <p:cNvSpPr/>
            <p:nvPr/>
          </p:nvSpPr>
          <p:spPr>
            <a:xfrm rot="5400000">
              <a:off x="-2979119" y="282832"/>
              <a:ext cx="1961092" cy="2766540"/>
            </a:xfrm>
            <a:custGeom>
              <a:avLst/>
              <a:gdLst>
                <a:gd name="csX0" fmla="*/ 3288396 w 3836462"/>
                <a:gd name="csY0" fmla="*/ 0 h 5412151"/>
                <a:gd name="csX1" fmla="*/ 0 w 3836462"/>
                <a:gd name="csY1" fmla="*/ 0 h 5412151"/>
                <a:gd name="csX2" fmla="*/ 0 w 3836462"/>
                <a:gd name="csY2" fmla="*/ 5412152 h 5412151"/>
                <a:gd name="csX3" fmla="*/ 3836462 w 3836462"/>
                <a:gd name="csY3" fmla="*/ 5412152 h 5412151"/>
                <a:gd name="csX4" fmla="*/ 3836462 w 3836462"/>
                <a:gd name="csY4" fmla="*/ 0 h 5412151"/>
                <a:gd name="csX5" fmla="*/ 3699446 w 3836462"/>
                <a:gd name="csY5" fmla="*/ 137017 h 5412151"/>
                <a:gd name="csX6" fmla="*/ 3699446 w 3836462"/>
                <a:gd name="csY6" fmla="*/ 479558 h 5412151"/>
                <a:gd name="csX7" fmla="*/ 3288396 w 3836462"/>
                <a:gd name="csY7" fmla="*/ 479558 h 5412151"/>
                <a:gd name="csX8" fmla="*/ 3288396 w 3836462"/>
                <a:gd name="csY8" fmla="*/ 137017 h 5412151"/>
                <a:gd name="csX9" fmla="*/ 685083 w 3836462"/>
                <a:gd name="csY9" fmla="*/ 1710925 h 5412151"/>
                <a:gd name="csX10" fmla="*/ 687206 w 3836462"/>
                <a:gd name="csY10" fmla="*/ 1712706 h 5412151"/>
                <a:gd name="csX11" fmla="*/ 685083 w 3836462"/>
                <a:gd name="csY11" fmla="*/ 1714488 h 5412151"/>
                <a:gd name="csX12" fmla="*/ 548066 w 3836462"/>
                <a:gd name="csY12" fmla="*/ 959116 h 5412151"/>
                <a:gd name="csX13" fmla="*/ 137017 w 3836462"/>
                <a:gd name="csY13" fmla="*/ 959116 h 5412151"/>
                <a:gd name="csX14" fmla="*/ 137017 w 3836462"/>
                <a:gd name="csY14" fmla="*/ 616574 h 5412151"/>
                <a:gd name="csX15" fmla="*/ 548066 w 3836462"/>
                <a:gd name="csY15" fmla="*/ 616574 h 5412151"/>
                <a:gd name="csX16" fmla="*/ 548066 w 3836462"/>
                <a:gd name="csY16" fmla="*/ 1096132 h 5412151"/>
                <a:gd name="csX17" fmla="*/ 548066 w 3836462"/>
                <a:gd name="csY17" fmla="*/ 1438673 h 5412151"/>
                <a:gd name="csX18" fmla="*/ 137017 w 3836462"/>
                <a:gd name="csY18" fmla="*/ 1438673 h 5412151"/>
                <a:gd name="csX19" fmla="*/ 137017 w 3836462"/>
                <a:gd name="csY19" fmla="*/ 1096132 h 5412151"/>
                <a:gd name="csX20" fmla="*/ 548066 w 3836462"/>
                <a:gd name="csY20" fmla="*/ 1575690 h 5412151"/>
                <a:gd name="csX21" fmla="*/ 548066 w 3836462"/>
                <a:gd name="csY21" fmla="*/ 1918231 h 5412151"/>
                <a:gd name="csX22" fmla="*/ 137017 w 3836462"/>
                <a:gd name="csY22" fmla="*/ 1918231 h 5412151"/>
                <a:gd name="csX23" fmla="*/ 137017 w 3836462"/>
                <a:gd name="csY23" fmla="*/ 1575690 h 5412151"/>
                <a:gd name="csX24" fmla="*/ 548066 w 3836462"/>
                <a:gd name="csY24" fmla="*/ 2055248 h 5412151"/>
                <a:gd name="csX25" fmla="*/ 548066 w 3836462"/>
                <a:gd name="csY25" fmla="*/ 2397789 h 5412151"/>
                <a:gd name="csX26" fmla="*/ 137017 w 3836462"/>
                <a:gd name="csY26" fmla="*/ 2397789 h 5412151"/>
                <a:gd name="csX27" fmla="*/ 137017 w 3836462"/>
                <a:gd name="csY27" fmla="*/ 2055248 h 5412151"/>
                <a:gd name="csX28" fmla="*/ 548066 w 3836462"/>
                <a:gd name="csY28" fmla="*/ 2534805 h 5412151"/>
                <a:gd name="csX29" fmla="*/ 548066 w 3836462"/>
                <a:gd name="csY29" fmla="*/ 2877347 h 5412151"/>
                <a:gd name="csX30" fmla="*/ 137017 w 3836462"/>
                <a:gd name="csY30" fmla="*/ 2877347 h 5412151"/>
                <a:gd name="csX31" fmla="*/ 137017 w 3836462"/>
                <a:gd name="csY31" fmla="*/ 2534805 h 5412151"/>
                <a:gd name="csX32" fmla="*/ 548066 w 3836462"/>
                <a:gd name="csY32" fmla="*/ 3014363 h 5412151"/>
                <a:gd name="csX33" fmla="*/ 548066 w 3836462"/>
                <a:gd name="csY33" fmla="*/ 3356904 h 5412151"/>
                <a:gd name="csX34" fmla="*/ 137017 w 3836462"/>
                <a:gd name="csY34" fmla="*/ 3356904 h 5412151"/>
                <a:gd name="csX35" fmla="*/ 137017 w 3836462"/>
                <a:gd name="csY35" fmla="*/ 3014363 h 5412151"/>
                <a:gd name="csX36" fmla="*/ 548066 w 3836462"/>
                <a:gd name="csY36" fmla="*/ 3493921 h 5412151"/>
                <a:gd name="csX37" fmla="*/ 548066 w 3836462"/>
                <a:gd name="csY37" fmla="*/ 3836462 h 5412151"/>
                <a:gd name="csX38" fmla="*/ 137017 w 3836462"/>
                <a:gd name="csY38" fmla="*/ 3836462 h 5412151"/>
                <a:gd name="csX39" fmla="*/ 137017 w 3836462"/>
                <a:gd name="csY39" fmla="*/ 3493921 h 5412151"/>
                <a:gd name="csX40" fmla="*/ 548066 w 3836462"/>
                <a:gd name="csY40" fmla="*/ 3973479 h 5412151"/>
                <a:gd name="csX41" fmla="*/ 548066 w 3836462"/>
                <a:gd name="csY41" fmla="*/ 4316020 h 5412151"/>
                <a:gd name="csX42" fmla="*/ 137017 w 3836462"/>
                <a:gd name="csY42" fmla="*/ 4316020 h 5412151"/>
                <a:gd name="csX43" fmla="*/ 137017 w 3836462"/>
                <a:gd name="csY43" fmla="*/ 3973479 h 5412151"/>
                <a:gd name="csX44" fmla="*/ 548066 w 3836462"/>
                <a:gd name="csY44" fmla="*/ 4453036 h 5412151"/>
                <a:gd name="csX45" fmla="*/ 548066 w 3836462"/>
                <a:gd name="csY45" fmla="*/ 4795578 h 5412151"/>
                <a:gd name="csX46" fmla="*/ 137017 w 3836462"/>
                <a:gd name="csY46" fmla="*/ 4795578 h 5412151"/>
                <a:gd name="csX47" fmla="*/ 137017 w 3836462"/>
                <a:gd name="csY47" fmla="*/ 4453036 h 5412151"/>
                <a:gd name="csX48" fmla="*/ 685083 w 3836462"/>
                <a:gd name="csY48" fmla="*/ 3697664 h 5412151"/>
                <a:gd name="csX49" fmla="*/ 687206 w 3836462"/>
                <a:gd name="csY49" fmla="*/ 3699446 h 5412151"/>
                <a:gd name="csX50" fmla="*/ 685083 w 3836462"/>
                <a:gd name="csY50" fmla="*/ 3701227 h 5412151"/>
                <a:gd name="csX51" fmla="*/ 685083 w 3836462"/>
                <a:gd name="csY51" fmla="*/ 3425413 h 5412151"/>
                <a:gd name="csX52" fmla="*/ 685083 w 3836462"/>
                <a:gd name="csY52" fmla="*/ 1986739 h 5412151"/>
                <a:gd name="csX53" fmla="*/ 890607 w 3836462"/>
                <a:gd name="csY53" fmla="*/ 1781215 h 5412151"/>
                <a:gd name="csX54" fmla="*/ 2945855 w 3836462"/>
                <a:gd name="csY54" fmla="*/ 1781215 h 5412151"/>
                <a:gd name="csX55" fmla="*/ 3151380 w 3836462"/>
                <a:gd name="csY55" fmla="*/ 1986739 h 5412151"/>
                <a:gd name="csX56" fmla="*/ 3151380 w 3836462"/>
                <a:gd name="csY56" fmla="*/ 3425413 h 5412151"/>
                <a:gd name="csX57" fmla="*/ 2945855 w 3836462"/>
                <a:gd name="csY57" fmla="*/ 3630937 h 5412151"/>
                <a:gd name="csX58" fmla="*/ 890607 w 3836462"/>
                <a:gd name="csY58" fmla="*/ 3630937 h 5412151"/>
                <a:gd name="csX59" fmla="*/ 685083 w 3836462"/>
                <a:gd name="csY59" fmla="*/ 3425413 h 5412151"/>
                <a:gd name="csX60" fmla="*/ 3151380 w 3836462"/>
                <a:gd name="csY60" fmla="*/ 1714488 h 5412151"/>
                <a:gd name="csX61" fmla="*/ 3149256 w 3836462"/>
                <a:gd name="csY61" fmla="*/ 1712706 h 5412151"/>
                <a:gd name="csX62" fmla="*/ 3151380 w 3836462"/>
                <a:gd name="csY62" fmla="*/ 1710925 h 5412151"/>
                <a:gd name="csX63" fmla="*/ 3151380 w 3836462"/>
                <a:gd name="csY63" fmla="*/ 3697664 h 5412151"/>
                <a:gd name="csX64" fmla="*/ 3151380 w 3836462"/>
                <a:gd name="csY64" fmla="*/ 3701227 h 5412151"/>
                <a:gd name="csX65" fmla="*/ 3149256 w 3836462"/>
                <a:gd name="csY65" fmla="*/ 3699446 h 5412151"/>
                <a:gd name="csX66" fmla="*/ 3151380 w 3836462"/>
                <a:gd name="csY66" fmla="*/ 3697664 h 5412151"/>
                <a:gd name="csX67" fmla="*/ 3288396 w 3836462"/>
                <a:gd name="csY67" fmla="*/ 4453036 h 5412151"/>
                <a:gd name="csX68" fmla="*/ 3699446 w 3836462"/>
                <a:gd name="csY68" fmla="*/ 4453036 h 5412151"/>
                <a:gd name="csX69" fmla="*/ 3699446 w 3836462"/>
                <a:gd name="csY69" fmla="*/ 4795578 h 5412151"/>
                <a:gd name="csX70" fmla="*/ 3288396 w 3836462"/>
                <a:gd name="csY70" fmla="*/ 4795578 h 5412151"/>
                <a:gd name="csX71" fmla="*/ 3288396 w 3836462"/>
                <a:gd name="csY71" fmla="*/ 4316020 h 5412151"/>
                <a:gd name="csX72" fmla="*/ 3288396 w 3836462"/>
                <a:gd name="csY72" fmla="*/ 3973479 h 5412151"/>
                <a:gd name="csX73" fmla="*/ 3699446 w 3836462"/>
                <a:gd name="csY73" fmla="*/ 3973479 h 5412151"/>
                <a:gd name="csX74" fmla="*/ 3699446 w 3836462"/>
                <a:gd name="csY74" fmla="*/ 4316020 h 5412151"/>
                <a:gd name="csX75" fmla="*/ 3288396 w 3836462"/>
                <a:gd name="csY75" fmla="*/ 3836462 h 5412151"/>
                <a:gd name="csX76" fmla="*/ 3288396 w 3836462"/>
                <a:gd name="csY76" fmla="*/ 3493921 h 5412151"/>
                <a:gd name="csX77" fmla="*/ 3699446 w 3836462"/>
                <a:gd name="csY77" fmla="*/ 3493921 h 5412151"/>
                <a:gd name="csX78" fmla="*/ 3699446 w 3836462"/>
                <a:gd name="csY78" fmla="*/ 3836462 h 5412151"/>
                <a:gd name="csX79" fmla="*/ 3288396 w 3836462"/>
                <a:gd name="csY79" fmla="*/ 3356904 h 5412151"/>
                <a:gd name="csX80" fmla="*/ 3288396 w 3836462"/>
                <a:gd name="csY80" fmla="*/ 3014363 h 5412151"/>
                <a:gd name="csX81" fmla="*/ 3699446 w 3836462"/>
                <a:gd name="csY81" fmla="*/ 3014363 h 5412151"/>
                <a:gd name="csX82" fmla="*/ 3699446 w 3836462"/>
                <a:gd name="csY82" fmla="*/ 3356904 h 5412151"/>
                <a:gd name="csX83" fmla="*/ 3288396 w 3836462"/>
                <a:gd name="csY83" fmla="*/ 2877347 h 5412151"/>
                <a:gd name="csX84" fmla="*/ 3288396 w 3836462"/>
                <a:gd name="csY84" fmla="*/ 2534805 h 5412151"/>
                <a:gd name="csX85" fmla="*/ 3699446 w 3836462"/>
                <a:gd name="csY85" fmla="*/ 2534805 h 5412151"/>
                <a:gd name="csX86" fmla="*/ 3699446 w 3836462"/>
                <a:gd name="csY86" fmla="*/ 2877347 h 5412151"/>
                <a:gd name="csX87" fmla="*/ 3288396 w 3836462"/>
                <a:gd name="csY87" fmla="*/ 2397789 h 5412151"/>
                <a:gd name="csX88" fmla="*/ 3288396 w 3836462"/>
                <a:gd name="csY88" fmla="*/ 2055248 h 5412151"/>
                <a:gd name="csX89" fmla="*/ 3699446 w 3836462"/>
                <a:gd name="csY89" fmla="*/ 2055248 h 5412151"/>
                <a:gd name="csX90" fmla="*/ 3699446 w 3836462"/>
                <a:gd name="csY90" fmla="*/ 2397789 h 5412151"/>
                <a:gd name="csX91" fmla="*/ 3288396 w 3836462"/>
                <a:gd name="csY91" fmla="*/ 1918231 h 5412151"/>
                <a:gd name="csX92" fmla="*/ 3288396 w 3836462"/>
                <a:gd name="csY92" fmla="*/ 1575690 h 5412151"/>
                <a:gd name="csX93" fmla="*/ 3699446 w 3836462"/>
                <a:gd name="csY93" fmla="*/ 1575690 h 5412151"/>
                <a:gd name="csX94" fmla="*/ 3699446 w 3836462"/>
                <a:gd name="csY94" fmla="*/ 1918231 h 5412151"/>
                <a:gd name="csX95" fmla="*/ 3288396 w 3836462"/>
                <a:gd name="csY95" fmla="*/ 1438673 h 5412151"/>
                <a:gd name="csX96" fmla="*/ 3288396 w 3836462"/>
                <a:gd name="csY96" fmla="*/ 1096132 h 5412151"/>
                <a:gd name="csX97" fmla="*/ 3699446 w 3836462"/>
                <a:gd name="csY97" fmla="*/ 1096132 h 5412151"/>
                <a:gd name="csX98" fmla="*/ 3699446 w 3836462"/>
                <a:gd name="csY98" fmla="*/ 1438673 h 5412151"/>
                <a:gd name="csX99" fmla="*/ 3288396 w 3836462"/>
                <a:gd name="csY99" fmla="*/ 959116 h 5412151"/>
                <a:gd name="csX100" fmla="*/ 3288396 w 3836462"/>
                <a:gd name="csY100" fmla="*/ 616574 h 5412151"/>
                <a:gd name="csX101" fmla="*/ 3699446 w 3836462"/>
                <a:gd name="csY101" fmla="*/ 616574 h 5412151"/>
                <a:gd name="csX102" fmla="*/ 3699446 w 3836462"/>
                <a:gd name="csY102" fmla="*/ 959116 h 5412151"/>
                <a:gd name="csX103" fmla="*/ 3151380 w 3836462"/>
                <a:gd name="csY103" fmla="*/ 137017 h 5412151"/>
                <a:gd name="csX104" fmla="*/ 3151380 w 3836462"/>
                <a:gd name="csY104" fmla="*/ 1438673 h 5412151"/>
                <a:gd name="csX105" fmla="*/ 2945855 w 3836462"/>
                <a:gd name="csY105" fmla="*/ 1644198 h 5412151"/>
                <a:gd name="csX106" fmla="*/ 890607 w 3836462"/>
                <a:gd name="csY106" fmla="*/ 1644198 h 5412151"/>
                <a:gd name="csX107" fmla="*/ 685083 w 3836462"/>
                <a:gd name="csY107" fmla="*/ 1438673 h 5412151"/>
                <a:gd name="csX108" fmla="*/ 685083 w 3836462"/>
                <a:gd name="csY108" fmla="*/ 137017 h 5412151"/>
                <a:gd name="csX109" fmla="*/ 548066 w 3836462"/>
                <a:gd name="csY109" fmla="*/ 137017 h 5412151"/>
                <a:gd name="csX110" fmla="*/ 548066 w 3836462"/>
                <a:gd name="csY110" fmla="*/ 479558 h 5412151"/>
                <a:gd name="csX111" fmla="*/ 137017 w 3836462"/>
                <a:gd name="csY111" fmla="*/ 479558 h 5412151"/>
                <a:gd name="csX112" fmla="*/ 137017 w 3836462"/>
                <a:gd name="csY112" fmla="*/ 137017 h 5412151"/>
                <a:gd name="csX113" fmla="*/ 137017 w 3836462"/>
                <a:gd name="csY113" fmla="*/ 5275135 h 5412151"/>
                <a:gd name="csX114" fmla="*/ 137017 w 3836462"/>
                <a:gd name="csY114" fmla="*/ 4932594 h 5412151"/>
                <a:gd name="csX115" fmla="*/ 548066 w 3836462"/>
                <a:gd name="csY115" fmla="*/ 4932594 h 5412151"/>
                <a:gd name="csX116" fmla="*/ 548066 w 3836462"/>
                <a:gd name="csY116" fmla="*/ 5275135 h 5412151"/>
                <a:gd name="csX117" fmla="*/ 685083 w 3836462"/>
                <a:gd name="csY117" fmla="*/ 5275135 h 5412151"/>
                <a:gd name="csX118" fmla="*/ 685083 w 3836462"/>
                <a:gd name="csY118" fmla="*/ 3973479 h 5412151"/>
                <a:gd name="csX119" fmla="*/ 890607 w 3836462"/>
                <a:gd name="csY119" fmla="*/ 3767954 h 5412151"/>
                <a:gd name="csX120" fmla="*/ 2945855 w 3836462"/>
                <a:gd name="csY120" fmla="*/ 3767954 h 5412151"/>
                <a:gd name="csX121" fmla="*/ 3151380 w 3836462"/>
                <a:gd name="csY121" fmla="*/ 3973479 h 5412151"/>
                <a:gd name="csX122" fmla="*/ 3151380 w 3836462"/>
                <a:gd name="csY122" fmla="*/ 5275135 h 5412151"/>
                <a:gd name="csX123" fmla="*/ 3288396 w 3836462"/>
                <a:gd name="csY123" fmla="*/ 5275135 h 5412151"/>
                <a:gd name="csX124" fmla="*/ 3288396 w 3836462"/>
                <a:gd name="csY124" fmla="*/ 4932594 h 5412151"/>
                <a:gd name="csX125" fmla="*/ 3699446 w 3836462"/>
                <a:gd name="csY125" fmla="*/ 4932594 h 5412151"/>
                <a:gd name="csX126" fmla="*/ 3699446 w 3836462"/>
                <a:gd name="csY126" fmla="*/ 5275135 h 54121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3836462" h="5412151">
                  <a:moveTo>
                    <a:pt x="3288396" y="0"/>
                  </a:moveTo>
                  <a:lnTo>
                    <a:pt x="0" y="0"/>
                  </a:lnTo>
                  <a:lnTo>
                    <a:pt x="0" y="5412152"/>
                  </a:lnTo>
                  <a:lnTo>
                    <a:pt x="3836462" y="5412152"/>
                  </a:lnTo>
                  <a:lnTo>
                    <a:pt x="3836462" y="0"/>
                  </a:lnTo>
                  <a:close/>
                  <a:moveTo>
                    <a:pt x="3699446" y="137017"/>
                  </a:moveTo>
                  <a:lnTo>
                    <a:pt x="3699446" y="479558"/>
                  </a:lnTo>
                  <a:lnTo>
                    <a:pt x="3288396" y="479558"/>
                  </a:lnTo>
                  <a:lnTo>
                    <a:pt x="3288396" y="137017"/>
                  </a:lnTo>
                  <a:close/>
                  <a:moveTo>
                    <a:pt x="685083" y="1710925"/>
                  </a:moveTo>
                  <a:cubicBezTo>
                    <a:pt x="685836" y="1711542"/>
                    <a:pt x="686453" y="1712158"/>
                    <a:pt x="687206" y="1712706"/>
                  </a:cubicBezTo>
                  <a:cubicBezTo>
                    <a:pt x="686453" y="1713254"/>
                    <a:pt x="685836" y="1713871"/>
                    <a:pt x="685083" y="1714488"/>
                  </a:cubicBezTo>
                  <a:close/>
                  <a:moveTo>
                    <a:pt x="548066" y="959116"/>
                  </a:moveTo>
                  <a:lnTo>
                    <a:pt x="137017" y="959116"/>
                  </a:lnTo>
                  <a:lnTo>
                    <a:pt x="137017" y="616574"/>
                  </a:lnTo>
                  <a:lnTo>
                    <a:pt x="548066" y="616574"/>
                  </a:lnTo>
                  <a:close/>
                  <a:moveTo>
                    <a:pt x="548066" y="1096132"/>
                  </a:moveTo>
                  <a:lnTo>
                    <a:pt x="548066" y="1438673"/>
                  </a:lnTo>
                  <a:lnTo>
                    <a:pt x="137017" y="1438673"/>
                  </a:lnTo>
                  <a:lnTo>
                    <a:pt x="137017" y="1096132"/>
                  </a:lnTo>
                  <a:close/>
                  <a:moveTo>
                    <a:pt x="548066" y="1575690"/>
                  </a:moveTo>
                  <a:lnTo>
                    <a:pt x="548066" y="1918231"/>
                  </a:lnTo>
                  <a:lnTo>
                    <a:pt x="137017" y="1918231"/>
                  </a:lnTo>
                  <a:lnTo>
                    <a:pt x="137017" y="1575690"/>
                  </a:lnTo>
                  <a:close/>
                  <a:moveTo>
                    <a:pt x="548066" y="2055248"/>
                  </a:moveTo>
                  <a:lnTo>
                    <a:pt x="548066" y="2397789"/>
                  </a:lnTo>
                  <a:lnTo>
                    <a:pt x="137017" y="2397789"/>
                  </a:lnTo>
                  <a:lnTo>
                    <a:pt x="137017" y="2055248"/>
                  </a:lnTo>
                  <a:close/>
                  <a:moveTo>
                    <a:pt x="548066" y="2534805"/>
                  </a:moveTo>
                  <a:lnTo>
                    <a:pt x="548066" y="2877347"/>
                  </a:lnTo>
                  <a:lnTo>
                    <a:pt x="137017" y="2877347"/>
                  </a:lnTo>
                  <a:lnTo>
                    <a:pt x="137017" y="2534805"/>
                  </a:lnTo>
                  <a:close/>
                  <a:moveTo>
                    <a:pt x="548066" y="3014363"/>
                  </a:moveTo>
                  <a:lnTo>
                    <a:pt x="548066" y="3356904"/>
                  </a:lnTo>
                  <a:lnTo>
                    <a:pt x="137017" y="3356904"/>
                  </a:lnTo>
                  <a:lnTo>
                    <a:pt x="137017" y="3014363"/>
                  </a:lnTo>
                  <a:close/>
                  <a:moveTo>
                    <a:pt x="548066" y="3493921"/>
                  </a:moveTo>
                  <a:lnTo>
                    <a:pt x="548066" y="3836462"/>
                  </a:lnTo>
                  <a:lnTo>
                    <a:pt x="137017" y="3836462"/>
                  </a:lnTo>
                  <a:lnTo>
                    <a:pt x="137017" y="3493921"/>
                  </a:lnTo>
                  <a:close/>
                  <a:moveTo>
                    <a:pt x="548066" y="3973479"/>
                  </a:moveTo>
                  <a:lnTo>
                    <a:pt x="548066" y="4316020"/>
                  </a:lnTo>
                  <a:lnTo>
                    <a:pt x="137017" y="4316020"/>
                  </a:lnTo>
                  <a:lnTo>
                    <a:pt x="137017" y="3973479"/>
                  </a:lnTo>
                  <a:close/>
                  <a:moveTo>
                    <a:pt x="548066" y="4453036"/>
                  </a:moveTo>
                  <a:lnTo>
                    <a:pt x="548066" y="4795578"/>
                  </a:lnTo>
                  <a:lnTo>
                    <a:pt x="137017" y="4795578"/>
                  </a:lnTo>
                  <a:lnTo>
                    <a:pt x="137017" y="4453036"/>
                  </a:lnTo>
                  <a:close/>
                  <a:moveTo>
                    <a:pt x="685083" y="3697664"/>
                  </a:moveTo>
                  <a:cubicBezTo>
                    <a:pt x="685836" y="3698281"/>
                    <a:pt x="686453" y="3698898"/>
                    <a:pt x="687206" y="3699446"/>
                  </a:cubicBezTo>
                  <a:cubicBezTo>
                    <a:pt x="686453" y="3699994"/>
                    <a:pt x="685836" y="3700610"/>
                    <a:pt x="685083" y="3701227"/>
                  </a:cubicBezTo>
                  <a:close/>
                  <a:moveTo>
                    <a:pt x="685083" y="3425413"/>
                  </a:moveTo>
                  <a:lnTo>
                    <a:pt x="685083" y="1986739"/>
                  </a:lnTo>
                  <a:cubicBezTo>
                    <a:pt x="685083" y="1873228"/>
                    <a:pt x="777096" y="1781215"/>
                    <a:pt x="890607" y="1781215"/>
                  </a:cubicBezTo>
                  <a:lnTo>
                    <a:pt x="2945855" y="1781215"/>
                  </a:lnTo>
                  <a:cubicBezTo>
                    <a:pt x="3059366" y="1781215"/>
                    <a:pt x="3151380" y="1873228"/>
                    <a:pt x="3151380" y="1986739"/>
                  </a:cubicBezTo>
                  <a:lnTo>
                    <a:pt x="3151380" y="3425413"/>
                  </a:lnTo>
                  <a:cubicBezTo>
                    <a:pt x="3151380" y="3538924"/>
                    <a:pt x="3059366" y="3630937"/>
                    <a:pt x="2945855" y="3630937"/>
                  </a:cubicBezTo>
                  <a:lnTo>
                    <a:pt x="890607" y="3630937"/>
                  </a:lnTo>
                  <a:cubicBezTo>
                    <a:pt x="777096" y="3630937"/>
                    <a:pt x="685083" y="3538924"/>
                    <a:pt x="685083" y="3425413"/>
                  </a:cubicBezTo>
                  <a:close/>
                  <a:moveTo>
                    <a:pt x="3151380" y="1714488"/>
                  </a:moveTo>
                  <a:cubicBezTo>
                    <a:pt x="3150626" y="1713871"/>
                    <a:pt x="3150010" y="1713254"/>
                    <a:pt x="3149256" y="1712706"/>
                  </a:cubicBezTo>
                  <a:cubicBezTo>
                    <a:pt x="3150010" y="1712158"/>
                    <a:pt x="3150626" y="1711542"/>
                    <a:pt x="3151380" y="1710925"/>
                  </a:cubicBezTo>
                  <a:close/>
                  <a:moveTo>
                    <a:pt x="3151380" y="3697664"/>
                  </a:moveTo>
                  <a:lnTo>
                    <a:pt x="3151380" y="3701227"/>
                  </a:lnTo>
                  <a:cubicBezTo>
                    <a:pt x="3150626" y="3700610"/>
                    <a:pt x="3150010" y="3699994"/>
                    <a:pt x="3149256" y="3699446"/>
                  </a:cubicBezTo>
                  <a:cubicBezTo>
                    <a:pt x="3150010" y="3698898"/>
                    <a:pt x="3150626" y="3698281"/>
                    <a:pt x="3151380" y="3697664"/>
                  </a:cubicBezTo>
                  <a:close/>
                  <a:moveTo>
                    <a:pt x="3288396" y="4453036"/>
                  </a:moveTo>
                  <a:lnTo>
                    <a:pt x="3699446" y="4453036"/>
                  </a:lnTo>
                  <a:lnTo>
                    <a:pt x="3699446" y="4795578"/>
                  </a:lnTo>
                  <a:lnTo>
                    <a:pt x="3288396" y="4795578"/>
                  </a:lnTo>
                  <a:close/>
                  <a:moveTo>
                    <a:pt x="3288396" y="4316020"/>
                  </a:moveTo>
                  <a:lnTo>
                    <a:pt x="3288396" y="3973479"/>
                  </a:lnTo>
                  <a:lnTo>
                    <a:pt x="3699446" y="3973479"/>
                  </a:lnTo>
                  <a:lnTo>
                    <a:pt x="3699446" y="4316020"/>
                  </a:lnTo>
                  <a:close/>
                  <a:moveTo>
                    <a:pt x="3288396" y="3836462"/>
                  </a:moveTo>
                  <a:lnTo>
                    <a:pt x="3288396" y="3493921"/>
                  </a:lnTo>
                  <a:lnTo>
                    <a:pt x="3699446" y="3493921"/>
                  </a:lnTo>
                  <a:lnTo>
                    <a:pt x="3699446" y="3836462"/>
                  </a:lnTo>
                  <a:close/>
                  <a:moveTo>
                    <a:pt x="3288396" y="3356904"/>
                  </a:moveTo>
                  <a:lnTo>
                    <a:pt x="3288396" y="3014363"/>
                  </a:lnTo>
                  <a:lnTo>
                    <a:pt x="3699446" y="3014363"/>
                  </a:lnTo>
                  <a:lnTo>
                    <a:pt x="3699446" y="3356904"/>
                  </a:lnTo>
                  <a:close/>
                  <a:moveTo>
                    <a:pt x="3288396" y="2877347"/>
                  </a:moveTo>
                  <a:lnTo>
                    <a:pt x="3288396" y="2534805"/>
                  </a:lnTo>
                  <a:lnTo>
                    <a:pt x="3699446" y="2534805"/>
                  </a:lnTo>
                  <a:lnTo>
                    <a:pt x="3699446" y="2877347"/>
                  </a:lnTo>
                  <a:close/>
                  <a:moveTo>
                    <a:pt x="3288396" y="2397789"/>
                  </a:moveTo>
                  <a:lnTo>
                    <a:pt x="3288396" y="2055248"/>
                  </a:lnTo>
                  <a:lnTo>
                    <a:pt x="3699446" y="2055248"/>
                  </a:lnTo>
                  <a:lnTo>
                    <a:pt x="3699446" y="2397789"/>
                  </a:lnTo>
                  <a:close/>
                  <a:moveTo>
                    <a:pt x="3288396" y="1918231"/>
                  </a:moveTo>
                  <a:lnTo>
                    <a:pt x="3288396" y="1575690"/>
                  </a:lnTo>
                  <a:lnTo>
                    <a:pt x="3699446" y="1575690"/>
                  </a:lnTo>
                  <a:lnTo>
                    <a:pt x="3699446" y="1918231"/>
                  </a:lnTo>
                  <a:close/>
                  <a:moveTo>
                    <a:pt x="3288396" y="1438673"/>
                  </a:moveTo>
                  <a:lnTo>
                    <a:pt x="3288396" y="1096132"/>
                  </a:lnTo>
                  <a:lnTo>
                    <a:pt x="3699446" y="1096132"/>
                  </a:lnTo>
                  <a:lnTo>
                    <a:pt x="3699446" y="1438673"/>
                  </a:lnTo>
                  <a:close/>
                  <a:moveTo>
                    <a:pt x="3288396" y="959116"/>
                  </a:moveTo>
                  <a:lnTo>
                    <a:pt x="3288396" y="616574"/>
                  </a:lnTo>
                  <a:lnTo>
                    <a:pt x="3699446" y="616574"/>
                  </a:lnTo>
                  <a:lnTo>
                    <a:pt x="3699446" y="959116"/>
                  </a:lnTo>
                  <a:close/>
                  <a:moveTo>
                    <a:pt x="3151380" y="137017"/>
                  </a:moveTo>
                  <a:lnTo>
                    <a:pt x="3151380" y="1438673"/>
                  </a:lnTo>
                  <a:cubicBezTo>
                    <a:pt x="3151380" y="1552185"/>
                    <a:pt x="3059366" y="1644198"/>
                    <a:pt x="2945855" y="1644198"/>
                  </a:cubicBezTo>
                  <a:lnTo>
                    <a:pt x="890607" y="1644198"/>
                  </a:lnTo>
                  <a:cubicBezTo>
                    <a:pt x="777096" y="1644198"/>
                    <a:pt x="685083" y="1552185"/>
                    <a:pt x="685083" y="1438673"/>
                  </a:cubicBezTo>
                  <a:lnTo>
                    <a:pt x="685083" y="137017"/>
                  </a:lnTo>
                  <a:close/>
                  <a:moveTo>
                    <a:pt x="548066" y="137017"/>
                  </a:moveTo>
                  <a:lnTo>
                    <a:pt x="548066" y="479558"/>
                  </a:lnTo>
                  <a:lnTo>
                    <a:pt x="137017" y="479558"/>
                  </a:lnTo>
                  <a:lnTo>
                    <a:pt x="137017" y="137017"/>
                  </a:lnTo>
                  <a:close/>
                  <a:moveTo>
                    <a:pt x="137017" y="5275135"/>
                  </a:moveTo>
                  <a:lnTo>
                    <a:pt x="137017" y="4932594"/>
                  </a:lnTo>
                  <a:lnTo>
                    <a:pt x="548066" y="4932594"/>
                  </a:lnTo>
                  <a:lnTo>
                    <a:pt x="548066" y="5275135"/>
                  </a:lnTo>
                  <a:close/>
                  <a:moveTo>
                    <a:pt x="685083" y="5275135"/>
                  </a:moveTo>
                  <a:lnTo>
                    <a:pt x="685083" y="3973479"/>
                  </a:lnTo>
                  <a:cubicBezTo>
                    <a:pt x="685083" y="3859967"/>
                    <a:pt x="777096" y="3767954"/>
                    <a:pt x="890607" y="3767954"/>
                  </a:cubicBezTo>
                  <a:lnTo>
                    <a:pt x="2945855" y="3767954"/>
                  </a:lnTo>
                  <a:cubicBezTo>
                    <a:pt x="3059366" y="3767954"/>
                    <a:pt x="3151380" y="3859967"/>
                    <a:pt x="3151380" y="3973479"/>
                  </a:cubicBezTo>
                  <a:lnTo>
                    <a:pt x="3151380" y="5275135"/>
                  </a:lnTo>
                  <a:close/>
                  <a:moveTo>
                    <a:pt x="3288396" y="5275135"/>
                  </a:moveTo>
                  <a:lnTo>
                    <a:pt x="3288396" y="4932594"/>
                  </a:lnTo>
                  <a:lnTo>
                    <a:pt x="3699446" y="4932594"/>
                  </a:lnTo>
                  <a:lnTo>
                    <a:pt x="3699446" y="5275135"/>
                  </a:lnTo>
                  <a:close/>
                </a:path>
              </a:pathLst>
            </a:custGeom>
            <a:grpFill/>
            <a:ln w="12700" cap="flat">
              <a:solidFill>
                <a:srgbClr val="B4B4B4">
                  <a:alpha val="20000"/>
                </a:srgbClr>
              </a:solidFill>
              <a:prstDash val="solid"/>
              <a:miter/>
            </a:ln>
          </p:spPr>
          <p:txBody>
            <a:bodyPr/>
            <a:lstStyle/>
            <a:p>
              <a:endParaRPr lang="en-AS"/>
            </a:p>
          </p:txBody>
        </p:sp>
      </p:grpSp>
      <p:sp>
        <p:nvSpPr>
          <p:cNvPr id="4" name="Sun_title">
            <a:extLst>
              <a:ext uri="{FF2B5EF4-FFF2-40B4-BE49-F238E27FC236}">
                <a16:creationId xmlns:a16="http://schemas.microsoft.com/office/drawing/2014/main" id="{28CC8612-4036-28A4-B23F-97433590D90D}"/>
              </a:ext>
            </a:extLst>
          </p:cNvPr>
          <p:cNvSpPr txBox="1"/>
          <p:nvPr/>
        </p:nvSpPr>
        <p:spPr>
          <a:xfrm>
            <a:off x="4299155" y="3075057"/>
            <a:ext cx="3593690" cy="707886"/>
          </a:xfrm>
          <a:prstGeom prst="rect">
            <a:avLst/>
          </a:prstGeom>
          <a:noFill/>
        </p:spPr>
        <p:txBody>
          <a:bodyPr wrap="square" rtlCol="0">
            <a:spAutoFit/>
          </a:bodyPr>
          <a:lstStyle/>
          <a:p>
            <a:pPr algn="ctr"/>
            <a:r>
              <a:rPr lang="en-US" sz="4000" dirty="0">
                <a:latin typeface="Times New Roman" panose="02020603050405020304" pitchFamily="18" charset="0"/>
                <a:cs typeface="Times New Roman" panose="02020603050405020304" pitchFamily="18" charset="0"/>
              </a:rPr>
              <a:t>Any Questions</a:t>
            </a:r>
            <a:endParaRPr lang="en-AS" sz="4000" dirty="0">
              <a:latin typeface="Times New Roman" panose="02020603050405020304" pitchFamily="18" charset="0"/>
              <a:cs typeface="Times New Roman" panose="02020603050405020304" pitchFamily="18" charset="0"/>
            </a:endParaRPr>
          </a:p>
        </p:txBody>
      </p:sp>
      <p:sp>
        <p:nvSpPr>
          <p:cNvPr id="2" name="Tile">
            <a:extLst>
              <a:ext uri="{FF2B5EF4-FFF2-40B4-BE49-F238E27FC236}">
                <a16:creationId xmlns:a16="http://schemas.microsoft.com/office/drawing/2014/main" id="{01ABCA20-5349-0A7E-DB80-90D700C2241D}"/>
              </a:ext>
            </a:extLst>
          </p:cNvPr>
          <p:cNvSpPr txBox="1">
            <a:spLocks noGrp="1"/>
          </p:cNvSpPr>
          <p:nvPr>
            <p:ph type="title" idx="4294967295"/>
          </p:nvPr>
        </p:nvSpPr>
        <p:spPr>
          <a:xfrm>
            <a:off x="4011561" y="1395870"/>
            <a:ext cx="4168878" cy="1415772"/>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lvl="0" algn="ctr">
              <a:lnSpc>
                <a:spcPct val="100000"/>
              </a:lnSpc>
              <a:spcBef>
                <a:spcPts val="0"/>
              </a:spcBef>
              <a:defRPr/>
            </a:pPr>
            <a:r>
              <a:rPr kumimoji="0" lang="en-US" sz="600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Thank You</a:t>
            </a:r>
            <a:br>
              <a:rPr kumimoji="0" lang="en-US" sz="600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br>
            <a:r>
              <a:rPr lang="en-US" sz="2600" dirty="0">
                <a:latin typeface="Times New Roman" panose="02020603050405020304" pitchFamily="18" charset="0"/>
                <a:ea typeface="+mn-ea"/>
                <a:cs typeface="Times New Roman" panose="02020603050405020304" pitchFamily="18" charset="0"/>
              </a:rPr>
              <a:t>Team </a:t>
            </a:r>
            <a:r>
              <a:rPr lang="en-US" sz="2600" dirty="0">
                <a:latin typeface="Times New Roman" panose="02020603050405020304" pitchFamily="18" charset="0"/>
                <a:cs typeface="Times New Roman" panose="02020603050405020304" pitchFamily="18" charset="0"/>
              </a:rPr>
              <a:t>ABVCS</a:t>
            </a:r>
            <a:endParaRPr kumimoji="0" lang="en-AS" sz="2600"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endParaRPr>
          </a:p>
        </p:txBody>
      </p:sp>
      <p:sp>
        <p:nvSpPr>
          <p:cNvPr id="18" name="Freeform: Shape 17">
            <a:extLst>
              <a:ext uri="{FF2B5EF4-FFF2-40B4-BE49-F238E27FC236}">
                <a16:creationId xmlns:a16="http://schemas.microsoft.com/office/drawing/2014/main" id="{003B1934-3955-152F-0926-CA202E594444}"/>
              </a:ext>
            </a:extLst>
          </p:cNvPr>
          <p:cNvSpPr/>
          <p:nvPr/>
        </p:nvSpPr>
        <p:spPr>
          <a:xfrm>
            <a:off x="9201898" y="-1733032"/>
            <a:ext cx="2890800" cy="2890800"/>
          </a:xfrm>
          <a:custGeom>
            <a:avLst/>
            <a:gdLst>
              <a:gd name="csX0" fmla="*/ 1445400 w 2890800"/>
              <a:gd name="csY0" fmla="*/ 637274 h 2890800"/>
              <a:gd name="csX1" fmla="*/ 637274 w 2890800"/>
              <a:gd name="csY1" fmla="*/ 1445400 h 2890800"/>
              <a:gd name="csX2" fmla="*/ 1445400 w 2890800"/>
              <a:gd name="csY2" fmla="*/ 2253526 h 2890800"/>
              <a:gd name="csX3" fmla="*/ 2253526 w 2890800"/>
              <a:gd name="csY3" fmla="*/ 1445400 h 2890800"/>
              <a:gd name="csX4" fmla="*/ 1445400 w 2890800"/>
              <a:gd name="csY4" fmla="*/ 637274 h 2890800"/>
              <a:gd name="csX5" fmla="*/ 1445400 w 2890800"/>
              <a:gd name="csY5" fmla="*/ 0 h 2890800"/>
              <a:gd name="csX6" fmla="*/ 2890800 w 2890800"/>
              <a:gd name="csY6" fmla="*/ 1445400 h 2890800"/>
              <a:gd name="csX7" fmla="*/ 1445400 w 2890800"/>
              <a:gd name="csY7" fmla="*/ 2890800 h 2890800"/>
              <a:gd name="csX8" fmla="*/ 0 w 2890800"/>
              <a:gd name="csY8" fmla="*/ 1445400 h 2890800"/>
              <a:gd name="csX9" fmla="*/ 1445400 w 2890800"/>
              <a:gd name="csY9" fmla="*/ 0 h 2890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90800" h="2890800">
                <a:moveTo>
                  <a:pt x="1445400" y="637274"/>
                </a:moveTo>
                <a:cubicBezTo>
                  <a:pt x="999084" y="637274"/>
                  <a:pt x="637274" y="999084"/>
                  <a:pt x="637274" y="1445400"/>
                </a:cubicBezTo>
                <a:cubicBezTo>
                  <a:pt x="637274" y="1891716"/>
                  <a:pt x="999084" y="2253526"/>
                  <a:pt x="1445400" y="2253526"/>
                </a:cubicBezTo>
                <a:cubicBezTo>
                  <a:pt x="1891716" y="2253526"/>
                  <a:pt x="2253526" y="1891716"/>
                  <a:pt x="2253526" y="1445400"/>
                </a:cubicBezTo>
                <a:cubicBezTo>
                  <a:pt x="2253526" y="999084"/>
                  <a:pt x="1891716" y="637274"/>
                  <a:pt x="1445400" y="637274"/>
                </a:cubicBezTo>
                <a:close/>
                <a:moveTo>
                  <a:pt x="1445400" y="0"/>
                </a:moveTo>
                <a:cubicBezTo>
                  <a:pt x="2243672" y="0"/>
                  <a:pt x="2890800" y="647128"/>
                  <a:pt x="2890800" y="1445400"/>
                </a:cubicBezTo>
                <a:cubicBezTo>
                  <a:pt x="2890800" y="2243672"/>
                  <a:pt x="2243672" y="2890800"/>
                  <a:pt x="1445400" y="2890800"/>
                </a:cubicBezTo>
                <a:cubicBezTo>
                  <a:pt x="647128" y="2890800"/>
                  <a:pt x="0" y="2243672"/>
                  <a:pt x="0" y="1445400"/>
                </a:cubicBezTo>
                <a:cubicBezTo>
                  <a:pt x="0" y="647128"/>
                  <a:pt x="647128" y="0"/>
                  <a:pt x="1445400" y="0"/>
                </a:cubicBezTo>
                <a:close/>
              </a:path>
            </a:pathLst>
          </a:custGeom>
          <a:solidFill>
            <a:schemeClr val="tx1">
              <a:lumMod val="50000"/>
              <a:lumOff val="5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AS" dirty="0"/>
          </a:p>
        </p:txBody>
      </p:sp>
      <p:grpSp>
        <p:nvGrpSpPr>
          <p:cNvPr id="3" name="!!Film_Tabe_2">
            <a:extLst>
              <a:ext uri="{FF2B5EF4-FFF2-40B4-BE49-F238E27FC236}">
                <a16:creationId xmlns:a16="http://schemas.microsoft.com/office/drawing/2014/main" id="{56124F6C-8A41-64D3-2924-359560948EC4}"/>
              </a:ext>
            </a:extLst>
          </p:cNvPr>
          <p:cNvGrpSpPr/>
          <p:nvPr/>
        </p:nvGrpSpPr>
        <p:grpSpPr>
          <a:xfrm rot="18000000">
            <a:off x="-8450982" y="-3009870"/>
            <a:ext cx="21467809" cy="1961092"/>
            <a:chOff x="-5996785" y="2448454"/>
            <a:chExt cx="21467809" cy="1961092"/>
          </a:xfrm>
          <a:effectLst>
            <a:outerShdw blurRad="12700" dist="50800" dir="2700000" algn="tl" rotWithShape="0">
              <a:prstClr val="black">
                <a:alpha val="40000"/>
              </a:prstClr>
            </a:outerShdw>
          </a:effectLst>
        </p:grpSpPr>
        <p:grpSp>
          <p:nvGrpSpPr>
            <p:cNvPr id="6" name="Group 5">
              <a:extLst>
                <a:ext uri="{FF2B5EF4-FFF2-40B4-BE49-F238E27FC236}">
                  <a16:creationId xmlns:a16="http://schemas.microsoft.com/office/drawing/2014/main" id="{7DD44B58-A701-5F3B-1C1E-7DA04A318586}"/>
                </a:ext>
              </a:extLst>
            </p:cNvPr>
            <p:cNvGrpSpPr/>
            <p:nvPr/>
          </p:nvGrpSpPr>
          <p:grpSpPr>
            <a:xfrm>
              <a:off x="7372077" y="2448455"/>
              <a:ext cx="2738174" cy="1961091"/>
              <a:chOff x="4726913" y="2438401"/>
              <a:chExt cx="2738174" cy="1961091"/>
            </a:xfrm>
          </p:grpSpPr>
          <p:sp>
            <p:nvSpPr>
              <p:cNvPr id="45" name="Graphic 2" descr="Film strip outline">
                <a:extLst>
                  <a:ext uri="{FF2B5EF4-FFF2-40B4-BE49-F238E27FC236}">
                    <a16:creationId xmlns:a16="http://schemas.microsoft.com/office/drawing/2014/main" id="{DB6C26EA-F01A-76F0-F463-B8A08C6A3DB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6" name="Straight Connector 45">
                <a:extLst>
                  <a:ext uri="{FF2B5EF4-FFF2-40B4-BE49-F238E27FC236}">
                    <a16:creationId xmlns:a16="http://schemas.microsoft.com/office/drawing/2014/main" id="{59038E49-A4D0-44DC-7FFD-4E735F07469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47961E91-84AC-19D2-4929-FB62D680767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6" name="Group 15">
              <a:extLst>
                <a:ext uri="{FF2B5EF4-FFF2-40B4-BE49-F238E27FC236}">
                  <a16:creationId xmlns:a16="http://schemas.microsoft.com/office/drawing/2014/main" id="{F56BF1F8-C65B-EFA4-2E6A-235EDE0AF2A9}"/>
                </a:ext>
              </a:extLst>
            </p:cNvPr>
            <p:cNvGrpSpPr/>
            <p:nvPr/>
          </p:nvGrpSpPr>
          <p:grpSpPr>
            <a:xfrm>
              <a:off x="4702657" y="2448455"/>
              <a:ext cx="2738174" cy="1961091"/>
              <a:chOff x="4726913" y="2438401"/>
              <a:chExt cx="2738174" cy="1961091"/>
            </a:xfrm>
          </p:grpSpPr>
          <p:sp>
            <p:nvSpPr>
              <p:cNvPr id="42" name="Graphic 2" descr="Film strip outline">
                <a:extLst>
                  <a:ext uri="{FF2B5EF4-FFF2-40B4-BE49-F238E27FC236}">
                    <a16:creationId xmlns:a16="http://schemas.microsoft.com/office/drawing/2014/main" id="{C0B28C2B-C615-F115-0AD4-B6B488A80AB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3" name="Straight Connector 42">
                <a:extLst>
                  <a:ext uri="{FF2B5EF4-FFF2-40B4-BE49-F238E27FC236}">
                    <a16:creationId xmlns:a16="http://schemas.microsoft.com/office/drawing/2014/main" id="{B906AF97-7408-1478-2C26-A3D6626A723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CDB00593-6200-9795-12A1-B2E142F36ED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7" name="Group 16">
              <a:extLst>
                <a:ext uri="{FF2B5EF4-FFF2-40B4-BE49-F238E27FC236}">
                  <a16:creationId xmlns:a16="http://schemas.microsoft.com/office/drawing/2014/main" id="{8393013F-7499-DEFD-D4BD-62B2FDB56FDD}"/>
                </a:ext>
              </a:extLst>
            </p:cNvPr>
            <p:cNvGrpSpPr/>
            <p:nvPr/>
          </p:nvGrpSpPr>
          <p:grpSpPr>
            <a:xfrm>
              <a:off x="12732850" y="2448455"/>
              <a:ext cx="2738174" cy="1961091"/>
              <a:chOff x="4726913" y="2438401"/>
              <a:chExt cx="2738174" cy="1961091"/>
            </a:xfrm>
          </p:grpSpPr>
          <p:sp>
            <p:nvSpPr>
              <p:cNvPr id="39" name="Graphic 2" descr="Film strip outline">
                <a:extLst>
                  <a:ext uri="{FF2B5EF4-FFF2-40B4-BE49-F238E27FC236}">
                    <a16:creationId xmlns:a16="http://schemas.microsoft.com/office/drawing/2014/main" id="{C55F5DEA-0A2D-66B6-EEFD-86D660C140D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40" name="Straight Connector 39">
                <a:extLst>
                  <a:ext uri="{FF2B5EF4-FFF2-40B4-BE49-F238E27FC236}">
                    <a16:creationId xmlns:a16="http://schemas.microsoft.com/office/drawing/2014/main" id="{EFC3185D-2603-D320-A1B9-FD6CCD2EC1B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5D74E90D-74D3-5D32-92CB-DCE74F6C27A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9" name="Group 18">
              <a:extLst>
                <a:ext uri="{FF2B5EF4-FFF2-40B4-BE49-F238E27FC236}">
                  <a16:creationId xmlns:a16="http://schemas.microsoft.com/office/drawing/2014/main" id="{B543C13F-020C-FFAE-517B-D70F5E9E6C64}"/>
                </a:ext>
              </a:extLst>
            </p:cNvPr>
            <p:cNvGrpSpPr/>
            <p:nvPr/>
          </p:nvGrpSpPr>
          <p:grpSpPr>
            <a:xfrm>
              <a:off x="10063430" y="2448455"/>
              <a:ext cx="2738174" cy="1961091"/>
              <a:chOff x="4726913" y="2438401"/>
              <a:chExt cx="2738174" cy="1961091"/>
            </a:xfrm>
          </p:grpSpPr>
          <p:sp>
            <p:nvSpPr>
              <p:cNvPr id="36" name="Graphic 2" descr="Film strip outline">
                <a:extLst>
                  <a:ext uri="{FF2B5EF4-FFF2-40B4-BE49-F238E27FC236}">
                    <a16:creationId xmlns:a16="http://schemas.microsoft.com/office/drawing/2014/main" id="{7A5755FB-065F-CD3B-0768-54259533E960}"/>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7" name="Straight Connector 36">
                <a:extLst>
                  <a:ext uri="{FF2B5EF4-FFF2-40B4-BE49-F238E27FC236}">
                    <a16:creationId xmlns:a16="http://schemas.microsoft.com/office/drawing/2014/main" id="{BD97C39A-49F8-0A9B-8104-FDC2ACAC2C2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2EEC04D4-E41B-3AE5-0ECF-ECFDDACB25B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0" name="Group 19">
              <a:extLst>
                <a:ext uri="{FF2B5EF4-FFF2-40B4-BE49-F238E27FC236}">
                  <a16:creationId xmlns:a16="http://schemas.microsoft.com/office/drawing/2014/main" id="{5B8657D1-5BAB-6BFE-E7B5-5634D097CB2F}"/>
                </a:ext>
              </a:extLst>
            </p:cNvPr>
            <p:cNvGrpSpPr/>
            <p:nvPr/>
          </p:nvGrpSpPr>
          <p:grpSpPr>
            <a:xfrm>
              <a:off x="-3327365" y="2448454"/>
              <a:ext cx="2738174" cy="1961091"/>
              <a:chOff x="4726913" y="2438401"/>
              <a:chExt cx="2738174" cy="1961091"/>
            </a:xfrm>
          </p:grpSpPr>
          <p:sp>
            <p:nvSpPr>
              <p:cNvPr id="33" name="Graphic 2" descr="Film strip outline">
                <a:extLst>
                  <a:ext uri="{FF2B5EF4-FFF2-40B4-BE49-F238E27FC236}">
                    <a16:creationId xmlns:a16="http://schemas.microsoft.com/office/drawing/2014/main" id="{0CC3BA05-1561-AC09-B624-040519592E5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4" name="Straight Connector 33">
                <a:extLst>
                  <a:ext uri="{FF2B5EF4-FFF2-40B4-BE49-F238E27FC236}">
                    <a16:creationId xmlns:a16="http://schemas.microsoft.com/office/drawing/2014/main" id="{7195C876-0AAA-383B-F4F0-884E6C91AAD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D7130086-C947-5745-98DC-DBC3AAFFC6E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1" name="Group 20">
              <a:extLst>
                <a:ext uri="{FF2B5EF4-FFF2-40B4-BE49-F238E27FC236}">
                  <a16:creationId xmlns:a16="http://schemas.microsoft.com/office/drawing/2014/main" id="{4C85B195-ED16-A0BF-02AB-D0E5019C2612}"/>
                </a:ext>
              </a:extLst>
            </p:cNvPr>
            <p:cNvGrpSpPr/>
            <p:nvPr/>
          </p:nvGrpSpPr>
          <p:grpSpPr>
            <a:xfrm>
              <a:off x="-5996785" y="2448454"/>
              <a:ext cx="2738174" cy="1961091"/>
              <a:chOff x="4726913" y="2438401"/>
              <a:chExt cx="2738174" cy="1961091"/>
            </a:xfrm>
          </p:grpSpPr>
          <p:sp>
            <p:nvSpPr>
              <p:cNvPr id="30" name="Graphic 2" descr="Film strip outline">
                <a:extLst>
                  <a:ext uri="{FF2B5EF4-FFF2-40B4-BE49-F238E27FC236}">
                    <a16:creationId xmlns:a16="http://schemas.microsoft.com/office/drawing/2014/main" id="{176A4E23-7B3C-0B81-7DF1-378E5FE86E6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1" name="Straight Connector 30">
                <a:extLst>
                  <a:ext uri="{FF2B5EF4-FFF2-40B4-BE49-F238E27FC236}">
                    <a16:creationId xmlns:a16="http://schemas.microsoft.com/office/drawing/2014/main" id="{44D9FFD1-6862-8764-A60F-56E00D7DB0A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2" name="TextBox 31">
                <a:extLst>
                  <a:ext uri="{FF2B5EF4-FFF2-40B4-BE49-F238E27FC236}">
                    <a16:creationId xmlns:a16="http://schemas.microsoft.com/office/drawing/2014/main" id="{2FB606BD-C5CA-53DE-43FA-EE824A4FA13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2" name="Group 21">
              <a:extLst>
                <a:ext uri="{FF2B5EF4-FFF2-40B4-BE49-F238E27FC236}">
                  <a16:creationId xmlns:a16="http://schemas.microsoft.com/office/drawing/2014/main" id="{9C59A572-9C06-91C5-DD9D-B11A92AA4AAD}"/>
                </a:ext>
              </a:extLst>
            </p:cNvPr>
            <p:cNvGrpSpPr/>
            <p:nvPr/>
          </p:nvGrpSpPr>
          <p:grpSpPr>
            <a:xfrm>
              <a:off x="2033408" y="2448454"/>
              <a:ext cx="2738174" cy="1961091"/>
              <a:chOff x="4726913" y="2438401"/>
              <a:chExt cx="2738174" cy="1961091"/>
            </a:xfrm>
          </p:grpSpPr>
          <p:sp>
            <p:nvSpPr>
              <p:cNvPr id="27" name="Graphic 2" descr="Film strip outline">
                <a:extLst>
                  <a:ext uri="{FF2B5EF4-FFF2-40B4-BE49-F238E27FC236}">
                    <a16:creationId xmlns:a16="http://schemas.microsoft.com/office/drawing/2014/main" id="{A63683E5-F9D1-D6EB-D509-F4E7DD20793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8" name="Straight Connector 27">
                <a:extLst>
                  <a:ext uri="{FF2B5EF4-FFF2-40B4-BE49-F238E27FC236}">
                    <a16:creationId xmlns:a16="http://schemas.microsoft.com/office/drawing/2014/main" id="{39A88221-2C38-F155-794D-416F08044A4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780777F3-0F58-BB23-83F2-9435E90DD9E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23" name="Group 22">
              <a:extLst>
                <a:ext uri="{FF2B5EF4-FFF2-40B4-BE49-F238E27FC236}">
                  <a16:creationId xmlns:a16="http://schemas.microsoft.com/office/drawing/2014/main" id="{C7E56650-4500-F8AB-9A06-1125DBB0DDC3}"/>
                </a:ext>
              </a:extLst>
            </p:cNvPr>
            <p:cNvGrpSpPr/>
            <p:nvPr/>
          </p:nvGrpSpPr>
          <p:grpSpPr>
            <a:xfrm>
              <a:off x="-636012" y="2448454"/>
              <a:ext cx="2738174" cy="1961091"/>
              <a:chOff x="4726913" y="2438401"/>
              <a:chExt cx="2738174" cy="1961091"/>
            </a:xfrm>
          </p:grpSpPr>
          <p:sp>
            <p:nvSpPr>
              <p:cNvPr id="24" name="Graphic 2" descr="Film strip outline">
                <a:extLst>
                  <a:ext uri="{FF2B5EF4-FFF2-40B4-BE49-F238E27FC236}">
                    <a16:creationId xmlns:a16="http://schemas.microsoft.com/office/drawing/2014/main" id="{E307BFE0-8276-9E63-BAD5-9C475159060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5" name="Straight Connector 24">
                <a:extLst>
                  <a:ext uri="{FF2B5EF4-FFF2-40B4-BE49-F238E27FC236}">
                    <a16:creationId xmlns:a16="http://schemas.microsoft.com/office/drawing/2014/main" id="{B66BE7AA-FEF3-4FDF-176B-B62DA086157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95F2A994-0A2D-A023-4EEF-D302F35DE17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48" name="!!Film_Tabe_1">
            <a:extLst>
              <a:ext uri="{FF2B5EF4-FFF2-40B4-BE49-F238E27FC236}">
                <a16:creationId xmlns:a16="http://schemas.microsoft.com/office/drawing/2014/main" id="{4F94DF12-7329-333F-55DC-D8EBA80FD6B2}"/>
              </a:ext>
            </a:extLst>
          </p:cNvPr>
          <p:cNvGrpSpPr/>
          <p:nvPr/>
        </p:nvGrpSpPr>
        <p:grpSpPr>
          <a:xfrm rot="18000000">
            <a:off x="-51147" y="5686998"/>
            <a:ext cx="21467809" cy="1961092"/>
            <a:chOff x="-5996785" y="2448454"/>
            <a:chExt cx="21467809" cy="1961092"/>
          </a:xfrm>
          <a:effectLst>
            <a:outerShdw blurRad="12700" dist="50800" dir="2700000" algn="tl" rotWithShape="0">
              <a:schemeClr val="tx1">
                <a:alpha val="40000"/>
              </a:schemeClr>
            </a:outerShdw>
          </a:effectLst>
        </p:grpSpPr>
        <p:grpSp>
          <p:nvGrpSpPr>
            <p:cNvPr id="49" name="Group 48">
              <a:extLst>
                <a:ext uri="{FF2B5EF4-FFF2-40B4-BE49-F238E27FC236}">
                  <a16:creationId xmlns:a16="http://schemas.microsoft.com/office/drawing/2014/main" id="{D7568FEC-CB9D-CB72-32AB-9E49FE69E9E0}"/>
                </a:ext>
              </a:extLst>
            </p:cNvPr>
            <p:cNvGrpSpPr/>
            <p:nvPr/>
          </p:nvGrpSpPr>
          <p:grpSpPr>
            <a:xfrm>
              <a:off x="7372077" y="2448455"/>
              <a:ext cx="2738174" cy="1961091"/>
              <a:chOff x="4726913" y="2438401"/>
              <a:chExt cx="2738174" cy="1961091"/>
            </a:xfrm>
          </p:grpSpPr>
          <p:sp>
            <p:nvSpPr>
              <p:cNvPr id="78" name="Graphic 2" descr="Film strip outline">
                <a:extLst>
                  <a:ext uri="{FF2B5EF4-FFF2-40B4-BE49-F238E27FC236}">
                    <a16:creationId xmlns:a16="http://schemas.microsoft.com/office/drawing/2014/main" id="{6523B18E-91CF-A551-9A82-284919AF3994}"/>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F95543A2-8B60-D8E0-F7C5-D28B27166D5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8E44ACE5-5C91-A231-DD4C-627BD8A0F1B8}"/>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6F6CCFD2-3341-9AE0-36EC-8FD30281F628}"/>
                </a:ext>
              </a:extLst>
            </p:cNvPr>
            <p:cNvGrpSpPr/>
            <p:nvPr/>
          </p:nvGrpSpPr>
          <p:grpSpPr>
            <a:xfrm>
              <a:off x="4702657" y="2448455"/>
              <a:ext cx="2738174" cy="1961091"/>
              <a:chOff x="4726913" y="2438401"/>
              <a:chExt cx="2738174" cy="1961091"/>
            </a:xfrm>
          </p:grpSpPr>
          <p:sp>
            <p:nvSpPr>
              <p:cNvPr id="75" name="Graphic 2" descr="Film strip outline">
                <a:extLst>
                  <a:ext uri="{FF2B5EF4-FFF2-40B4-BE49-F238E27FC236}">
                    <a16:creationId xmlns:a16="http://schemas.microsoft.com/office/drawing/2014/main" id="{A2A84775-D713-AF23-80EC-107C869349C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6130AEC1-E059-1EE1-4A8F-7565D4A6030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4F2845D1-3F65-3FF6-72E1-1433677472C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1" name="Group 50">
              <a:extLst>
                <a:ext uri="{FF2B5EF4-FFF2-40B4-BE49-F238E27FC236}">
                  <a16:creationId xmlns:a16="http://schemas.microsoft.com/office/drawing/2014/main" id="{4205A14C-1A74-0711-16BC-F5BD888DBC17}"/>
                </a:ext>
              </a:extLst>
            </p:cNvPr>
            <p:cNvGrpSpPr/>
            <p:nvPr/>
          </p:nvGrpSpPr>
          <p:grpSpPr>
            <a:xfrm>
              <a:off x="12732850" y="2448455"/>
              <a:ext cx="2738174" cy="1961091"/>
              <a:chOff x="4726913" y="2438401"/>
              <a:chExt cx="2738174" cy="1961091"/>
            </a:xfrm>
          </p:grpSpPr>
          <p:sp>
            <p:nvSpPr>
              <p:cNvPr id="72" name="Graphic 2" descr="Film strip outline">
                <a:extLst>
                  <a:ext uri="{FF2B5EF4-FFF2-40B4-BE49-F238E27FC236}">
                    <a16:creationId xmlns:a16="http://schemas.microsoft.com/office/drawing/2014/main" id="{8854D8D7-D2F8-EBD1-F101-2710A0C129F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B2A61473-7F36-28F5-5BBC-8DD28704CF0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6A81D248-1202-A846-6FE1-B8960B91322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A1BE4F3F-916E-F8E8-D2B5-8BC8552D6BEF}"/>
                </a:ext>
              </a:extLst>
            </p:cNvPr>
            <p:cNvGrpSpPr/>
            <p:nvPr/>
          </p:nvGrpSpPr>
          <p:grpSpPr>
            <a:xfrm>
              <a:off x="10063430" y="2448455"/>
              <a:ext cx="2738174" cy="1961091"/>
              <a:chOff x="4726913" y="2438401"/>
              <a:chExt cx="2738174" cy="1961091"/>
            </a:xfrm>
          </p:grpSpPr>
          <p:sp>
            <p:nvSpPr>
              <p:cNvPr id="69" name="Graphic 2" descr="Film strip outline">
                <a:extLst>
                  <a:ext uri="{FF2B5EF4-FFF2-40B4-BE49-F238E27FC236}">
                    <a16:creationId xmlns:a16="http://schemas.microsoft.com/office/drawing/2014/main" id="{79E467E6-D08F-AC51-679E-3A58EC193EC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34847425-FC80-6BD9-D403-E59BDD64C41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258A050C-A552-5C86-685A-DB7B1F1A271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5A643492-4DCB-6848-676D-BEF15E877A22}"/>
                </a:ext>
              </a:extLst>
            </p:cNvPr>
            <p:cNvGrpSpPr/>
            <p:nvPr/>
          </p:nvGrpSpPr>
          <p:grpSpPr>
            <a:xfrm>
              <a:off x="-3327365" y="2448454"/>
              <a:ext cx="2738174" cy="1961091"/>
              <a:chOff x="4726913" y="2438401"/>
              <a:chExt cx="2738174" cy="1961091"/>
            </a:xfrm>
          </p:grpSpPr>
          <p:sp>
            <p:nvSpPr>
              <p:cNvPr id="66" name="Graphic 2" descr="Film strip outline">
                <a:extLst>
                  <a:ext uri="{FF2B5EF4-FFF2-40B4-BE49-F238E27FC236}">
                    <a16:creationId xmlns:a16="http://schemas.microsoft.com/office/drawing/2014/main" id="{8DBB541F-54A9-505A-425E-96C1D5E8C878}"/>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7F7974FF-D16C-DA63-CB40-0C18D8BE506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54A19269-0DED-5DDA-AD5B-AF2241F8FDD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D2A5AC9C-0637-F0C6-B59F-4FCBE025ED2C}"/>
                </a:ext>
              </a:extLst>
            </p:cNvPr>
            <p:cNvGrpSpPr/>
            <p:nvPr/>
          </p:nvGrpSpPr>
          <p:grpSpPr>
            <a:xfrm>
              <a:off x="-5996785" y="2448454"/>
              <a:ext cx="2738174" cy="1961091"/>
              <a:chOff x="4726913" y="2438401"/>
              <a:chExt cx="2738174" cy="1961091"/>
            </a:xfrm>
          </p:grpSpPr>
          <p:sp>
            <p:nvSpPr>
              <p:cNvPr id="63" name="Graphic 2" descr="Film strip outline">
                <a:extLst>
                  <a:ext uri="{FF2B5EF4-FFF2-40B4-BE49-F238E27FC236}">
                    <a16:creationId xmlns:a16="http://schemas.microsoft.com/office/drawing/2014/main" id="{313BC760-B705-607B-546D-95EB05D797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595E0CE9-8162-00CB-E995-FD735E3CE39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1F9D23B9-537E-CFCB-EB7A-FEB2B06E6E1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DFD48D11-9385-9B77-2112-0E34970BA2D9}"/>
                </a:ext>
              </a:extLst>
            </p:cNvPr>
            <p:cNvGrpSpPr/>
            <p:nvPr/>
          </p:nvGrpSpPr>
          <p:grpSpPr>
            <a:xfrm>
              <a:off x="2033408"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334BA8BD-91ED-41D6-46BD-6804001179E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ACA42E28-5FC3-9431-42B5-D780E2D0ADB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5129D1F6-8CE1-14A5-129E-574DAFB9EED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D0D69B56-FCC6-2AAF-4BC3-2B3FDB4D4306}"/>
                </a:ext>
              </a:extLst>
            </p:cNvPr>
            <p:cNvGrpSpPr/>
            <p:nvPr/>
          </p:nvGrpSpPr>
          <p:grpSpPr>
            <a:xfrm>
              <a:off x="-636012" y="2448454"/>
              <a:ext cx="2738174" cy="1961091"/>
              <a:chOff x="4726913" y="2438401"/>
              <a:chExt cx="2738174" cy="1961091"/>
            </a:xfrm>
          </p:grpSpPr>
          <p:sp>
            <p:nvSpPr>
              <p:cNvPr id="57" name="Graphic 2" descr="Film strip outline">
                <a:extLst>
                  <a:ext uri="{FF2B5EF4-FFF2-40B4-BE49-F238E27FC236}">
                    <a16:creationId xmlns:a16="http://schemas.microsoft.com/office/drawing/2014/main" id="{A373DF75-373B-9C25-CF14-799658883ED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10351C3A-CFF9-7CD0-CA04-C62F6A7F652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532A49CD-488D-012A-5B84-4E34A550705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18686591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autoRev="1" fill="hold" nodeType="afterEffect">
                                  <p:stCondLst>
                                    <p:cond delay="0"/>
                                  </p:stCondLst>
                                  <p:childTnLst>
                                    <p:animMotion origin="layout" path="M 4.58333E-6 1.85185E-6 L -0.09896 0.3 " pathEditMode="fixed" rAng="0" ptsTypes="AA">
                                      <p:cBhvr>
                                        <p:cTn id="6" dur="2000" fill="hold"/>
                                        <p:tgtEl>
                                          <p:spTgt spid="48"/>
                                        </p:tgtEl>
                                        <p:attrNameLst>
                                          <p:attrName>ppt_x</p:attrName>
                                          <p:attrName>ppt_y</p:attrName>
                                        </p:attrNameLst>
                                      </p:cBhvr>
                                      <p:rCtr x="-4948" y="15000"/>
                                    </p:animMotion>
                                  </p:childTnLst>
                                </p:cTn>
                              </p:par>
                              <p:par>
                                <p:cTn id="7" presetID="42" presetClass="path" presetSubtype="0" repeatCount="indefinite" accel="50000" decel="50000" autoRev="1" fill="hold" nodeType="withEffect">
                                  <p:stCondLst>
                                    <p:cond delay="0"/>
                                  </p:stCondLst>
                                  <p:childTnLst>
                                    <p:animMotion origin="layout" path="M -0.0026 -0.01111 L 0.10508 -0.34653 " pathEditMode="fixed" rAng="0" ptsTypes="AA">
                                      <p:cBhvr>
                                        <p:cTn id="8" dur="2000" fill="hold"/>
                                        <p:tgtEl>
                                          <p:spTgt spid="3"/>
                                        </p:tgtEl>
                                        <p:attrNameLst>
                                          <p:attrName>ppt_x</p:attrName>
                                          <p:attrName>ppt_y</p:attrName>
                                        </p:attrNameLst>
                                      </p:cBhvr>
                                      <p:rCtr x="5378" y="-1678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show="0">
  <p:cSld>
    <p:bg>
      <p:bgPr>
        <a:blipFill dpi="0" rotWithShape="1">
          <a:blip r:embed="rId3">
            <a:lum/>
          </a:blip>
          <a:srcRect/>
          <a:stretch>
            <a:fillRect t="-108000" b="-108000"/>
          </a:stretch>
        </a:blipFill>
        <a:effectLst/>
      </p:bgPr>
    </p:bg>
    <p:spTree>
      <p:nvGrpSpPr>
        <p:cNvPr id="1" name="">
          <a:extLst>
            <a:ext uri="{FF2B5EF4-FFF2-40B4-BE49-F238E27FC236}">
              <a16:creationId xmlns:a16="http://schemas.microsoft.com/office/drawing/2014/main" id="{09C93352-6883-F809-DC41-6C31C3B67FE6}"/>
            </a:ext>
          </a:extLst>
        </p:cNvPr>
        <p:cNvGrpSpPr/>
        <p:nvPr/>
      </p:nvGrpSpPr>
      <p:grpSpPr>
        <a:xfrm>
          <a:off x="0" y="0"/>
          <a:ext cx="0" cy="0"/>
          <a:chOff x="0" y="0"/>
          <a:chExt cx="0" cy="0"/>
        </a:xfrm>
      </p:grpSpPr>
      <p:sp>
        <p:nvSpPr>
          <p:cNvPr id="25" name="Title 24">
            <a:extLst>
              <a:ext uri="{FF2B5EF4-FFF2-40B4-BE49-F238E27FC236}">
                <a16:creationId xmlns:a16="http://schemas.microsoft.com/office/drawing/2014/main" id="{3206482F-1204-CDE5-88A6-A2E03BB901D1}"/>
              </a:ext>
            </a:extLst>
          </p:cNvPr>
          <p:cNvSpPr txBox="1">
            <a:spLocks noGrp="1"/>
          </p:cNvSpPr>
          <p:nvPr>
            <p:ph type="title" idx="4294967295"/>
          </p:nvPr>
        </p:nvSpPr>
        <p:spPr>
          <a:xfrm>
            <a:off x="1235836" y="298050"/>
            <a:ext cx="5388484" cy="55399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chemeClr val="tx1"/>
                </a:solidFill>
                <a:effectLst/>
                <a:uLnTx/>
                <a:uFillTx/>
                <a:latin typeface="Times New Roman" panose="02020603050405020304" pitchFamily="18" charset="0"/>
                <a:ea typeface="+mn-ea"/>
                <a:cs typeface="Times New Roman" panose="02020603050405020304" pitchFamily="18" charset="0"/>
              </a:rPr>
              <a:t>Project Introduction </a:t>
            </a:r>
          </a:p>
        </p:txBody>
      </p:sp>
      <p:sp>
        <p:nvSpPr>
          <p:cNvPr id="28" name="Google Shape;621;p13">
            <a:extLst>
              <a:ext uri="{FF2B5EF4-FFF2-40B4-BE49-F238E27FC236}">
                <a16:creationId xmlns:a16="http://schemas.microsoft.com/office/drawing/2014/main" id="{B28664D6-FEE6-FA4F-F724-7A4A65A76077}"/>
              </a:ext>
            </a:extLst>
          </p:cNvPr>
          <p:cNvSpPr txBox="1"/>
          <p:nvPr/>
        </p:nvSpPr>
        <p:spPr>
          <a:xfrm>
            <a:off x="795092" y="1583252"/>
            <a:ext cx="10390909" cy="3877985"/>
          </a:xfrm>
          <a:prstGeom prst="rect">
            <a:avLst/>
          </a:prstGeom>
          <a:noFill/>
          <a:ln>
            <a:noFill/>
          </a:ln>
        </p:spPr>
        <p:txBody>
          <a:bodyPr spcFirstLastPara="1" wrap="square" lIns="0" tIns="0" rIns="0" bIns="0" anchor="t" anchorCtr="0">
            <a:spAutoFit/>
          </a:bodyPr>
          <a:lstStyle/>
          <a:p>
            <a:pPr>
              <a:lnSpc>
                <a:spcPct val="150000"/>
              </a:lnSpc>
            </a:pPr>
            <a:r>
              <a:rPr lang="en-US" sz="2400" dirty="0">
                <a:latin typeface="Times New Roman" panose="02020603050405020304" pitchFamily="18" charset="0"/>
                <a:cs typeface="Times New Roman" panose="02020603050405020304" pitchFamily="18" charset="0"/>
              </a:rPr>
              <a:t>This project proposes an </a:t>
            </a:r>
            <a:r>
              <a:rPr lang="en-US" sz="2400" b="1" dirty="0">
                <a:latin typeface="Times New Roman" panose="02020603050405020304" pitchFamily="18" charset="0"/>
                <a:cs typeface="Times New Roman" panose="02020603050405020304" pitchFamily="18" charset="0"/>
              </a:rPr>
              <a:t>AI-based video compression system</a:t>
            </a:r>
            <a:r>
              <a:rPr lang="en-US" sz="2400" dirty="0">
                <a:latin typeface="Times New Roman" panose="02020603050405020304" pitchFamily="18" charset="0"/>
                <a:cs typeface="Times New Roman" panose="02020603050405020304" pitchFamily="18" charset="0"/>
              </a:rPr>
              <a:t> that leverages deep learning to automatically learn and optimize key compression stages, reducing redundancy while preserving perceptual video quality. By integrating artificial intelligence into the compression pipeline, the system aims to achieve higher compression ratios, lower storage requirements, and improved visual quality compared to conventional codecs, supporting the development of next-generation intelligent video compression technologies.</a:t>
            </a:r>
          </a:p>
        </p:txBody>
      </p:sp>
      <p:sp>
        <p:nvSpPr>
          <p:cNvPr id="10" name="TextBox 9">
            <a:extLst>
              <a:ext uri="{FF2B5EF4-FFF2-40B4-BE49-F238E27FC236}">
                <a16:creationId xmlns:a16="http://schemas.microsoft.com/office/drawing/2014/main" id="{AF1754FA-3268-E6DE-4FD0-EDF16EB371F0}"/>
              </a:ext>
            </a:extLst>
          </p:cNvPr>
          <p:cNvSpPr txBox="1"/>
          <p:nvPr/>
        </p:nvSpPr>
        <p:spPr>
          <a:xfrm>
            <a:off x="1087279" y="1090809"/>
            <a:ext cx="5388484" cy="492443"/>
          </a:xfrm>
          <a:prstGeom prst="rect">
            <a:avLst/>
          </a:prstGeom>
          <a:noFill/>
        </p:spPr>
        <p:txBody>
          <a:bodyPr wrap="square" rtlCol="0">
            <a:spAutoFit/>
          </a:bodyPr>
          <a:lstStyle/>
          <a:p>
            <a:r>
              <a:rPr lang="en-US" sz="2600" dirty="0">
                <a:solidFill>
                  <a:schemeClr val="tx2"/>
                </a:solidFill>
                <a:latin typeface="Times New Roman" panose="02020603050405020304" pitchFamily="18" charset="0"/>
                <a:cs typeface="Times New Roman" panose="02020603050405020304" pitchFamily="18" charset="0"/>
              </a:rPr>
              <a:t>Introduction </a:t>
            </a:r>
          </a:p>
        </p:txBody>
      </p:sp>
      <p:sp>
        <p:nvSpPr>
          <p:cNvPr id="11" name="Footer Placeholder 12">
            <a:extLst>
              <a:ext uri="{FF2B5EF4-FFF2-40B4-BE49-F238E27FC236}">
                <a16:creationId xmlns:a16="http://schemas.microsoft.com/office/drawing/2014/main" id="{C2958FA5-AE52-1470-DB49-974EF0E9329E}"/>
              </a:ext>
            </a:extLst>
          </p:cNvPr>
          <p:cNvSpPr>
            <a:spLocks noGrp="1"/>
          </p:cNvSpPr>
          <p:nvPr>
            <p:ph type="ftr" sz="quarter" idx="11"/>
          </p:nvPr>
        </p:nvSpPr>
        <p:spPr>
          <a:xfrm>
            <a:off x="363600" y="6492873"/>
            <a:ext cx="4114800" cy="365125"/>
          </a:xfrm>
        </p:spPr>
        <p:txBody>
          <a:bodyPr/>
          <a:lstStyle/>
          <a:p>
            <a:pPr algn="l"/>
            <a:r>
              <a:rPr lang="en-US" dirty="0"/>
              <a:t>ABVCS</a:t>
            </a:r>
            <a:endParaRPr lang="en-AS" dirty="0"/>
          </a:p>
        </p:txBody>
      </p:sp>
      <p:sp>
        <p:nvSpPr>
          <p:cNvPr id="12" name="Slide Number Placeholder 13">
            <a:extLst>
              <a:ext uri="{FF2B5EF4-FFF2-40B4-BE49-F238E27FC236}">
                <a16:creationId xmlns:a16="http://schemas.microsoft.com/office/drawing/2014/main" id="{26FA37CF-B74A-6548-B72E-FCEDC6FC6B4F}"/>
              </a:ext>
            </a:extLst>
          </p:cNvPr>
          <p:cNvSpPr>
            <a:spLocks noGrp="1"/>
          </p:cNvSpPr>
          <p:nvPr>
            <p:ph type="sldNum" sz="quarter" idx="12"/>
          </p:nvPr>
        </p:nvSpPr>
        <p:spPr>
          <a:xfrm>
            <a:off x="0" y="6492874"/>
            <a:ext cx="363600" cy="365125"/>
          </a:xfrm>
        </p:spPr>
        <p:txBody>
          <a:bodyPr/>
          <a:lstStyle/>
          <a:p>
            <a:fld id="{AD91D796-2600-4CB1-AF8F-6B90FC341573}" type="slidenum">
              <a:rPr lang="en-AS" smtClean="0"/>
              <a:t>56</a:t>
            </a:fld>
            <a:endParaRPr lang="en-AS"/>
          </a:p>
        </p:txBody>
      </p:sp>
      <p:grpSp>
        <p:nvGrpSpPr>
          <p:cNvPr id="2" name="!!Film_Tabe_1">
            <a:extLst>
              <a:ext uri="{FF2B5EF4-FFF2-40B4-BE49-F238E27FC236}">
                <a16:creationId xmlns:a16="http://schemas.microsoft.com/office/drawing/2014/main" id="{52C5DEBE-BC01-F4AC-8780-D6B94DEE9454}"/>
              </a:ext>
            </a:extLst>
          </p:cNvPr>
          <p:cNvGrpSpPr/>
          <p:nvPr/>
        </p:nvGrpSpPr>
        <p:grpSpPr>
          <a:xfrm rot="18000000">
            <a:off x="-9998305" y="-1806622"/>
            <a:ext cx="21467809" cy="1961092"/>
            <a:chOff x="-5996785" y="2448454"/>
            <a:chExt cx="21467809" cy="1961092"/>
          </a:xfrm>
          <a:effectLst>
            <a:outerShdw blurRad="12700" dist="50800" dir="2700000" algn="tl" rotWithShape="0">
              <a:schemeClr val="tx1">
                <a:alpha val="40000"/>
              </a:schemeClr>
            </a:outerShdw>
          </a:effectLst>
        </p:grpSpPr>
        <p:grpSp>
          <p:nvGrpSpPr>
            <p:cNvPr id="3" name="Group 2">
              <a:extLst>
                <a:ext uri="{FF2B5EF4-FFF2-40B4-BE49-F238E27FC236}">
                  <a16:creationId xmlns:a16="http://schemas.microsoft.com/office/drawing/2014/main" id="{22C5B992-DDE9-29E9-258B-257776151274}"/>
                </a:ext>
              </a:extLst>
            </p:cNvPr>
            <p:cNvGrpSpPr/>
            <p:nvPr/>
          </p:nvGrpSpPr>
          <p:grpSpPr>
            <a:xfrm>
              <a:off x="7372077" y="2448455"/>
              <a:ext cx="2738174" cy="1961091"/>
              <a:chOff x="4726913" y="2438401"/>
              <a:chExt cx="2738174" cy="1961091"/>
            </a:xfrm>
          </p:grpSpPr>
          <p:sp>
            <p:nvSpPr>
              <p:cNvPr id="37" name="Graphic 2" descr="Film strip outline">
                <a:extLst>
                  <a:ext uri="{FF2B5EF4-FFF2-40B4-BE49-F238E27FC236}">
                    <a16:creationId xmlns:a16="http://schemas.microsoft.com/office/drawing/2014/main" id="{9F2E126E-B6FD-56E4-0F53-6CB2210C749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8" name="Straight Connector 37">
                <a:extLst>
                  <a:ext uri="{FF2B5EF4-FFF2-40B4-BE49-F238E27FC236}">
                    <a16:creationId xmlns:a16="http://schemas.microsoft.com/office/drawing/2014/main" id="{30A65B24-09F6-7A39-997A-3E874311D532}"/>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2DA1A247-4EE9-B958-E77B-A780E1FD35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5F078A20-6C95-246F-11E3-FE2D18BCEBEF}"/>
                </a:ext>
              </a:extLst>
            </p:cNvPr>
            <p:cNvGrpSpPr/>
            <p:nvPr/>
          </p:nvGrpSpPr>
          <p:grpSpPr>
            <a:xfrm>
              <a:off x="4702657" y="2448455"/>
              <a:ext cx="2738174" cy="1961091"/>
              <a:chOff x="4726913" y="2438401"/>
              <a:chExt cx="2738174" cy="1961091"/>
            </a:xfrm>
          </p:grpSpPr>
          <p:sp>
            <p:nvSpPr>
              <p:cNvPr id="34" name="Graphic 2" descr="Film strip outline">
                <a:extLst>
                  <a:ext uri="{FF2B5EF4-FFF2-40B4-BE49-F238E27FC236}">
                    <a16:creationId xmlns:a16="http://schemas.microsoft.com/office/drawing/2014/main" id="{89C9C6D4-90AE-5C52-2FA1-9C6B11A51C6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5" name="Straight Connector 34">
                <a:extLst>
                  <a:ext uri="{FF2B5EF4-FFF2-40B4-BE49-F238E27FC236}">
                    <a16:creationId xmlns:a16="http://schemas.microsoft.com/office/drawing/2014/main" id="{D0CFB51F-29C3-E2BE-54FD-381066F5C34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6" name="TextBox 35">
                <a:extLst>
                  <a:ext uri="{FF2B5EF4-FFF2-40B4-BE49-F238E27FC236}">
                    <a16:creationId xmlns:a16="http://schemas.microsoft.com/office/drawing/2014/main" id="{A6FD09C0-CC5F-CF35-1AAC-C1AAD44BB99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1A807368-13F3-2D2D-64C4-7B616BF8B464}"/>
                </a:ext>
              </a:extLst>
            </p:cNvPr>
            <p:cNvGrpSpPr/>
            <p:nvPr/>
          </p:nvGrpSpPr>
          <p:grpSpPr>
            <a:xfrm>
              <a:off x="12732850" y="2448455"/>
              <a:ext cx="2738174" cy="1961091"/>
              <a:chOff x="4726913" y="2438401"/>
              <a:chExt cx="2738174" cy="1961091"/>
            </a:xfrm>
          </p:grpSpPr>
          <p:sp>
            <p:nvSpPr>
              <p:cNvPr id="31" name="Graphic 2" descr="Film strip outline">
                <a:extLst>
                  <a:ext uri="{FF2B5EF4-FFF2-40B4-BE49-F238E27FC236}">
                    <a16:creationId xmlns:a16="http://schemas.microsoft.com/office/drawing/2014/main" id="{7F9472C2-10A2-A421-7B62-F6CC165D59E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32" name="Straight Connector 31">
                <a:extLst>
                  <a:ext uri="{FF2B5EF4-FFF2-40B4-BE49-F238E27FC236}">
                    <a16:creationId xmlns:a16="http://schemas.microsoft.com/office/drawing/2014/main" id="{FDF6A732-383F-A9E0-4D2C-3E2E45382F9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EC7EB94D-7D22-46BC-4F21-AD75A9BAD6D4}"/>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C7CD31F4-8952-EDBE-D5AF-A4DC94B0E59A}"/>
                </a:ext>
              </a:extLst>
            </p:cNvPr>
            <p:cNvGrpSpPr/>
            <p:nvPr/>
          </p:nvGrpSpPr>
          <p:grpSpPr>
            <a:xfrm>
              <a:off x="10063430" y="2448455"/>
              <a:ext cx="2738174" cy="1961091"/>
              <a:chOff x="4726913" y="2438401"/>
              <a:chExt cx="2738174" cy="1961091"/>
            </a:xfrm>
          </p:grpSpPr>
          <p:sp>
            <p:nvSpPr>
              <p:cNvPr id="27" name="Graphic 2" descr="Film strip outline">
                <a:extLst>
                  <a:ext uri="{FF2B5EF4-FFF2-40B4-BE49-F238E27FC236}">
                    <a16:creationId xmlns:a16="http://schemas.microsoft.com/office/drawing/2014/main" id="{E7CA1FAF-D6D5-D7F1-5CD3-F39ABA0DA4B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9" name="Straight Connector 28">
                <a:extLst>
                  <a:ext uri="{FF2B5EF4-FFF2-40B4-BE49-F238E27FC236}">
                    <a16:creationId xmlns:a16="http://schemas.microsoft.com/office/drawing/2014/main" id="{D56414CF-B9E4-889A-5181-45338D24B5C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83EEA19F-C7D6-390F-DA6F-CB206221C24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6DF76B03-56DF-EAA3-D58E-D95FFFD8C3D4}"/>
                </a:ext>
              </a:extLst>
            </p:cNvPr>
            <p:cNvGrpSpPr/>
            <p:nvPr/>
          </p:nvGrpSpPr>
          <p:grpSpPr>
            <a:xfrm>
              <a:off x="-3327365" y="2448454"/>
              <a:ext cx="2738174" cy="1961091"/>
              <a:chOff x="4726913" y="2438401"/>
              <a:chExt cx="2738174" cy="1961091"/>
            </a:xfrm>
          </p:grpSpPr>
          <p:sp>
            <p:nvSpPr>
              <p:cNvPr id="23" name="Graphic 2" descr="Film strip outline">
                <a:extLst>
                  <a:ext uri="{FF2B5EF4-FFF2-40B4-BE49-F238E27FC236}">
                    <a16:creationId xmlns:a16="http://schemas.microsoft.com/office/drawing/2014/main" id="{1B098329-FD5E-E15A-1655-366A535CA38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4" name="Straight Connector 23">
                <a:extLst>
                  <a:ext uri="{FF2B5EF4-FFF2-40B4-BE49-F238E27FC236}">
                    <a16:creationId xmlns:a16="http://schemas.microsoft.com/office/drawing/2014/main" id="{F8DB07CF-D1AC-C840-3AA9-FF4CC7820367}"/>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FE41D041-F604-1553-7B16-E2D23453787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2E60952F-03E5-638B-569B-99BF24CC4022}"/>
                </a:ext>
              </a:extLst>
            </p:cNvPr>
            <p:cNvGrpSpPr/>
            <p:nvPr/>
          </p:nvGrpSpPr>
          <p:grpSpPr>
            <a:xfrm>
              <a:off x="-5996785" y="2448454"/>
              <a:ext cx="2738174" cy="1961091"/>
              <a:chOff x="4726913" y="2438401"/>
              <a:chExt cx="2738174" cy="1961091"/>
            </a:xfrm>
          </p:grpSpPr>
          <p:sp>
            <p:nvSpPr>
              <p:cNvPr id="20" name="Graphic 2" descr="Film strip outline">
                <a:extLst>
                  <a:ext uri="{FF2B5EF4-FFF2-40B4-BE49-F238E27FC236}">
                    <a16:creationId xmlns:a16="http://schemas.microsoft.com/office/drawing/2014/main" id="{1487F529-E775-5B4D-79D9-8AACA417281E}"/>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21" name="Straight Connector 20">
                <a:extLst>
                  <a:ext uri="{FF2B5EF4-FFF2-40B4-BE49-F238E27FC236}">
                    <a16:creationId xmlns:a16="http://schemas.microsoft.com/office/drawing/2014/main" id="{1EE2C1BF-7A37-18CA-1104-F103E1AD52F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F45FA4CC-56BA-E02B-F198-18FA62D34F3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B11CBFE0-77E6-4D08-3EFA-498AC3B1B659}"/>
                </a:ext>
              </a:extLst>
            </p:cNvPr>
            <p:cNvGrpSpPr/>
            <p:nvPr/>
          </p:nvGrpSpPr>
          <p:grpSpPr>
            <a:xfrm>
              <a:off x="2033408" y="2448454"/>
              <a:ext cx="2738174" cy="1961091"/>
              <a:chOff x="4726913" y="2438401"/>
              <a:chExt cx="2738174" cy="1961091"/>
            </a:xfrm>
          </p:grpSpPr>
          <p:sp>
            <p:nvSpPr>
              <p:cNvPr id="17" name="Graphic 2" descr="Film strip outline">
                <a:extLst>
                  <a:ext uri="{FF2B5EF4-FFF2-40B4-BE49-F238E27FC236}">
                    <a16:creationId xmlns:a16="http://schemas.microsoft.com/office/drawing/2014/main" id="{81641246-979A-2D16-910F-286B3DA491F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8" name="Straight Connector 17">
                <a:extLst>
                  <a:ext uri="{FF2B5EF4-FFF2-40B4-BE49-F238E27FC236}">
                    <a16:creationId xmlns:a16="http://schemas.microsoft.com/office/drawing/2014/main" id="{4DEB8A4F-49B0-640A-F736-9FCB8984FC8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9" name="TextBox 18">
                <a:extLst>
                  <a:ext uri="{FF2B5EF4-FFF2-40B4-BE49-F238E27FC236}">
                    <a16:creationId xmlns:a16="http://schemas.microsoft.com/office/drawing/2014/main" id="{8BA9EE19-D3A6-F93A-A0C5-7A2780F1DD5D}"/>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13" name="Group 12">
              <a:extLst>
                <a:ext uri="{FF2B5EF4-FFF2-40B4-BE49-F238E27FC236}">
                  <a16:creationId xmlns:a16="http://schemas.microsoft.com/office/drawing/2014/main" id="{5AAAF9D7-8241-B093-2041-BB4068B76B5A}"/>
                </a:ext>
              </a:extLst>
            </p:cNvPr>
            <p:cNvGrpSpPr/>
            <p:nvPr/>
          </p:nvGrpSpPr>
          <p:grpSpPr>
            <a:xfrm>
              <a:off x="-636012" y="2448454"/>
              <a:ext cx="2738174" cy="1961091"/>
              <a:chOff x="4726913" y="2438401"/>
              <a:chExt cx="2738174" cy="1961091"/>
            </a:xfrm>
          </p:grpSpPr>
          <p:sp>
            <p:nvSpPr>
              <p:cNvPr id="14" name="Graphic 2" descr="Film strip outline">
                <a:extLst>
                  <a:ext uri="{FF2B5EF4-FFF2-40B4-BE49-F238E27FC236}">
                    <a16:creationId xmlns:a16="http://schemas.microsoft.com/office/drawing/2014/main" id="{F656F8A7-B1FE-DE95-5F5E-C6A5955AE3A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5" name="Straight Connector 14">
                <a:extLst>
                  <a:ext uri="{FF2B5EF4-FFF2-40B4-BE49-F238E27FC236}">
                    <a16:creationId xmlns:a16="http://schemas.microsoft.com/office/drawing/2014/main" id="{666A8717-AE0F-0016-9EC7-95336C01455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6" name="TextBox 15">
                <a:extLst>
                  <a:ext uri="{FF2B5EF4-FFF2-40B4-BE49-F238E27FC236}">
                    <a16:creationId xmlns:a16="http://schemas.microsoft.com/office/drawing/2014/main" id="{E5A67934-F084-4D8A-CE4B-8D6A4EF294F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73" name="!!Film_Tabe_2">
            <a:extLst>
              <a:ext uri="{FF2B5EF4-FFF2-40B4-BE49-F238E27FC236}">
                <a16:creationId xmlns:a16="http://schemas.microsoft.com/office/drawing/2014/main" id="{D5FF9001-A573-D6BA-0936-1BF7EB80F813}"/>
              </a:ext>
            </a:extLst>
          </p:cNvPr>
          <p:cNvGrpSpPr/>
          <p:nvPr/>
        </p:nvGrpSpPr>
        <p:grpSpPr>
          <a:xfrm rot="18000000">
            <a:off x="370818" y="6685336"/>
            <a:ext cx="21467809" cy="1961092"/>
            <a:chOff x="-5996785" y="2448454"/>
            <a:chExt cx="21467809" cy="1961092"/>
          </a:xfrm>
          <a:effectLst>
            <a:outerShdw blurRad="12700" dist="50800" dir="2700000" algn="tl" rotWithShape="0">
              <a:prstClr val="black">
                <a:alpha val="40000"/>
              </a:prstClr>
            </a:outerShdw>
          </a:effectLst>
        </p:grpSpPr>
        <p:grpSp>
          <p:nvGrpSpPr>
            <p:cNvPr id="74" name="Group 73">
              <a:extLst>
                <a:ext uri="{FF2B5EF4-FFF2-40B4-BE49-F238E27FC236}">
                  <a16:creationId xmlns:a16="http://schemas.microsoft.com/office/drawing/2014/main" id="{3CF20ADD-F67F-AAA7-D2F8-0BF1AB2180B1}"/>
                </a:ext>
              </a:extLst>
            </p:cNvPr>
            <p:cNvGrpSpPr/>
            <p:nvPr/>
          </p:nvGrpSpPr>
          <p:grpSpPr>
            <a:xfrm>
              <a:off x="7372077" y="2448455"/>
              <a:ext cx="2738174" cy="1961091"/>
              <a:chOff x="4726913" y="2438401"/>
              <a:chExt cx="2738174" cy="1961091"/>
            </a:xfrm>
          </p:grpSpPr>
          <p:sp>
            <p:nvSpPr>
              <p:cNvPr id="103" name="Graphic 2" descr="Film strip outline">
                <a:extLst>
                  <a:ext uri="{FF2B5EF4-FFF2-40B4-BE49-F238E27FC236}">
                    <a16:creationId xmlns:a16="http://schemas.microsoft.com/office/drawing/2014/main" id="{A434F658-C2BC-1861-8654-607FEDF0D4E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4" name="Straight Connector 103">
                <a:extLst>
                  <a:ext uri="{FF2B5EF4-FFF2-40B4-BE49-F238E27FC236}">
                    <a16:creationId xmlns:a16="http://schemas.microsoft.com/office/drawing/2014/main" id="{5944BF33-316D-2149-BB5D-A398148E89C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5" name="TextBox 104">
                <a:extLst>
                  <a:ext uri="{FF2B5EF4-FFF2-40B4-BE49-F238E27FC236}">
                    <a16:creationId xmlns:a16="http://schemas.microsoft.com/office/drawing/2014/main" id="{C3C1C398-6FE7-4568-051A-5677F3912B9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5" name="Group 74">
              <a:extLst>
                <a:ext uri="{FF2B5EF4-FFF2-40B4-BE49-F238E27FC236}">
                  <a16:creationId xmlns:a16="http://schemas.microsoft.com/office/drawing/2014/main" id="{220B0795-AB6E-B3A9-4920-36AE8D1E5316}"/>
                </a:ext>
              </a:extLst>
            </p:cNvPr>
            <p:cNvGrpSpPr/>
            <p:nvPr/>
          </p:nvGrpSpPr>
          <p:grpSpPr>
            <a:xfrm>
              <a:off x="4702657" y="2448455"/>
              <a:ext cx="2738174" cy="1961091"/>
              <a:chOff x="4726913" y="2438401"/>
              <a:chExt cx="2738174" cy="1961091"/>
            </a:xfrm>
          </p:grpSpPr>
          <p:sp>
            <p:nvSpPr>
              <p:cNvPr id="100" name="Graphic 2" descr="Film strip outline">
                <a:extLst>
                  <a:ext uri="{FF2B5EF4-FFF2-40B4-BE49-F238E27FC236}">
                    <a16:creationId xmlns:a16="http://schemas.microsoft.com/office/drawing/2014/main" id="{198E8F88-E54E-A916-5A31-ABB759D6485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1" name="Straight Connector 100">
                <a:extLst>
                  <a:ext uri="{FF2B5EF4-FFF2-40B4-BE49-F238E27FC236}">
                    <a16:creationId xmlns:a16="http://schemas.microsoft.com/office/drawing/2014/main" id="{75B92A12-8BC2-A0EA-6EB0-C7DFF49384E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7AE72507-7B72-2787-C752-EB493DB4EB5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6" name="Group 75">
              <a:extLst>
                <a:ext uri="{FF2B5EF4-FFF2-40B4-BE49-F238E27FC236}">
                  <a16:creationId xmlns:a16="http://schemas.microsoft.com/office/drawing/2014/main" id="{237076FB-676E-E013-FCD9-158C827A7C05}"/>
                </a:ext>
              </a:extLst>
            </p:cNvPr>
            <p:cNvGrpSpPr/>
            <p:nvPr/>
          </p:nvGrpSpPr>
          <p:grpSpPr>
            <a:xfrm>
              <a:off x="12732850" y="2448455"/>
              <a:ext cx="2738174" cy="1961091"/>
              <a:chOff x="4726913" y="2438401"/>
              <a:chExt cx="2738174" cy="1961091"/>
            </a:xfrm>
          </p:grpSpPr>
          <p:sp>
            <p:nvSpPr>
              <p:cNvPr id="97" name="Graphic 2" descr="Film strip outline">
                <a:extLst>
                  <a:ext uri="{FF2B5EF4-FFF2-40B4-BE49-F238E27FC236}">
                    <a16:creationId xmlns:a16="http://schemas.microsoft.com/office/drawing/2014/main" id="{B4A22AA2-DC67-796D-6DA5-E052427C13BB}"/>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CAD08854-CECB-82C6-4713-6C1F213EA7CE}"/>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DCEBA02A-D8BB-E917-2859-28DABCA2B2E3}"/>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7" name="Group 76">
              <a:extLst>
                <a:ext uri="{FF2B5EF4-FFF2-40B4-BE49-F238E27FC236}">
                  <a16:creationId xmlns:a16="http://schemas.microsoft.com/office/drawing/2014/main" id="{01C82B64-93F2-0404-52B6-AA13E9A7B492}"/>
                </a:ext>
              </a:extLst>
            </p:cNvPr>
            <p:cNvGrpSpPr/>
            <p:nvPr/>
          </p:nvGrpSpPr>
          <p:grpSpPr>
            <a:xfrm>
              <a:off x="10063430"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A896ADBF-B837-EB4D-6D61-5FF7EDA05CC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0ADFA6FC-1DA9-53A7-7322-7D27BD1A79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649038A9-46F7-1A77-3957-434D0A41BEE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8" name="Group 77">
              <a:extLst>
                <a:ext uri="{FF2B5EF4-FFF2-40B4-BE49-F238E27FC236}">
                  <a16:creationId xmlns:a16="http://schemas.microsoft.com/office/drawing/2014/main" id="{BAF6F3A7-BFE7-B09C-9588-A8D3DF36B91F}"/>
                </a:ext>
              </a:extLst>
            </p:cNvPr>
            <p:cNvGrpSpPr/>
            <p:nvPr/>
          </p:nvGrpSpPr>
          <p:grpSpPr>
            <a:xfrm>
              <a:off x="-3327365" y="2448454"/>
              <a:ext cx="2738174" cy="1961091"/>
              <a:chOff x="4726913" y="2438401"/>
              <a:chExt cx="2738174" cy="1961091"/>
            </a:xfrm>
          </p:grpSpPr>
          <p:sp>
            <p:nvSpPr>
              <p:cNvPr id="91" name="Graphic 2" descr="Film strip outline">
                <a:extLst>
                  <a:ext uri="{FF2B5EF4-FFF2-40B4-BE49-F238E27FC236}">
                    <a16:creationId xmlns:a16="http://schemas.microsoft.com/office/drawing/2014/main" id="{9F34B9A0-CDEC-1E33-03B6-BDECD4A8682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3B898587-2614-E7F0-8781-D92802AFBD44}"/>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F4B19338-4085-2D69-E58F-7BF3D10456DF}"/>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9" name="Group 78">
              <a:extLst>
                <a:ext uri="{FF2B5EF4-FFF2-40B4-BE49-F238E27FC236}">
                  <a16:creationId xmlns:a16="http://schemas.microsoft.com/office/drawing/2014/main" id="{E914F711-6972-AE97-EFCA-7D0BFBC7E804}"/>
                </a:ext>
              </a:extLst>
            </p:cNvPr>
            <p:cNvGrpSpPr/>
            <p:nvPr/>
          </p:nvGrpSpPr>
          <p:grpSpPr>
            <a:xfrm>
              <a:off x="-5996785" y="2448454"/>
              <a:ext cx="2738174" cy="1961091"/>
              <a:chOff x="4726913" y="2438401"/>
              <a:chExt cx="2738174" cy="1961091"/>
            </a:xfrm>
          </p:grpSpPr>
          <p:sp>
            <p:nvSpPr>
              <p:cNvPr id="88" name="Graphic 2" descr="Film strip outline">
                <a:extLst>
                  <a:ext uri="{FF2B5EF4-FFF2-40B4-BE49-F238E27FC236}">
                    <a16:creationId xmlns:a16="http://schemas.microsoft.com/office/drawing/2014/main" id="{F75BBFD1-4E4C-68B6-1DEA-BE30901E365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61956792-E395-F9FA-1F90-3974FF25740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2638C2AD-452D-8611-ED43-C5D4362326D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0" name="Group 79">
              <a:extLst>
                <a:ext uri="{FF2B5EF4-FFF2-40B4-BE49-F238E27FC236}">
                  <a16:creationId xmlns:a16="http://schemas.microsoft.com/office/drawing/2014/main" id="{D5E56E5B-32FC-6143-E028-6D5B143559B3}"/>
                </a:ext>
              </a:extLst>
            </p:cNvPr>
            <p:cNvGrpSpPr/>
            <p:nvPr/>
          </p:nvGrpSpPr>
          <p:grpSpPr>
            <a:xfrm>
              <a:off x="2033408" y="2448454"/>
              <a:ext cx="2738174" cy="1961091"/>
              <a:chOff x="4726913" y="2438401"/>
              <a:chExt cx="2738174" cy="1961091"/>
            </a:xfrm>
          </p:grpSpPr>
          <p:sp>
            <p:nvSpPr>
              <p:cNvPr id="85" name="Graphic 2" descr="Film strip outline">
                <a:extLst>
                  <a:ext uri="{FF2B5EF4-FFF2-40B4-BE49-F238E27FC236}">
                    <a16:creationId xmlns:a16="http://schemas.microsoft.com/office/drawing/2014/main" id="{66B580CF-4D23-F769-4B24-934E67F13FB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88C591BC-A34A-EF0A-F7F9-6FC89EA0DB00}"/>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00D14AC3-77C3-B413-AECA-72035FABDD8C}"/>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1" name="Group 80">
              <a:extLst>
                <a:ext uri="{FF2B5EF4-FFF2-40B4-BE49-F238E27FC236}">
                  <a16:creationId xmlns:a16="http://schemas.microsoft.com/office/drawing/2014/main" id="{0D95D3C2-177B-8EF8-A6E4-7A232670A2A6}"/>
                </a:ext>
              </a:extLst>
            </p:cNvPr>
            <p:cNvGrpSpPr/>
            <p:nvPr/>
          </p:nvGrpSpPr>
          <p:grpSpPr>
            <a:xfrm>
              <a:off x="-636012"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CDEED2CD-7D33-900C-697D-3AA973E43DF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A1E11813-9738-EE1D-29B6-264B6A91D3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EF33765B-8D6C-0987-DF43-ACA3E8CE465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9273515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AC4DF2D8-C76B-2605-D970-0E6B49760B3A}"/>
            </a:ext>
          </a:extLst>
        </p:cNvPr>
        <p:cNvGrpSpPr/>
        <p:nvPr/>
      </p:nvGrpSpPr>
      <p:grpSpPr>
        <a:xfrm>
          <a:off x="0" y="0"/>
          <a:ext cx="0" cy="0"/>
          <a:chOff x="0" y="0"/>
          <a:chExt cx="0" cy="0"/>
        </a:xfrm>
      </p:grpSpPr>
      <p:sp>
        <p:nvSpPr>
          <p:cNvPr id="12" name="Freeform 3">
            <a:extLst>
              <a:ext uri="{FF2B5EF4-FFF2-40B4-BE49-F238E27FC236}">
                <a16:creationId xmlns:a16="http://schemas.microsoft.com/office/drawing/2014/main" id="{42C7FBD4-A3E9-23BB-5910-1C09CCBE3BED}"/>
              </a:ext>
            </a:extLst>
          </p:cNvPr>
          <p:cNvSpPr>
            <a:spLocks noGrp="1" noRot="1" noMove="1" noResize="1" noEditPoints="1" noAdjustHandles="1" noChangeArrowheads="1" noChangeShapeType="1"/>
          </p:cNvSpPr>
          <p:nvPr/>
        </p:nvSpPr>
        <p:spPr>
          <a:xfrm>
            <a:off x="439969" y="-180947"/>
            <a:ext cx="2889780" cy="2889780"/>
          </a:xfrm>
          <a:custGeom>
            <a:avLst/>
            <a:gdLst/>
            <a:ahLst/>
            <a:cxnLst/>
            <a:rect l="l" t="t" r="r" b="b"/>
            <a:pathLst>
              <a:path w="5066691" h="5066691">
                <a:moveTo>
                  <a:pt x="0" y="0"/>
                </a:moveTo>
                <a:lnTo>
                  <a:pt x="5066690" y="0"/>
                </a:lnTo>
                <a:lnTo>
                  <a:pt x="5066690" y="5066691"/>
                </a:lnTo>
                <a:lnTo>
                  <a:pt x="0" y="5066691"/>
                </a:lnTo>
                <a:lnTo>
                  <a:pt x="0" y="0"/>
                </a:lnTo>
                <a:close/>
              </a:path>
            </a:pathLst>
          </a:custGeom>
          <a:blipFill>
            <a:blip>
              <a:alphaModFix amt="13000"/>
              <a:extLst>
                <a:ext uri="{96DAC541-7B7A-43D3-8B79-37D633B846F1}">
                  <asvg:svgBlip xmlns:asvg="http://schemas.microsoft.com/office/drawing/2016/SVG/main" r:embed="rId2"/>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Slide Number Placeholder 24">
            <a:extLst>
              <a:ext uri="{FF2B5EF4-FFF2-40B4-BE49-F238E27FC236}">
                <a16:creationId xmlns:a16="http://schemas.microsoft.com/office/drawing/2014/main" id="{A0719CD0-53D5-048C-0BE9-A8A8DF7C720B}"/>
              </a:ext>
            </a:extLst>
          </p:cNvPr>
          <p:cNvSpPr>
            <a:spLocks noGrp="1" noRot="1" noMove="1" noResize="1" noEditPoints="1" noAdjustHandles="1" noChangeArrowheads="1" noChangeShapeType="1"/>
          </p:cNvSpPr>
          <p:nvPr>
            <p:ph type="sldNum" sz="quarter" idx="12"/>
          </p:nvPr>
        </p:nvSpPr>
        <p:spPr>
          <a:xfrm>
            <a:off x="0" y="6492875"/>
            <a:ext cx="363600" cy="365125"/>
          </a:xfrm>
          <a:gradFill flip="none" rotWithShape="1">
            <a:gsLst>
              <a:gs pos="0">
                <a:schemeClr val="bg1">
                  <a:alpha val="0"/>
                </a:schemeClr>
              </a:gs>
              <a:gs pos="92000">
                <a:schemeClr val="tx1">
                  <a:lumMod val="65000"/>
                  <a:lumOff val="35000"/>
                  <a:alpha val="50000"/>
                </a:schemeClr>
              </a:gs>
            </a:gsLst>
            <a:lin ang="8100000" scaled="1"/>
            <a:tileRect/>
          </a:gra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AD91D796-2600-4CB1-AF8F-6B90FC341573}" type="slidenum">
              <a:rPr kumimoji="0" lang="en-AS" sz="1200" b="1"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57</a:t>
            </a:fld>
            <a:endParaRPr kumimoji="0" lang="en-AS" sz="1200" b="1"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Title 16">
            <a:extLst>
              <a:ext uri="{FF2B5EF4-FFF2-40B4-BE49-F238E27FC236}">
                <a16:creationId xmlns:a16="http://schemas.microsoft.com/office/drawing/2014/main" id="{4FE245AF-3F62-C37F-A162-1FC5B887D1C7}"/>
              </a:ext>
            </a:extLst>
          </p:cNvPr>
          <p:cNvSpPr txBox="1">
            <a:spLocks/>
          </p:cNvSpPr>
          <p:nvPr/>
        </p:nvSpPr>
        <p:spPr>
          <a:xfrm>
            <a:off x="1787735" y="182318"/>
            <a:ext cx="4366736"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Times New Roman" panose="02020603050405020304" pitchFamily="18" charset="0"/>
                <a:ea typeface="+mj-ea"/>
                <a:cs typeface="Times New Roman" panose="02020603050405020304" pitchFamily="18" charset="0"/>
              </a:rPr>
              <a:t>AI Models</a:t>
            </a:r>
          </a:p>
        </p:txBody>
      </p:sp>
      <p:pic>
        <p:nvPicPr>
          <p:cNvPr id="13" name="Graphic 12" descr="Illustrator with solid fill">
            <a:extLst>
              <a:ext uri="{FF2B5EF4-FFF2-40B4-BE49-F238E27FC236}">
                <a16:creationId xmlns:a16="http://schemas.microsoft.com/office/drawing/2014/main" id="{19CA1CB4-F190-683E-6F34-E872619A48A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34738" y="165878"/>
            <a:ext cx="679210" cy="679210"/>
          </a:xfrm>
          <a:prstGeom prst="rect">
            <a:avLst/>
          </a:prstGeom>
          <a:effectLst>
            <a:outerShdw dist="88900" dir="18900000" algn="tl" rotWithShape="0">
              <a:prstClr val="black">
                <a:alpha val="40000"/>
              </a:prstClr>
            </a:outerShdw>
          </a:effectLst>
        </p:spPr>
      </p:pic>
      <p:sp>
        <p:nvSpPr>
          <p:cNvPr id="18" name="Text">
            <a:extLst>
              <a:ext uri="{FF2B5EF4-FFF2-40B4-BE49-F238E27FC236}">
                <a16:creationId xmlns:a16="http://schemas.microsoft.com/office/drawing/2014/main" id="{8CFC951F-2019-440F-8C92-F64B3ACCD7F0}"/>
              </a:ext>
            </a:extLst>
          </p:cNvPr>
          <p:cNvSpPr txBox="1"/>
          <p:nvPr/>
        </p:nvSpPr>
        <p:spPr>
          <a:xfrm>
            <a:off x="1081167" y="1133670"/>
            <a:ext cx="9830673" cy="4851328"/>
          </a:xfrm>
          <a:prstGeom prst="rect">
            <a:avLst/>
          </a:prstGeom>
          <a:noFill/>
        </p:spPr>
        <p:txBody>
          <a:bodyPr wrap="square" rtlCol="0">
            <a:spAutoFit/>
          </a:bodyPr>
          <a:lstStyle/>
          <a:p>
            <a:pPr lvl="0">
              <a:defRPr/>
            </a:pPr>
            <a:r>
              <a:rPr lang="en-US" sz="2200" b="1" dirty="0">
                <a:solidFill>
                  <a:prstClr val="black"/>
                </a:solidFill>
                <a:latin typeface="Times New Roman" panose="02020603050405020304" pitchFamily="18" charset="0"/>
                <a:cs typeface="Times New Roman" panose="02020603050405020304" pitchFamily="18" charset="0"/>
              </a:rPr>
              <a:t>Residual Autoencoder:</a:t>
            </a:r>
          </a:p>
          <a:p>
            <a:pPr lvl="0">
              <a:defRPr/>
            </a:pPr>
            <a:endParaRPr kumimoji="0" lang="en-US" sz="105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a:lnSpc>
                <a:spcPct val="150000"/>
              </a:lnSpc>
            </a:pPr>
            <a:r>
              <a:rPr lang="en-US" dirty="0">
                <a:latin typeface="Times New Roman" panose="02020603050405020304" pitchFamily="18" charset="0"/>
                <a:cs typeface="Times New Roman" panose="02020603050405020304" pitchFamily="18" charset="0"/>
              </a:rPr>
              <a:t>The Residual Autoencoder compresses the difference between the real frame and the motion-compensated predicted frame.</a:t>
            </a:r>
          </a:p>
          <a:p>
            <a:pPr>
              <a:lnSpc>
                <a:spcPct val="150000"/>
              </a:lnSpc>
            </a:pPr>
            <a:r>
              <a:rPr lang="en-US" dirty="0">
                <a:latin typeface="Times New Roman" panose="02020603050405020304" pitchFamily="18" charset="0"/>
                <a:cs typeface="Times New Roman" panose="02020603050405020304" pitchFamily="18" charset="0"/>
              </a:rPr>
              <a:t>Instead of sending full images, it encodes only the information the prediction missed.</a:t>
            </a:r>
          </a:p>
          <a:p>
            <a:pPr>
              <a:lnSpc>
                <a:spcPct val="150000"/>
              </a:lnSpc>
            </a:pPr>
            <a:endParaRPr lang="en-US" sz="1050" dirty="0">
              <a:latin typeface="Times New Roman" panose="02020603050405020304" pitchFamily="18" charset="0"/>
              <a:cs typeface="Times New Roman" panose="02020603050405020304" pitchFamily="18" charset="0"/>
            </a:endParaRPr>
          </a:p>
          <a:p>
            <a:pPr marL="285750" lvl="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Residual Generation:</a:t>
            </a:r>
          </a:p>
          <a:p>
            <a:pPr lvl="0">
              <a:lnSpc>
                <a:spcPct val="150000"/>
              </a:lnSpc>
            </a:pPr>
            <a:r>
              <a:rPr lang="en-US" dirty="0">
                <a:latin typeface="Times New Roman" panose="02020603050405020304" pitchFamily="18" charset="0"/>
                <a:cs typeface="Times New Roman" panose="02020603050405020304" pitchFamily="18" charset="0"/>
              </a:rPr>
              <a:t> 	Computes the difference between the real frame and the motion-compensated predicted frame.</a:t>
            </a:r>
          </a:p>
          <a:p>
            <a:pPr marL="285750" lvl="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Encoder:</a:t>
            </a:r>
            <a:r>
              <a:rPr lang="en-US" dirty="0">
                <a:latin typeface="Times New Roman" panose="02020603050405020304" pitchFamily="18" charset="0"/>
                <a:cs typeface="Times New Roman" panose="02020603050405020304" pitchFamily="18" charset="0"/>
              </a:rPr>
              <a:t> </a:t>
            </a:r>
          </a:p>
          <a:p>
            <a:pPr lvl="0">
              <a:lnSpc>
                <a:spcPct val="150000"/>
              </a:lnSpc>
            </a:pPr>
            <a:r>
              <a:rPr lang="en-US" dirty="0">
                <a:latin typeface="Times New Roman" panose="02020603050405020304" pitchFamily="18" charset="0"/>
                <a:cs typeface="Times New Roman" panose="02020603050405020304" pitchFamily="18" charset="0"/>
              </a:rPr>
              <a:t>	Compresses the residual into a compact latent representation using a CNN.</a:t>
            </a:r>
          </a:p>
          <a:p>
            <a:pPr marL="285750" lvl="0" indent="-285750">
              <a:lnSpc>
                <a:spcPct val="150000"/>
              </a:lnSpc>
              <a:buFont typeface="Arial" panose="020B0604020202020204" pitchFamily="34" charset="0"/>
              <a:buChar char="•"/>
            </a:pPr>
            <a:r>
              <a:rPr lang="en-US" b="1" dirty="0">
                <a:latin typeface="Times New Roman" panose="02020603050405020304" pitchFamily="18" charset="0"/>
                <a:cs typeface="Times New Roman" panose="02020603050405020304" pitchFamily="18" charset="0"/>
              </a:rPr>
              <a:t>Decoder:</a:t>
            </a:r>
          </a:p>
          <a:p>
            <a:pPr lvl="0">
              <a:lnSpc>
                <a:spcPct val="150000"/>
              </a:lnSpc>
            </a:pPr>
            <a:r>
              <a:rPr lang="en-US" dirty="0">
                <a:latin typeface="Times New Roman" panose="02020603050405020304" pitchFamily="18" charset="0"/>
                <a:cs typeface="Times New Roman" panose="02020603050405020304" pitchFamily="18" charset="0"/>
              </a:rPr>
              <a:t>	Reconstructs the residual and adds it back to the prediction to form the final frame.</a:t>
            </a:r>
          </a:p>
          <a:p>
            <a:endParaRPr lang="en-US" dirty="0"/>
          </a:p>
        </p:txBody>
      </p:sp>
      <p:grpSp>
        <p:nvGrpSpPr>
          <p:cNvPr id="48" name="!!Film_Tabe_1">
            <a:extLst>
              <a:ext uri="{FF2B5EF4-FFF2-40B4-BE49-F238E27FC236}">
                <a16:creationId xmlns:a16="http://schemas.microsoft.com/office/drawing/2014/main" id="{CE2DEB58-1654-09D7-7EFD-76A98E207EDB}"/>
              </a:ext>
            </a:extLst>
          </p:cNvPr>
          <p:cNvGrpSpPr/>
          <p:nvPr/>
        </p:nvGrpSpPr>
        <p:grpSpPr>
          <a:xfrm rot="16200000">
            <a:off x="-10953500" y="3502699"/>
            <a:ext cx="21467809" cy="1961092"/>
            <a:chOff x="-5996785" y="2448454"/>
            <a:chExt cx="21467809" cy="1961092"/>
          </a:xfrm>
          <a:effectLst>
            <a:outerShdw blurRad="12700" dist="50800" dir="2700000" algn="tl" rotWithShape="0">
              <a:schemeClr val="tx1">
                <a:alpha val="40000"/>
              </a:schemeClr>
            </a:outerShdw>
          </a:effectLst>
        </p:grpSpPr>
        <p:grpSp>
          <p:nvGrpSpPr>
            <p:cNvPr id="49" name="Group 48">
              <a:extLst>
                <a:ext uri="{FF2B5EF4-FFF2-40B4-BE49-F238E27FC236}">
                  <a16:creationId xmlns:a16="http://schemas.microsoft.com/office/drawing/2014/main" id="{41E237C8-C309-9283-CC4C-EDDF2933D76D}"/>
                </a:ext>
              </a:extLst>
            </p:cNvPr>
            <p:cNvGrpSpPr/>
            <p:nvPr/>
          </p:nvGrpSpPr>
          <p:grpSpPr>
            <a:xfrm>
              <a:off x="7372077" y="2448455"/>
              <a:ext cx="2738174" cy="1961091"/>
              <a:chOff x="4726913" y="2438401"/>
              <a:chExt cx="2738174" cy="1961091"/>
            </a:xfrm>
          </p:grpSpPr>
          <p:sp>
            <p:nvSpPr>
              <p:cNvPr id="78" name="Graphic 2" descr="Film strip outline">
                <a:extLst>
                  <a:ext uri="{FF2B5EF4-FFF2-40B4-BE49-F238E27FC236}">
                    <a16:creationId xmlns:a16="http://schemas.microsoft.com/office/drawing/2014/main" id="{842D9C94-BB51-3E68-AF3F-D1122069373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9" name="Straight Connector 78">
                <a:extLst>
                  <a:ext uri="{FF2B5EF4-FFF2-40B4-BE49-F238E27FC236}">
                    <a16:creationId xmlns:a16="http://schemas.microsoft.com/office/drawing/2014/main" id="{91AE5865-C389-9DF2-0140-0DADE3E4FF09}"/>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96E4A212-8BD1-B12F-0403-12E9E1CFAF7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0" name="Group 49">
              <a:extLst>
                <a:ext uri="{FF2B5EF4-FFF2-40B4-BE49-F238E27FC236}">
                  <a16:creationId xmlns:a16="http://schemas.microsoft.com/office/drawing/2014/main" id="{2358FB8D-2F84-7E67-E1E4-F519E835ED2E}"/>
                </a:ext>
              </a:extLst>
            </p:cNvPr>
            <p:cNvGrpSpPr/>
            <p:nvPr/>
          </p:nvGrpSpPr>
          <p:grpSpPr>
            <a:xfrm>
              <a:off x="4702657" y="2448455"/>
              <a:ext cx="2738174" cy="1961091"/>
              <a:chOff x="4726913" y="2438401"/>
              <a:chExt cx="2738174" cy="1961091"/>
            </a:xfrm>
          </p:grpSpPr>
          <p:sp>
            <p:nvSpPr>
              <p:cNvPr id="75" name="Graphic 2" descr="Film strip outline">
                <a:extLst>
                  <a:ext uri="{FF2B5EF4-FFF2-40B4-BE49-F238E27FC236}">
                    <a16:creationId xmlns:a16="http://schemas.microsoft.com/office/drawing/2014/main" id="{696EB2AC-2068-A56B-0957-A163F5149D2A}"/>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6" name="Straight Connector 75">
                <a:extLst>
                  <a:ext uri="{FF2B5EF4-FFF2-40B4-BE49-F238E27FC236}">
                    <a16:creationId xmlns:a16="http://schemas.microsoft.com/office/drawing/2014/main" id="{2C3291FA-64F2-0C7A-3B33-7EB7E429BFE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D5EE3C57-04BF-676A-8703-5FD69DB811F9}"/>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1" name="Group 50">
              <a:extLst>
                <a:ext uri="{FF2B5EF4-FFF2-40B4-BE49-F238E27FC236}">
                  <a16:creationId xmlns:a16="http://schemas.microsoft.com/office/drawing/2014/main" id="{B4C6255B-882F-29BB-FA89-D405249C5F01}"/>
                </a:ext>
              </a:extLst>
            </p:cNvPr>
            <p:cNvGrpSpPr/>
            <p:nvPr/>
          </p:nvGrpSpPr>
          <p:grpSpPr>
            <a:xfrm>
              <a:off x="12732850" y="2448455"/>
              <a:ext cx="2738174" cy="1961091"/>
              <a:chOff x="4726913" y="2438401"/>
              <a:chExt cx="2738174" cy="1961091"/>
            </a:xfrm>
          </p:grpSpPr>
          <p:sp>
            <p:nvSpPr>
              <p:cNvPr id="72" name="Graphic 2" descr="Film strip outline">
                <a:extLst>
                  <a:ext uri="{FF2B5EF4-FFF2-40B4-BE49-F238E27FC236}">
                    <a16:creationId xmlns:a16="http://schemas.microsoft.com/office/drawing/2014/main" id="{311D1686-75CC-AF21-BEC3-ACACA479102D}"/>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3" name="Straight Connector 72">
                <a:extLst>
                  <a:ext uri="{FF2B5EF4-FFF2-40B4-BE49-F238E27FC236}">
                    <a16:creationId xmlns:a16="http://schemas.microsoft.com/office/drawing/2014/main" id="{3BD46F26-ADCE-9E96-FAEC-DF44D3BA5B65}"/>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4" name="TextBox 73">
                <a:extLst>
                  <a:ext uri="{FF2B5EF4-FFF2-40B4-BE49-F238E27FC236}">
                    <a16:creationId xmlns:a16="http://schemas.microsoft.com/office/drawing/2014/main" id="{739CDFA3-7179-52CB-96D0-9454FA0F1D1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2" name="Group 51">
              <a:extLst>
                <a:ext uri="{FF2B5EF4-FFF2-40B4-BE49-F238E27FC236}">
                  <a16:creationId xmlns:a16="http://schemas.microsoft.com/office/drawing/2014/main" id="{011050D5-71F1-40FE-463D-A3C9EABAF718}"/>
                </a:ext>
              </a:extLst>
            </p:cNvPr>
            <p:cNvGrpSpPr/>
            <p:nvPr/>
          </p:nvGrpSpPr>
          <p:grpSpPr>
            <a:xfrm>
              <a:off x="10063430" y="2448455"/>
              <a:ext cx="2738174" cy="1961091"/>
              <a:chOff x="4726913" y="2438401"/>
              <a:chExt cx="2738174" cy="1961091"/>
            </a:xfrm>
          </p:grpSpPr>
          <p:sp>
            <p:nvSpPr>
              <p:cNvPr id="69" name="Graphic 2" descr="Film strip outline">
                <a:extLst>
                  <a:ext uri="{FF2B5EF4-FFF2-40B4-BE49-F238E27FC236}">
                    <a16:creationId xmlns:a16="http://schemas.microsoft.com/office/drawing/2014/main" id="{C9DFBD34-AEC5-D093-CA5F-CF9DE25C4FF1}"/>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70" name="Straight Connector 69">
                <a:extLst>
                  <a:ext uri="{FF2B5EF4-FFF2-40B4-BE49-F238E27FC236}">
                    <a16:creationId xmlns:a16="http://schemas.microsoft.com/office/drawing/2014/main" id="{8D481517-360B-2A44-8E08-02016524892C}"/>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71" name="TextBox 70">
                <a:extLst>
                  <a:ext uri="{FF2B5EF4-FFF2-40B4-BE49-F238E27FC236}">
                    <a16:creationId xmlns:a16="http://schemas.microsoft.com/office/drawing/2014/main" id="{CE9CEB5A-943A-996A-3390-CDF49E61A3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3" name="Group 52">
              <a:extLst>
                <a:ext uri="{FF2B5EF4-FFF2-40B4-BE49-F238E27FC236}">
                  <a16:creationId xmlns:a16="http://schemas.microsoft.com/office/drawing/2014/main" id="{35789F54-CFAA-80DF-E4B7-F695446530B5}"/>
                </a:ext>
              </a:extLst>
            </p:cNvPr>
            <p:cNvGrpSpPr/>
            <p:nvPr/>
          </p:nvGrpSpPr>
          <p:grpSpPr>
            <a:xfrm>
              <a:off x="-3327365" y="2448454"/>
              <a:ext cx="2738174" cy="1961091"/>
              <a:chOff x="4726913" y="2438401"/>
              <a:chExt cx="2738174" cy="1961091"/>
            </a:xfrm>
          </p:grpSpPr>
          <p:sp>
            <p:nvSpPr>
              <p:cNvPr id="66" name="Graphic 2" descr="Film strip outline">
                <a:extLst>
                  <a:ext uri="{FF2B5EF4-FFF2-40B4-BE49-F238E27FC236}">
                    <a16:creationId xmlns:a16="http://schemas.microsoft.com/office/drawing/2014/main" id="{7E430FC5-4294-EC9F-836C-7F893DD19099}"/>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7" name="Straight Connector 66">
                <a:extLst>
                  <a:ext uri="{FF2B5EF4-FFF2-40B4-BE49-F238E27FC236}">
                    <a16:creationId xmlns:a16="http://schemas.microsoft.com/office/drawing/2014/main" id="{DFD6A125-AE7C-5ABB-C379-332999731B3B}"/>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8" name="TextBox 67">
                <a:extLst>
                  <a:ext uri="{FF2B5EF4-FFF2-40B4-BE49-F238E27FC236}">
                    <a16:creationId xmlns:a16="http://schemas.microsoft.com/office/drawing/2014/main" id="{1E3F1203-4187-C4FF-4B74-838735E654F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4" name="Group 53">
              <a:extLst>
                <a:ext uri="{FF2B5EF4-FFF2-40B4-BE49-F238E27FC236}">
                  <a16:creationId xmlns:a16="http://schemas.microsoft.com/office/drawing/2014/main" id="{6C59E7DA-074A-30EA-8B3A-0305D7348702}"/>
                </a:ext>
              </a:extLst>
            </p:cNvPr>
            <p:cNvGrpSpPr/>
            <p:nvPr/>
          </p:nvGrpSpPr>
          <p:grpSpPr>
            <a:xfrm>
              <a:off x="-5996785" y="2448454"/>
              <a:ext cx="2738174" cy="1961091"/>
              <a:chOff x="4726913" y="2438401"/>
              <a:chExt cx="2738174" cy="1961091"/>
            </a:xfrm>
          </p:grpSpPr>
          <p:sp>
            <p:nvSpPr>
              <p:cNvPr id="63" name="Graphic 2" descr="Film strip outline">
                <a:extLst>
                  <a:ext uri="{FF2B5EF4-FFF2-40B4-BE49-F238E27FC236}">
                    <a16:creationId xmlns:a16="http://schemas.microsoft.com/office/drawing/2014/main" id="{9B8088F6-DF6B-F6C2-86AB-B341C533D63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4" name="Straight Connector 63">
                <a:extLst>
                  <a:ext uri="{FF2B5EF4-FFF2-40B4-BE49-F238E27FC236}">
                    <a16:creationId xmlns:a16="http://schemas.microsoft.com/office/drawing/2014/main" id="{0B6FA050-2208-7614-B53D-773BBA040E0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5" name="TextBox 64">
                <a:extLst>
                  <a:ext uri="{FF2B5EF4-FFF2-40B4-BE49-F238E27FC236}">
                    <a16:creationId xmlns:a16="http://schemas.microsoft.com/office/drawing/2014/main" id="{B5ED156C-C73E-EAF2-6976-588457434F35}"/>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5" name="Group 54">
              <a:extLst>
                <a:ext uri="{FF2B5EF4-FFF2-40B4-BE49-F238E27FC236}">
                  <a16:creationId xmlns:a16="http://schemas.microsoft.com/office/drawing/2014/main" id="{484B4C06-284E-18F5-84FE-2801EF8DA918}"/>
                </a:ext>
              </a:extLst>
            </p:cNvPr>
            <p:cNvGrpSpPr/>
            <p:nvPr/>
          </p:nvGrpSpPr>
          <p:grpSpPr>
            <a:xfrm>
              <a:off x="2033408" y="2448454"/>
              <a:ext cx="2738174" cy="1961091"/>
              <a:chOff x="4726913" y="2438401"/>
              <a:chExt cx="2738174" cy="1961091"/>
            </a:xfrm>
          </p:grpSpPr>
          <p:sp>
            <p:nvSpPr>
              <p:cNvPr id="60" name="Graphic 2" descr="Film strip outline">
                <a:extLst>
                  <a:ext uri="{FF2B5EF4-FFF2-40B4-BE49-F238E27FC236}">
                    <a16:creationId xmlns:a16="http://schemas.microsoft.com/office/drawing/2014/main" id="{93007D40-689A-4F5B-36F4-526A86DBBA0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61" name="Straight Connector 60">
                <a:extLst>
                  <a:ext uri="{FF2B5EF4-FFF2-40B4-BE49-F238E27FC236}">
                    <a16:creationId xmlns:a16="http://schemas.microsoft.com/office/drawing/2014/main" id="{0B6E9E76-2E83-E196-C48B-C8C8E455C76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62" name="TextBox 61">
                <a:extLst>
                  <a:ext uri="{FF2B5EF4-FFF2-40B4-BE49-F238E27FC236}">
                    <a16:creationId xmlns:a16="http://schemas.microsoft.com/office/drawing/2014/main" id="{8B504692-77AA-9F34-D4B0-027BE0434C67}"/>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6" name="Group 55">
              <a:extLst>
                <a:ext uri="{FF2B5EF4-FFF2-40B4-BE49-F238E27FC236}">
                  <a16:creationId xmlns:a16="http://schemas.microsoft.com/office/drawing/2014/main" id="{E8A6140F-5C05-F540-5D89-48463713C0E4}"/>
                </a:ext>
              </a:extLst>
            </p:cNvPr>
            <p:cNvGrpSpPr/>
            <p:nvPr/>
          </p:nvGrpSpPr>
          <p:grpSpPr>
            <a:xfrm>
              <a:off x="-636012" y="2448454"/>
              <a:ext cx="2738174" cy="1961091"/>
              <a:chOff x="4726913" y="2438401"/>
              <a:chExt cx="2738174" cy="1961091"/>
            </a:xfrm>
          </p:grpSpPr>
          <p:sp>
            <p:nvSpPr>
              <p:cNvPr id="57" name="Graphic 2" descr="Film strip outline">
                <a:extLst>
                  <a:ext uri="{FF2B5EF4-FFF2-40B4-BE49-F238E27FC236}">
                    <a16:creationId xmlns:a16="http://schemas.microsoft.com/office/drawing/2014/main" id="{FC65E2FA-007A-13F0-259D-336D75301B5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58" name="Straight Connector 57">
                <a:extLst>
                  <a:ext uri="{FF2B5EF4-FFF2-40B4-BE49-F238E27FC236}">
                    <a16:creationId xmlns:a16="http://schemas.microsoft.com/office/drawing/2014/main" id="{C0625EAE-6650-680D-30A8-3548EEFE7988}"/>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59" name="TextBox 58">
                <a:extLst>
                  <a:ext uri="{FF2B5EF4-FFF2-40B4-BE49-F238E27FC236}">
                    <a16:creationId xmlns:a16="http://schemas.microsoft.com/office/drawing/2014/main" id="{E13540B1-08FB-CBD6-4CEC-12DB6D5C507A}"/>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grpSp>
        <p:nvGrpSpPr>
          <p:cNvPr id="2" name="!!Film_Tabe_1">
            <a:extLst>
              <a:ext uri="{FF2B5EF4-FFF2-40B4-BE49-F238E27FC236}">
                <a16:creationId xmlns:a16="http://schemas.microsoft.com/office/drawing/2014/main" id="{92297C46-8A7F-55C2-1EA9-B5C4E0541E59}"/>
              </a:ext>
            </a:extLst>
          </p:cNvPr>
          <p:cNvGrpSpPr/>
          <p:nvPr/>
        </p:nvGrpSpPr>
        <p:grpSpPr>
          <a:xfrm rot="16200000">
            <a:off x="1503905" y="1728287"/>
            <a:ext cx="21467809" cy="1961092"/>
            <a:chOff x="-5996785" y="2448454"/>
            <a:chExt cx="21467809" cy="1961092"/>
          </a:xfrm>
          <a:effectLst>
            <a:outerShdw blurRad="12700" dist="50800" dir="2700000" algn="tl" rotWithShape="0">
              <a:schemeClr val="tx1">
                <a:alpha val="40000"/>
              </a:schemeClr>
            </a:outerShdw>
          </a:effectLst>
        </p:grpSpPr>
        <p:grpSp>
          <p:nvGrpSpPr>
            <p:cNvPr id="3" name="Group 2">
              <a:extLst>
                <a:ext uri="{FF2B5EF4-FFF2-40B4-BE49-F238E27FC236}">
                  <a16:creationId xmlns:a16="http://schemas.microsoft.com/office/drawing/2014/main" id="{81406AE3-9C68-9014-56D6-AAC4D743FEC8}"/>
                </a:ext>
              </a:extLst>
            </p:cNvPr>
            <p:cNvGrpSpPr/>
            <p:nvPr/>
          </p:nvGrpSpPr>
          <p:grpSpPr>
            <a:xfrm>
              <a:off x="7372077" y="2448455"/>
              <a:ext cx="2738174" cy="1961091"/>
              <a:chOff x="4726913" y="2438401"/>
              <a:chExt cx="2738174" cy="1961091"/>
            </a:xfrm>
          </p:grpSpPr>
          <p:sp>
            <p:nvSpPr>
              <p:cNvPr id="103" name="Graphic 2" descr="Film strip outline">
                <a:extLst>
                  <a:ext uri="{FF2B5EF4-FFF2-40B4-BE49-F238E27FC236}">
                    <a16:creationId xmlns:a16="http://schemas.microsoft.com/office/drawing/2014/main" id="{765AC5CC-D993-7A95-6BCD-45EB59B8FA37}"/>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4" name="Straight Connector 103">
                <a:extLst>
                  <a:ext uri="{FF2B5EF4-FFF2-40B4-BE49-F238E27FC236}">
                    <a16:creationId xmlns:a16="http://schemas.microsoft.com/office/drawing/2014/main" id="{2B4FFAED-792A-89B9-0D83-8283E2421A3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5" name="TextBox 104">
                <a:extLst>
                  <a:ext uri="{FF2B5EF4-FFF2-40B4-BE49-F238E27FC236}">
                    <a16:creationId xmlns:a16="http://schemas.microsoft.com/office/drawing/2014/main" id="{3C513BFA-2D4F-9A2E-3F98-C2016EC6E61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4" name="Group 3">
              <a:extLst>
                <a:ext uri="{FF2B5EF4-FFF2-40B4-BE49-F238E27FC236}">
                  <a16:creationId xmlns:a16="http://schemas.microsoft.com/office/drawing/2014/main" id="{3057B7AD-ED1B-5BFC-AD42-B157F6E913DD}"/>
                </a:ext>
              </a:extLst>
            </p:cNvPr>
            <p:cNvGrpSpPr/>
            <p:nvPr/>
          </p:nvGrpSpPr>
          <p:grpSpPr>
            <a:xfrm>
              <a:off x="4702657" y="2448455"/>
              <a:ext cx="2738174" cy="1961091"/>
              <a:chOff x="4726913" y="2438401"/>
              <a:chExt cx="2738174" cy="1961091"/>
            </a:xfrm>
          </p:grpSpPr>
          <p:sp>
            <p:nvSpPr>
              <p:cNvPr id="100" name="Graphic 2" descr="Film strip outline">
                <a:extLst>
                  <a:ext uri="{FF2B5EF4-FFF2-40B4-BE49-F238E27FC236}">
                    <a16:creationId xmlns:a16="http://schemas.microsoft.com/office/drawing/2014/main" id="{C50AA0BB-CAC8-F285-79B6-131D8D4974FF}"/>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101" name="Straight Connector 100">
                <a:extLst>
                  <a:ext uri="{FF2B5EF4-FFF2-40B4-BE49-F238E27FC236}">
                    <a16:creationId xmlns:a16="http://schemas.microsoft.com/office/drawing/2014/main" id="{A8EB0E1F-DB73-7C04-BFD6-2F734BC75B43}"/>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D6B4AE01-95A2-696A-0F50-173700A9AF0E}"/>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5" name="Group 4">
              <a:extLst>
                <a:ext uri="{FF2B5EF4-FFF2-40B4-BE49-F238E27FC236}">
                  <a16:creationId xmlns:a16="http://schemas.microsoft.com/office/drawing/2014/main" id="{39920945-0E7C-9275-93B1-18184B3C2DCB}"/>
                </a:ext>
              </a:extLst>
            </p:cNvPr>
            <p:cNvGrpSpPr/>
            <p:nvPr/>
          </p:nvGrpSpPr>
          <p:grpSpPr>
            <a:xfrm>
              <a:off x="12732850" y="2448455"/>
              <a:ext cx="2738174" cy="1961091"/>
              <a:chOff x="4726913" y="2438401"/>
              <a:chExt cx="2738174" cy="1961091"/>
            </a:xfrm>
          </p:grpSpPr>
          <p:sp>
            <p:nvSpPr>
              <p:cNvPr id="97" name="Graphic 2" descr="Film strip outline">
                <a:extLst>
                  <a:ext uri="{FF2B5EF4-FFF2-40B4-BE49-F238E27FC236}">
                    <a16:creationId xmlns:a16="http://schemas.microsoft.com/office/drawing/2014/main" id="{59996B3E-8414-EEF5-30D8-E872DEB0ABC3}"/>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8" name="Straight Connector 97">
                <a:extLst>
                  <a:ext uri="{FF2B5EF4-FFF2-40B4-BE49-F238E27FC236}">
                    <a16:creationId xmlns:a16="http://schemas.microsoft.com/office/drawing/2014/main" id="{BE5BBD2A-F78C-A91F-5740-9279FE93D07D}"/>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9" name="TextBox 98">
                <a:extLst>
                  <a:ext uri="{FF2B5EF4-FFF2-40B4-BE49-F238E27FC236}">
                    <a16:creationId xmlns:a16="http://schemas.microsoft.com/office/drawing/2014/main" id="{B2476776-440A-B655-3D17-C9911511E6B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6" name="Group 5">
              <a:extLst>
                <a:ext uri="{FF2B5EF4-FFF2-40B4-BE49-F238E27FC236}">
                  <a16:creationId xmlns:a16="http://schemas.microsoft.com/office/drawing/2014/main" id="{7C648373-927F-678E-7A92-CCD7C63825D2}"/>
                </a:ext>
              </a:extLst>
            </p:cNvPr>
            <p:cNvGrpSpPr/>
            <p:nvPr/>
          </p:nvGrpSpPr>
          <p:grpSpPr>
            <a:xfrm>
              <a:off x="10063430" y="2448455"/>
              <a:ext cx="2738174" cy="1961091"/>
              <a:chOff x="4726913" y="2438401"/>
              <a:chExt cx="2738174" cy="1961091"/>
            </a:xfrm>
          </p:grpSpPr>
          <p:sp>
            <p:nvSpPr>
              <p:cNvPr id="94" name="Graphic 2" descr="Film strip outline">
                <a:extLst>
                  <a:ext uri="{FF2B5EF4-FFF2-40B4-BE49-F238E27FC236}">
                    <a16:creationId xmlns:a16="http://schemas.microsoft.com/office/drawing/2014/main" id="{DFFF49C1-A3FB-074E-39D4-861178DA5715}"/>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5" name="Straight Connector 94">
                <a:extLst>
                  <a:ext uri="{FF2B5EF4-FFF2-40B4-BE49-F238E27FC236}">
                    <a16:creationId xmlns:a16="http://schemas.microsoft.com/office/drawing/2014/main" id="{B998859D-F8FF-7431-D4D6-7E19F1EC14D6}"/>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6" name="TextBox 95">
                <a:extLst>
                  <a:ext uri="{FF2B5EF4-FFF2-40B4-BE49-F238E27FC236}">
                    <a16:creationId xmlns:a16="http://schemas.microsoft.com/office/drawing/2014/main" id="{0EEC1AF1-5A50-08B8-0B2E-AF265B36B2E1}"/>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7" name="Group 6">
              <a:extLst>
                <a:ext uri="{FF2B5EF4-FFF2-40B4-BE49-F238E27FC236}">
                  <a16:creationId xmlns:a16="http://schemas.microsoft.com/office/drawing/2014/main" id="{C69E0192-72AA-6417-E784-6EB15CE24B2B}"/>
                </a:ext>
              </a:extLst>
            </p:cNvPr>
            <p:cNvGrpSpPr/>
            <p:nvPr/>
          </p:nvGrpSpPr>
          <p:grpSpPr>
            <a:xfrm>
              <a:off x="-3327365" y="2448454"/>
              <a:ext cx="2738174" cy="1961091"/>
              <a:chOff x="4726913" y="2438401"/>
              <a:chExt cx="2738174" cy="1961091"/>
            </a:xfrm>
          </p:grpSpPr>
          <p:sp>
            <p:nvSpPr>
              <p:cNvPr id="91" name="Graphic 2" descr="Film strip outline">
                <a:extLst>
                  <a:ext uri="{FF2B5EF4-FFF2-40B4-BE49-F238E27FC236}">
                    <a16:creationId xmlns:a16="http://schemas.microsoft.com/office/drawing/2014/main" id="{AB443808-9D57-109A-EA0C-A5E98B24189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92" name="Straight Connector 91">
                <a:extLst>
                  <a:ext uri="{FF2B5EF4-FFF2-40B4-BE49-F238E27FC236}">
                    <a16:creationId xmlns:a16="http://schemas.microsoft.com/office/drawing/2014/main" id="{10800ED7-A95F-9501-693E-5C4CEB154E11}"/>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3" name="TextBox 92">
                <a:extLst>
                  <a:ext uri="{FF2B5EF4-FFF2-40B4-BE49-F238E27FC236}">
                    <a16:creationId xmlns:a16="http://schemas.microsoft.com/office/drawing/2014/main" id="{E2890F81-2361-7A01-AEFF-32BA683FB60B}"/>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 name="Group 7">
              <a:extLst>
                <a:ext uri="{FF2B5EF4-FFF2-40B4-BE49-F238E27FC236}">
                  <a16:creationId xmlns:a16="http://schemas.microsoft.com/office/drawing/2014/main" id="{AB785153-10C9-4DBA-6F60-E53111B429AC}"/>
                </a:ext>
              </a:extLst>
            </p:cNvPr>
            <p:cNvGrpSpPr/>
            <p:nvPr/>
          </p:nvGrpSpPr>
          <p:grpSpPr>
            <a:xfrm>
              <a:off x="-5996785" y="2448454"/>
              <a:ext cx="2738174" cy="1961091"/>
              <a:chOff x="4726913" y="2438401"/>
              <a:chExt cx="2738174" cy="1961091"/>
            </a:xfrm>
          </p:grpSpPr>
          <p:sp>
            <p:nvSpPr>
              <p:cNvPr id="88" name="Graphic 2" descr="Film strip outline">
                <a:extLst>
                  <a:ext uri="{FF2B5EF4-FFF2-40B4-BE49-F238E27FC236}">
                    <a16:creationId xmlns:a16="http://schemas.microsoft.com/office/drawing/2014/main" id="{BCE827F2-3E07-487C-914A-ED5D6362EFDC}"/>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9" name="Straight Connector 88">
                <a:extLst>
                  <a:ext uri="{FF2B5EF4-FFF2-40B4-BE49-F238E27FC236}">
                    <a16:creationId xmlns:a16="http://schemas.microsoft.com/office/drawing/2014/main" id="{BA43303A-1884-E0B0-5202-6E967A39065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43DFA81D-E43E-13AB-AEAC-0BA7EAC6A710}"/>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9" name="Group 8">
              <a:extLst>
                <a:ext uri="{FF2B5EF4-FFF2-40B4-BE49-F238E27FC236}">
                  <a16:creationId xmlns:a16="http://schemas.microsoft.com/office/drawing/2014/main" id="{FF75CCD9-5C6D-15F7-EE43-D89C0D58B3C2}"/>
                </a:ext>
              </a:extLst>
            </p:cNvPr>
            <p:cNvGrpSpPr/>
            <p:nvPr/>
          </p:nvGrpSpPr>
          <p:grpSpPr>
            <a:xfrm>
              <a:off x="2033408" y="2448454"/>
              <a:ext cx="2738174" cy="1961091"/>
              <a:chOff x="4726913" y="2438401"/>
              <a:chExt cx="2738174" cy="1961091"/>
            </a:xfrm>
          </p:grpSpPr>
          <p:sp>
            <p:nvSpPr>
              <p:cNvPr id="85" name="Graphic 2" descr="Film strip outline">
                <a:extLst>
                  <a:ext uri="{FF2B5EF4-FFF2-40B4-BE49-F238E27FC236}">
                    <a16:creationId xmlns:a16="http://schemas.microsoft.com/office/drawing/2014/main" id="{5B940C06-7221-B1DE-F92B-08FC951DDB56}"/>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6" name="Straight Connector 85">
                <a:extLst>
                  <a:ext uri="{FF2B5EF4-FFF2-40B4-BE49-F238E27FC236}">
                    <a16:creationId xmlns:a16="http://schemas.microsoft.com/office/drawing/2014/main" id="{09CB00B8-B87B-43D6-F794-5249FD1DC0BF}"/>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7" name="TextBox 86">
                <a:extLst>
                  <a:ext uri="{FF2B5EF4-FFF2-40B4-BE49-F238E27FC236}">
                    <a16:creationId xmlns:a16="http://schemas.microsoft.com/office/drawing/2014/main" id="{DEF1BDF4-8ADE-2CCC-BB94-07144201C002}"/>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nvGrpSpPr>
            <p:cNvPr id="81" name="Group 80">
              <a:extLst>
                <a:ext uri="{FF2B5EF4-FFF2-40B4-BE49-F238E27FC236}">
                  <a16:creationId xmlns:a16="http://schemas.microsoft.com/office/drawing/2014/main" id="{B1C7AF61-34DF-CB5C-0A13-20855746F071}"/>
                </a:ext>
              </a:extLst>
            </p:cNvPr>
            <p:cNvGrpSpPr/>
            <p:nvPr/>
          </p:nvGrpSpPr>
          <p:grpSpPr>
            <a:xfrm>
              <a:off x="-636012" y="2448454"/>
              <a:ext cx="2738174" cy="1961091"/>
              <a:chOff x="4726913" y="2438401"/>
              <a:chExt cx="2738174" cy="1961091"/>
            </a:xfrm>
          </p:grpSpPr>
          <p:sp>
            <p:nvSpPr>
              <p:cNvPr id="82" name="Graphic 2" descr="Film strip outline">
                <a:extLst>
                  <a:ext uri="{FF2B5EF4-FFF2-40B4-BE49-F238E27FC236}">
                    <a16:creationId xmlns:a16="http://schemas.microsoft.com/office/drawing/2014/main" id="{54C424D1-BE06-50A3-EE20-F2739C9FA1A2}"/>
                  </a:ext>
                </a:extLst>
              </p:cNvPr>
              <p:cNvSpPr/>
              <p:nvPr/>
            </p:nvSpPr>
            <p:spPr>
              <a:xfrm rot="5400000">
                <a:off x="5125508" y="2059913"/>
                <a:ext cx="1940984" cy="2738174"/>
              </a:xfrm>
              <a:custGeom>
                <a:avLst/>
                <a:gdLst>
                  <a:gd name="csX0" fmla="*/ 2282466 w 2662876"/>
                  <a:gd name="csY0" fmla="*/ 0 h 3756557"/>
                  <a:gd name="csX1" fmla="*/ 0 w 2662876"/>
                  <a:gd name="csY1" fmla="*/ 0 h 3756557"/>
                  <a:gd name="csX2" fmla="*/ 0 w 2662876"/>
                  <a:gd name="csY2" fmla="*/ 3756558 h 3756557"/>
                  <a:gd name="csX3" fmla="*/ 2662877 w 2662876"/>
                  <a:gd name="csY3" fmla="*/ 3756558 h 3756557"/>
                  <a:gd name="csX4" fmla="*/ 2662877 w 2662876"/>
                  <a:gd name="csY4" fmla="*/ 0 h 3756557"/>
                  <a:gd name="csX5" fmla="*/ 2567774 w 2662876"/>
                  <a:gd name="csY5" fmla="*/ 95103 h 3756557"/>
                  <a:gd name="csX6" fmla="*/ 2567774 w 2662876"/>
                  <a:gd name="csY6" fmla="*/ 332860 h 3756557"/>
                  <a:gd name="csX7" fmla="*/ 2282466 w 2662876"/>
                  <a:gd name="csY7" fmla="*/ 332860 h 3756557"/>
                  <a:gd name="csX8" fmla="*/ 2282466 w 2662876"/>
                  <a:gd name="csY8" fmla="*/ 95103 h 3756557"/>
                  <a:gd name="csX9" fmla="*/ 475514 w 2662876"/>
                  <a:gd name="csY9" fmla="*/ 1187548 h 3756557"/>
                  <a:gd name="csX10" fmla="*/ 476988 w 2662876"/>
                  <a:gd name="csY10" fmla="*/ 1188784 h 3756557"/>
                  <a:gd name="csX11" fmla="*/ 475514 w 2662876"/>
                  <a:gd name="csY11" fmla="*/ 1190021 h 3756557"/>
                  <a:gd name="csX12" fmla="*/ 380411 w 2662876"/>
                  <a:gd name="csY12" fmla="*/ 665719 h 3756557"/>
                  <a:gd name="csX13" fmla="*/ 95103 w 2662876"/>
                  <a:gd name="csY13" fmla="*/ 665719 h 3756557"/>
                  <a:gd name="csX14" fmla="*/ 95103 w 2662876"/>
                  <a:gd name="csY14" fmla="*/ 427962 h 3756557"/>
                  <a:gd name="csX15" fmla="*/ 380411 w 2662876"/>
                  <a:gd name="csY15" fmla="*/ 427962 h 3756557"/>
                  <a:gd name="csX16" fmla="*/ 380411 w 2662876"/>
                  <a:gd name="csY16" fmla="*/ 760822 h 3756557"/>
                  <a:gd name="csX17" fmla="*/ 380411 w 2662876"/>
                  <a:gd name="csY17" fmla="*/ 998579 h 3756557"/>
                  <a:gd name="csX18" fmla="*/ 95103 w 2662876"/>
                  <a:gd name="csY18" fmla="*/ 998579 h 3756557"/>
                  <a:gd name="csX19" fmla="*/ 95103 w 2662876"/>
                  <a:gd name="csY19" fmla="*/ 760822 h 3756557"/>
                  <a:gd name="csX20" fmla="*/ 380411 w 2662876"/>
                  <a:gd name="csY20" fmla="*/ 1093681 h 3756557"/>
                  <a:gd name="csX21" fmla="*/ 380411 w 2662876"/>
                  <a:gd name="csY21" fmla="*/ 1331438 h 3756557"/>
                  <a:gd name="csX22" fmla="*/ 95103 w 2662876"/>
                  <a:gd name="csY22" fmla="*/ 1331438 h 3756557"/>
                  <a:gd name="csX23" fmla="*/ 95103 w 2662876"/>
                  <a:gd name="csY23" fmla="*/ 1093681 h 3756557"/>
                  <a:gd name="csX24" fmla="*/ 380411 w 2662876"/>
                  <a:gd name="csY24" fmla="*/ 1426541 h 3756557"/>
                  <a:gd name="csX25" fmla="*/ 380411 w 2662876"/>
                  <a:gd name="csY25" fmla="*/ 1664298 h 3756557"/>
                  <a:gd name="csX26" fmla="*/ 95103 w 2662876"/>
                  <a:gd name="csY26" fmla="*/ 1664298 h 3756557"/>
                  <a:gd name="csX27" fmla="*/ 95103 w 2662876"/>
                  <a:gd name="csY27" fmla="*/ 1426541 h 3756557"/>
                  <a:gd name="csX28" fmla="*/ 380411 w 2662876"/>
                  <a:gd name="csY28" fmla="*/ 1759401 h 3756557"/>
                  <a:gd name="csX29" fmla="*/ 380411 w 2662876"/>
                  <a:gd name="csY29" fmla="*/ 1997157 h 3756557"/>
                  <a:gd name="csX30" fmla="*/ 95103 w 2662876"/>
                  <a:gd name="csY30" fmla="*/ 1997157 h 3756557"/>
                  <a:gd name="csX31" fmla="*/ 95103 w 2662876"/>
                  <a:gd name="csY31" fmla="*/ 1759401 h 3756557"/>
                  <a:gd name="csX32" fmla="*/ 380411 w 2662876"/>
                  <a:gd name="csY32" fmla="*/ 2092260 h 3756557"/>
                  <a:gd name="csX33" fmla="*/ 380411 w 2662876"/>
                  <a:gd name="csY33" fmla="*/ 2330017 h 3756557"/>
                  <a:gd name="csX34" fmla="*/ 95103 w 2662876"/>
                  <a:gd name="csY34" fmla="*/ 2330017 h 3756557"/>
                  <a:gd name="csX35" fmla="*/ 95103 w 2662876"/>
                  <a:gd name="csY35" fmla="*/ 2092260 h 3756557"/>
                  <a:gd name="csX36" fmla="*/ 380411 w 2662876"/>
                  <a:gd name="csY36" fmla="*/ 2425120 h 3756557"/>
                  <a:gd name="csX37" fmla="*/ 380411 w 2662876"/>
                  <a:gd name="csY37" fmla="*/ 2662877 h 3756557"/>
                  <a:gd name="csX38" fmla="*/ 95103 w 2662876"/>
                  <a:gd name="csY38" fmla="*/ 2662877 h 3756557"/>
                  <a:gd name="csX39" fmla="*/ 95103 w 2662876"/>
                  <a:gd name="csY39" fmla="*/ 2425120 h 3756557"/>
                  <a:gd name="csX40" fmla="*/ 380411 w 2662876"/>
                  <a:gd name="csY40" fmla="*/ 2757979 h 3756557"/>
                  <a:gd name="csX41" fmla="*/ 380411 w 2662876"/>
                  <a:gd name="csY41" fmla="*/ 2995736 h 3756557"/>
                  <a:gd name="csX42" fmla="*/ 95103 w 2662876"/>
                  <a:gd name="csY42" fmla="*/ 2995736 h 3756557"/>
                  <a:gd name="csX43" fmla="*/ 95103 w 2662876"/>
                  <a:gd name="csY43" fmla="*/ 2757979 h 3756557"/>
                  <a:gd name="csX44" fmla="*/ 380411 w 2662876"/>
                  <a:gd name="csY44" fmla="*/ 3090839 h 3756557"/>
                  <a:gd name="csX45" fmla="*/ 380411 w 2662876"/>
                  <a:gd name="csY45" fmla="*/ 3328596 h 3756557"/>
                  <a:gd name="csX46" fmla="*/ 95103 w 2662876"/>
                  <a:gd name="csY46" fmla="*/ 3328596 h 3756557"/>
                  <a:gd name="csX47" fmla="*/ 95103 w 2662876"/>
                  <a:gd name="csY47" fmla="*/ 3090839 h 3756557"/>
                  <a:gd name="csX48" fmla="*/ 475514 w 2662876"/>
                  <a:gd name="csY48" fmla="*/ 2566537 h 3756557"/>
                  <a:gd name="csX49" fmla="*/ 476988 w 2662876"/>
                  <a:gd name="csY49" fmla="*/ 2567774 h 3756557"/>
                  <a:gd name="csX50" fmla="*/ 475514 w 2662876"/>
                  <a:gd name="csY50" fmla="*/ 2569010 h 3756557"/>
                  <a:gd name="csX51" fmla="*/ 475514 w 2662876"/>
                  <a:gd name="csY51" fmla="*/ 2377568 h 3756557"/>
                  <a:gd name="csX52" fmla="*/ 475514 w 2662876"/>
                  <a:gd name="csY52" fmla="*/ 1378990 h 3756557"/>
                  <a:gd name="csX53" fmla="*/ 618168 w 2662876"/>
                  <a:gd name="csY53" fmla="*/ 1236336 h 3756557"/>
                  <a:gd name="csX54" fmla="*/ 2044709 w 2662876"/>
                  <a:gd name="csY54" fmla="*/ 1236336 h 3756557"/>
                  <a:gd name="csX55" fmla="*/ 2187363 w 2662876"/>
                  <a:gd name="csY55" fmla="*/ 1378990 h 3756557"/>
                  <a:gd name="csX56" fmla="*/ 2187363 w 2662876"/>
                  <a:gd name="csY56" fmla="*/ 2377568 h 3756557"/>
                  <a:gd name="csX57" fmla="*/ 2044709 w 2662876"/>
                  <a:gd name="csY57" fmla="*/ 2520222 h 3756557"/>
                  <a:gd name="csX58" fmla="*/ 618168 w 2662876"/>
                  <a:gd name="csY58" fmla="*/ 2520222 h 3756557"/>
                  <a:gd name="csX59" fmla="*/ 475514 w 2662876"/>
                  <a:gd name="csY59" fmla="*/ 2377568 h 3756557"/>
                  <a:gd name="csX60" fmla="*/ 2187363 w 2662876"/>
                  <a:gd name="csY60" fmla="*/ 1190021 h 3756557"/>
                  <a:gd name="csX61" fmla="*/ 2185889 w 2662876"/>
                  <a:gd name="csY61" fmla="*/ 1188784 h 3756557"/>
                  <a:gd name="csX62" fmla="*/ 2187363 w 2662876"/>
                  <a:gd name="csY62" fmla="*/ 1187548 h 3756557"/>
                  <a:gd name="csX63" fmla="*/ 2187363 w 2662876"/>
                  <a:gd name="csY63" fmla="*/ 2566537 h 3756557"/>
                  <a:gd name="csX64" fmla="*/ 2187363 w 2662876"/>
                  <a:gd name="csY64" fmla="*/ 2569010 h 3756557"/>
                  <a:gd name="csX65" fmla="*/ 2185889 w 2662876"/>
                  <a:gd name="csY65" fmla="*/ 2567774 h 3756557"/>
                  <a:gd name="csX66" fmla="*/ 2187363 w 2662876"/>
                  <a:gd name="csY66" fmla="*/ 2566537 h 3756557"/>
                  <a:gd name="csX67" fmla="*/ 2282466 w 2662876"/>
                  <a:gd name="csY67" fmla="*/ 3090839 h 3756557"/>
                  <a:gd name="csX68" fmla="*/ 2567774 w 2662876"/>
                  <a:gd name="csY68" fmla="*/ 3090839 h 3756557"/>
                  <a:gd name="csX69" fmla="*/ 2567774 w 2662876"/>
                  <a:gd name="csY69" fmla="*/ 3328596 h 3756557"/>
                  <a:gd name="csX70" fmla="*/ 2282466 w 2662876"/>
                  <a:gd name="csY70" fmla="*/ 3328596 h 3756557"/>
                  <a:gd name="csX71" fmla="*/ 2282466 w 2662876"/>
                  <a:gd name="csY71" fmla="*/ 2995736 h 3756557"/>
                  <a:gd name="csX72" fmla="*/ 2282466 w 2662876"/>
                  <a:gd name="csY72" fmla="*/ 2757979 h 3756557"/>
                  <a:gd name="csX73" fmla="*/ 2567774 w 2662876"/>
                  <a:gd name="csY73" fmla="*/ 2757979 h 3756557"/>
                  <a:gd name="csX74" fmla="*/ 2567774 w 2662876"/>
                  <a:gd name="csY74" fmla="*/ 2995736 h 3756557"/>
                  <a:gd name="csX75" fmla="*/ 2282466 w 2662876"/>
                  <a:gd name="csY75" fmla="*/ 2662877 h 3756557"/>
                  <a:gd name="csX76" fmla="*/ 2282466 w 2662876"/>
                  <a:gd name="csY76" fmla="*/ 2425120 h 3756557"/>
                  <a:gd name="csX77" fmla="*/ 2567774 w 2662876"/>
                  <a:gd name="csY77" fmla="*/ 2425120 h 3756557"/>
                  <a:gd name="csX78" fmla="*/ 2567774 w 2662876"/>
                  <a:gd name="csY78" fmla="*/ 2662877 h 3756557"/>
                  <a:gd name="csX79" fmla="*/ 2282466 w 2662876"/>
                  <a:gd name="csY79" fmla="*/ 2330017 h 3756557"/>
                  <a:gd name="csX80" fmla="*/ 2282466 w 2662876"/>
                  <a:gd name="csY80" fmla="*/ 2092260 h 3756557"/>
                  <a:gd name="csX81" fmla="*/ 2567774 w 2662876"/>
                  <a:gd name="csY81" fmla="*/ 2092260 h 3756557"/>
                  <a:gd name="csX82" fmla="*/ 2567774 w 2662876"/>
                  <a:gd name="csY82" fmla="*/ 2330017 h 3756557"/>
                  <a:gd name="csX83" fmla="*/ 2282466 w 2662876"/>
                  <a:gd name="csY83" fmla="*/ 1997157 h 3756557"/>
                  <a:gd name="csX84" fmla="*/ 2282466 w 2662876"/>
                  <a:gd name="csY84" fmla="*/ 1759401 h 3756557"/>
                  <a:gd name="csX85" fmla="*/ 2567774 w 2662876"/>
                  <a:gd name="csY85" fmla="*/ 1759401 h 3756557"/>
                  <a:gd name="csX86" fmla="*/ 2567774 w 2662876"/>
                  <a:gd name="csY86" fmla="*/ 1997157 h 3756557"/>
                  <a:gd name="csX87" fmla="*/ 2282466 w 2662876"/>
                  <a:gd name="csY87" fmla="*/ 1664298 h 3756557"/>
                  <a:gd name="csX88" fmla="*/ 2282466 w 2662876"/>
                  <a:gd name="csY88" fmla="*/ 1426541 h 3756557"/>
                  <a:gd name="csX89" fmla="*/ 2567774 w 2662876"/>
                  <a:gd name="csY89" fmla="*/ 1426541 h 3756557"/>
                  <a:gd name="csX90" fmla="*/ 2567774 w 2662876"/>
                  <a:gd name="csY90" fmla="*/ 1664298 h 3756557"/>
                  <a:gd name="csX91" fmla="*/ 2282466 w 2662876"/>
                  <a:gd name="csY91" fmla="*/ 1331438 h 3756557"/>
                  <a:gd name="csX92" fmla="*/ 2282466 w 2662876"/>
                  <a:gd name="csY92" fmla="*/ 1093681 h 3756557"/>
                  <a:gd name="csX93" fmla="*/ 2567774 w 2662876"/>
                  <a:gd name="csY93" fmla="*/ 1093681 h 3756557"/>
                  <a:gd name="csX94" fmla="*/ 2567774 w 2662876"/>
                  <a:gd name="csY94" fmla="*/ 1331438 h 3756557"/>
                  <a:gd name="csX95" fmla="*/ 2282466 w 2662876"/>
                  <a:gd name="csY95" fmla="*/ 998579 h 3756557"/>
                  <a:gd name="csX96" fmla="*/ 2282466 w 2662876"/>
                  <a:gd name="csY96" fmla="*/ 760822 h 3756557"/>
                  <a:gd name="csX97" fmla="*/ 2567774 w 2662876"/>
                  <a:gd name="csY97" fmla="*/ 760822 h 3756557"/>
                  <a:gd name="csX98" fmla="*/ 2567774 w 2662876"/>
                  <a:gd name="csY98" fmla="*/ 998579 h 3756557"/>
                  <a:gd name="csX99" fmla="*/ 2282466 w 2662876"/>
                  <a:gd name="csY99" fmla="*/ 665719 h 3756557"/>
                  <a:gd name="csX100" fmla="*/ 2282466 w 2662876"/>
                  <a:gd name="csY100" fmla="*/ 427962 h 3756557"/>
                  <a:gd name="csX101" fmla="*/ 2567774 w 2662876"/>
                  <a:gd name="csY101" fmla="*/ 427962 h 3756557"/>
                  <a:gd name="csX102" fmla="*/ 2567774 w 2662876"/>
                  <a:gd name="csY102" fmla="*/ 665719 h 3756557"/>
                  <a:gd name="csX103" fmla="*/ 2187363 w 2662876"/>
                  <a:gd name="csY103" fmla="*/ 95103 h 3756557"/>
                  <a:gd name="csX104" fmla="*/ 2187363 w 2662876"/>
                  <a:gd name="csY104" fmla="*/ 998579 h 3756557"/>
                  <a:gd name="csX105" fmla="*/ 2044709 w 2662876"/>
                  <a:gd name="csY105" fmla="*/ 1141233 h 3756557"/>
                  <a:gd name="csX106" fmla="*/ 618168 w 2662876"/>
                  <a:gd name="csY106" fmla="*/ 1141233 h 3756557"/>
                  <a:gd name="csX107" fmla="*/ 475514 w 2662876"/>
                  <a:gd name="csY107" fmla="*/ 998579 h 3756557"/>
                  <a:gd name="csX108" fmla="*/ 475514 w 2662876"/>
                  <a:gd name="csY108" fmla="*/ 95103 h 3756557"/>
                  <a:gd name="csX109" fmla="*/ 380411 w 2662876"/>
                  <a:gd name="csY109" fmla="*/ 95103 h 3756557"/>
                  <a:gd name="csX110" fmla="*/ 380411 w 2662876"/>
                  <a:gd name="csY110" fmla="*/ 332860 h 3756557"/>
                  <a:gd name="csX111" fmla="*/ 95103 w 2662876"/>
                  <a:gd name="csY111" fmla="*/ 332860 h 3756557"/>
                  <a:gd name="csX112" fmla="*/ 95103 w 2662876"/>
                  <a:gd name="csY112" fmla="*/ 95103 h 3756557"/>
                  <a:gd name="csX113" fmla="*/ 95103 w 2662876"/>
                  <a:gd name="csY113" fmla="*/ 3661455 h 3756557"/>
                  <a:gd name="csX114" fmla="*/ 95103 w 2662876"/>
                  <a:gd name="csY114" fmla="*/ 3423698 h 3756557"/>
                  <a:gd name="csX115" fmla="*/ 380411 w 2662876"/>
                  <a:gd name="csY115" fmla="*/ 3423698 h 3756557"/>
                  <a:gd name="csX116" fmla="*/ 380411 w 2662876"/>
                  <a:gd name="csY116" fmla="*/ 3661455 h 3756557"/>
                  <a:gd name="csX117" fmla="*/ 475514 w 2662876"/>
                  <a:gd name="csY117" fmla="*/ 3661455 h 3756557"/>
                  <a:gd name="csX118" fmla="*/ 475514 w 2662876"/>
                  <a:gd name="csY118" fmla="*/ 2757979 h 3756557"/>
                  <a:gd name="csX119" fmla="*/ 618168 w 2662876"/>
                  <a:gd name="csY119" fmla="*/ 2615325 h 3756557"/>
                  <a:gd name="csX120" fmla="*/ 2044709 w 2662876"/>
                  <a:gd name="csY120" fmla="*/ 2615325 h 3756557"/>
                  <a:gd name="csX121" fmla="*/ 2187363 w 2662876"/>
                  <a:gd name="csY121" fmla="*/ 2757979 h 3756557"/>
                  <a:gd name="csX122" fmla="*/ 2187363 w 2662876"/>
                  <a:gd name="csY122" fmla="*/ 3661455 h 3756557"/>
                  <a:gd name="csX123" fmla="*/ 2282466 w 2662876"/>
                  <a:gd name="csY123" fmla="*/ 3661455 h 3756557"/>
                  <a:gd name="csX124" fmla="*/ 2282466 w 2662876"/>
                  <a:gd name="csY124" fmla="*/ 3423698 h 3756557"/>
                  <a:gd name="csX125" fmla="*/ 2567774 w 2662876"/>
                  <a:gd name="csY125" fmla="*/ 3423698 h 3756557"/>
                  <a:gd name="csX126" fmla="*/ 2567774 w 2662876"/>
                  <a:gd name="csY126" fmla="*/ 3661455 h 3756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662876" h="3756557">
                    <a:moveTo>
                      <a:pt x="2282466" y="0"/>
                    </a:moveTo>
                    <a:lnTo>
                      <a:pt x="0" y="0"/>
                    </a:lnTo>
                    <a:lnTo>
                      <a:pt x="0" y="3756558"/>
                    </a:lnTo>
                    <a:lnTo>
                      <a:pt x="2662877" y="3756558"/>
                    </a:lnTo>
                    <a:lnTo>
                      <a:pt x="2662877" y="0"/>
                    </a:lnTo>
                    <a:close/>
                    <a:moveTo>
                      <a:pt x="2567774" y="95103"/>
                    </a:moveTo>
                    <a:lnTo>
                      <a:pt x="2567774" y="332860"/>
                    </a:lnTo>
                    <a:lnTo>
                      <a:pt x="2282466" y="332860"/>
                    </a:lnTo>
                    <a:lnTo>
                      <a:pt x="2282466" y="95103"/>
                    </a:lnTo>
                    <a:close/>
                    <a:moveTo>
                      <a:pt x="475514" y="1187548"/>
                    </a:moveTo>
                    <a:cubicBezTo>
                      <a:pt x="476037" y="1187976"/>
                      <a:pt x="476465" y="1188404"/>
                      <a:pt x="476988" y="1188784"/>
                    </a:cubicBezTo>
                    <a:cubicBezTo>
                      <a:pt x="476465" y="1189165"/>
                      <a:pt x="476037" y="1189592"/>
                      <a:pt x="475514" y="1190021"/>
                    </a:cubicBezTo>
                    <a:close/>
                    <a:moveTo>
                      <a:pt x="380411" y="665719"/>
                    </a:moveTo>
                    <a:lnTo>
                      <a:pt x="95103" y="665719"/>
                    </a:lnTo>
                    <a:lnTo>
                      <a:pt x="95103" y="427962"/>
                    </a:lnTo>
                    <a:lnTo>
                      <a:pt x="380411" y="427962"/>
                    </a:lnTo>
                    <a:close/>
                    <a:moveTo>
                      <a:pt x="380411" y="760822"/>
                    </a:moveTo>
                    <a:lnTo>
                      <a:pt x="380411" y="998579"/>
                    </a:lnTo>
                    <a:lnTo>
                      <a:pt x="95103" y="998579"/>
                    </a:lnTo>
                    <a:lnTo>
                      <a:pt x="95103" y="760822"/>
                    </a:lnTo>
                    <a:close/>
                    <a:moveTo>
                      <a:pt x="380411" y="1093681"/>
                    </a:moveTo>
                    <a:lnTo>
                      <a:pt x="380411" y="1331438"/>
                    </a:lnTo>
                    <a:lnTo>
                      <a:pt x="95103" y="1331438"/>
                    </a:lnTo>
                    <a:lnTo>
                      <a:pt x="95103" y="1093681"/>
                    </a:lnTo>
                    <a:close/>
                    <a:moveTo>
                      <a:pt x="380411" y="1426541"/>
                    </a:moveTo>
                    <a:lnTo>
                      <a:pt x="380411" y="1664298"/>
                    </a:lnTo>
                    <a:lnTo>
                      <a:pt x="95103" y="1664298"/>
                    </a:lnTo>
                    <a:lnTo>
                      <a:pt x="95103" y="1426541"/>
                    </a:lnTo>
                    <a:close/>
                    <a:moveTo>
                      <a:pt x="380411" y="1759401"/>
                    </a:moveTo>
                    <a:lnTo>
                      <a:pt x="380411" y="1997157"/>
                    </a:lnTo>
                    <a:lnTo>
                      <a:pt x="95103" y="1997157"/>
                    </a:lnTo>
                    <a:lnTo>
                      <a:pt x="95103" y="1759401"/>
                    </a:lnTo>
                    <a:close/>
                    <a:moveTo>
                      <a:pt x="380411" y="2092260"/>
                    </a:moveTo>
                    <a:lnTo>
                      <a:pt x="380411" y="2330017"/>
                    </a:lnTo>
                    <a:lnTo>
                      <a:pt x="95103" y="2330017"/>
                    </a:lnTo>
                    <a:lnTo>
                      <a:pt x="95103" y="2092260"/>
                    </a:lnTo>
                    <a:close/>
                    <a:moveTo>
                      <a:pt x="380411" y="2425120"/>
                    </a:moveTo>
                    <a:lnTo>
                      <a:pt x="380411" y="2662877"/>
                    </a:lnTo>
                    <a:lnTo>
                      <a:pt x="95103" y="2662877"/>
                    </a:lnTo>
                    <a:lnTo>
                      <a:pt x="95103" y="2425120"/>
                    </a:lnTo>
                    <a:close/>
                    <a:moveTo>
                      <a:pt x="380411" y="2757979"/>
                    </a:moveTo>
                    <a:lnTo>
                      <a:pt x="380411" y="2995736"/>
                    </a:lnTo>
                    <a:lnTo>
                      <a:pt x="95103" y="2995736"/>
                    </a:lnTo>
                    <a:lnTo>
                      <a:pt x="95103" y="2757979"/>
                    </a:lnTo>
                    <a:close/>
                    <a:moveTo>
                      <a:pt x="380411" y="3090839"/>
                    </a:moveTo>
                    <a:lnTo>
                      <a:pt x="380411" y="3328596"/>
                    </a:lnTo>
                    <a:lnTo>
                      <a:pt x="95103" y="3328596"/>
                    </a:lnTo>
                    <a:lnTo>
                      <a:pt x="95103" y="3090839"/>
                    </a:lnTo>
                    <a:close/>
                    <a:moveTo>
                      <a:pt x="475514" y="2566537"/>
                    </a:moveTo>
                    <a:cubicBezTo>
                      <a:pt x="476037" y="2566966"/>
                      <a:pt x="476465" y="2567393"/>
                      <a:pt x="476988" y="2567774"/>
                    </a:cubicBezTo>
                    <a:cubicBezTo>
                      <a:pt x="476465" y="2568154"/>
                      <a:pt x="476037" y="2568582"/>
                      <a:pt x="475514" y="2569010"/>
                    </a:cubicBezTo>
                    <a:close/>
                    <a:moveTo>
                      <a:pt x="475514" y="2377568"/>
                    </a:moveTo>
                    <a:lnTo>
                      <a:pt x="475514" y="1378990"/>
                    </a:lnTo>
                    <a:cubicBezTo>
                      <a:pt x="475514" y="1300202"/>
                      <a:pt x="539380" y="1236336"/>
                      <a:pt x="618168" y="1236336"/>
                    </a:cubicBezTo>
                    <a:lnTo>
                      <a:pt x="2044709" y="1236336"/>
                    </a:lnTo>
                    <a:cubicBezTo>
                      <a:pt x="2123497" y="1236336"/>
                      <a:pt x="2187363" y="1300202"/>
                      <a:pt x="2187363" y="1378990"/>
                    </a:cubicBezTo>
                    <a:lnTo>
                      <a:pt x="2187363" y="2377568"/>
                    </a:lnTo>
                    <a:cubicBezTo>
                      <a:pt x="2187363" y="2456356"/>
                      <a:pt x="2123497" y="2520222"/>
                      <a:pt x="2044709" y="2520222"/>
                    </a:cubicBezTo>
                    <a:lnTo>
                      <a:pt x="618168" y="2520222"/>
                    </a:lnTo>
                    <a:cubicBezTo>
                      <a:pt x="539380" y="2520222"/>
                      <a:pt x="475514" y="2456356"/>
                      <a:pt x="475514" y="2377568"/>
                    </a:cubicBezTo>
                    <a:close/>
                    <a:moveTo>
                      <a:pt x="2187363" y="1190021"/>
                    </a:moveTo>
                    <a:cubicBezTo>
                      <a:pt x="2186840" y="1189592"/>
                      <a:pt x="2186412" y="1189165"/>
                      <a:pt x="2185889" y="1188784"/>
                    </a:cubicBezTo>
                    <a:cubicBezTo>
                      <a:pt x="2186412" y="1188404"/>
                      <a:pt x="2186840" y="1187976"/>
                      <a:pt x="2187363" y="1187548"/>
                    </a:cubicBezTo>
                    <a:close/>
                    <a:moveTo>
                      <a:pt x="2187363" y="2566537"/>
                    </a:moveTo>
                    <a:lnTo>
                      <a:pt x="2187363" y="2569010"/>
                    </a:lnTo>
                    <a:cubicBezTo>
                      <a:pt x="2186840" y="2568582"/>
                      <a:pt x="2186412" y="2568154"/>
                      <a:pt x="2185889" y="2567774"/>
                    </a:cubicBezTo>
                    <a:cubicBezTo>
                      <a:pt x="2186412" y="2567393"/>
                      <a:pt x="2186840" y="2566966"/>
                      <a:pt x="2187363" y="2566537"/>
                    </a:cubicBezTo>
                    <a:close/>
                    <a:moveTo>
                      <a:pt x="2282466" y="3090839"/>
                    </a:moveTo>
                    <a:lnTo>
                      <a:pt x="2567774" y="3090839"/>
                    </a:lnTo>
                    <a:lnTo>
                      <a:pt x="2567774" y="3328596"/>
                    </a:lnTo>
                    <a:lnTo>
                      <a:pt x="2282466" y="3328596"/>
                    </a:lnTo>
                    <a:close/>
                    <a:moveTo>
                      <a:pt x="2282466" y="2995736"/>
                    </a:moveTo>
                    <a:lnTo>
                      <a:pt x="2282466" y="2757979"/>
                    </a:lnTo>
                    <a:lnTo>
                      <a:pt x="2567774" y="2757979"/>
                    </a:lnTo>
                    <a:lnTo>
                      <a:pt x="2567774" y="2995736"/>
                    </a:lnTo>
                    <a:close/>
                    <a:moveTo>
                      <a:pt x="2282466" y="2662877"/>
                    </a:moveTo>
                    <a:lnTo>
                      <a:pt x="2282466" y="2425120"/>
                    </a:lnTo>
                    <a:lnTo>
                      <a:pt x="2567774" y="2425120"/>
                    </a:lnTo>
                    <a:lnTo>
                      <a:pt x="2567774" y="2662877"/>
                    </a:lnTo>
                    <a:close/>
                    <a:moveTo>
                      <a:pt x="2282466" y="2330017"/>
                    </a:moveTo>
                    <a:lnTo>
                      <a:pt x="2282466" y="2092260"/>
                    </a:lnTo>
                    <a:lnTo>
                      <a:pt x="2567774" y="2092260"/>
                    </a:lnTo>
                    <a:lnTo>
                      <a:pt x="2567774" y="2330017"/>
                    </a:lnTo>
                    <a:close/>
                    <a:moveTo>
                      <a:pt x="2282466" y="1997157"/>
                    </a:moveTo>
                    <a:lnTo>
                      <a:pt x="2282466" y="1759401"/>
                    </a:lnTo>
                    <a:lnTo>
                      <a:pt x="2567774" y="1759401"/>
                    </a:lnTo>
                    <a:lnTo>
                      <a:pt x="2567774" y="1997157"/>
                    </a:lnTo>
                    <a:close/>
                    <a:moveTo>
                      <a:pt x="2282466" y="1664298"/>
                    </a:moveTo>
                    <a:lnTo>
                      <a:pt x="2282466" y="1426541"/>
                    </a:lnTo>
                    <a:lnTo>
                      <a:pt x="2567774" y="1426541"/>
                    </a:lnTo>
                    <a:lnTo>
                      <a:pt x="2567774" y="1664298"/>
                    </a:lnTo>
                    <a:close/>
                    <a:moveTo>
                      <a:pt x="2282466" y="1331438"/>
                    </a:moveTo>
                    <a:lnTo>
                      <a:pt x="2282466" y="1093681"/>
                    </a:lnTo>
                    <a:lnTo>
                      <a:pt x="2567774" y="1093681"/>
                    </a:lnTo>
                    <a:lnTo>
                      <a:pt x="2567774" y="1331438"/>
                    </a:lnTo>
                    <a:close/>
                    <a:moveTo>
                      <a:pt x="2282466" y="998579"/>
                    </a:moveTo>
                    <a:lnTo>
                      <a:pt x="2282466" y="760822"/>
                    </a:lnTo>
                    <a:lnTo>
                      <a:pt x="2567774" y="760822"/>
                    </a:lnTo>
                    <a:lnTo>
                      <a:pt x="2567774" y="998579"/>
                    </a:lnTo>
                    <a:close/>
                    <a:moveTo>
                      <a:pt x="2282466" y="665719"/>
                    </a:moveTo>
                    <a:lnTo>
                      <a:pt x="2282466" y="427962"/>
                    </a:lnTo>
                    <a:lnTo>
                      <a:pt x="2567774" y="427962"/>
                    </a:lnTo>
                    <a:lnTo>
                      <a:pt x="2567774" y="665719"/>
                    </a:lnTo>
                    <a:close/>
                    <a:moveTo>
                      <a:pt x="2187363" y="95103"/>
                    </a:moveTo>
                    <a:lnTo>
                      <a:pt x="2187363" y="998579"/>
                    </a:lnTo>
                    <a:cubicBezTo>
                      <a:pt x="2187363" y="1077367"/>
                      <a:pt x="2123497" y="1141233"/>
                      <a:pt x="2044709" y="1141233"/>
                    </a:cubicBezTo>
                    <a:lnTo>
                      <a:pt x="618168" y="1141233"/>
                    </a:lnTo>
                    <a:cubicBezTo>
                      <a:pt x="539380" y="1141233"/>
                      <a:pt x="475514" y="1077367"/>
                      <a:pt x="475514" y="998579"/>
                    </a:cubicBezTo>
                    <a:lnTo>
                      <a:pt x="475514" y="95103"/>
                    </a:lnTo>
                    <a:close/>
                    <a:moveTo>
                      <a:pt x="380411" y="95103"/>
                    </a:moveTo>
                    <a:lnTo>
                      <a:pt x="380411" y="332860"/>
                    </a:lnTo>
                    <a:lnTo>
                      <a:pt x="95103" y="332860"/>
                    </a:lnTo>
                    <a:lnTo>
                      <a:pt x="95103" y="95103"/>
                    </a:lnTo>
                    <a:close/>
                    <a:moveTo>
                      <a:pt x="95103" y="3661455"/>
                    </a:moveTo>
                    <a:lnTo>
                      <a:pt x="95103" y="3423698"/>
                    </a:lnTo>
                    <a:lnTo>
                      <a:pt x="380411" y="3423698"/>
                    </a:lnTo>
                    <a:lnTo>
                      <a:pt x="380411" y="3661455"/>
                    </a:lnTo>
                    <a:close/>
                    <a:moveTo>
                      <a:pt x="475514" y="3661455"/>
                    </a:moveTo>
                    <a:lnTo>
                      <a:pt x="475514" y="2757979"/>
                    </a:lnTo>
                    <a:cubicBezTo>
                      <a:pt x="475514" y="2679191"/>
                      <a:pt x="539380" y="2615325"/>
                      <a:pt x="618168" y="2615325"/>
                    </a:cubicBezTo>
                    <a:lnTo>
                      <a:pt x="2044709" y="2615325"/>
                    </a:lnTo>
                    <a:cubicBezTo>
                      <a:pt x="2123497" y="2615325"/>
                      <a:pt x="2187363" y="2679191"/>
                      <a:pt x="2187363" y="2757979"/>
                    </a:cubicBezTo>
                    <a:lnTo>
                      <a:pt x="2187363" y="3661455"/>
                    </a:lnTo>
                    <a:close/>
                    <a:moveTo>
                      <a:pt x="2282466" y="3661455"/>
                    </a:moveTo>
                    <a:lnTo>
                      <a:pt x="2282466" y="3423698"/>
                    </a:lnTo>
                    <a:lnTo>
                      <a:pt x="2567774" y="3423698"/>
                    </a:lnTo>
                    <a:lnTo>
                      <a:pt x="2567774" y="3661455"/>
                    </a:lnTo>
                    <a:close/>
                  </a:path>
                </a:pathLst>
              </a:custGeom>
              <a:solidFill>
                <a:srgbClr val="171717"/>
              </a:solidFill>
              <a:ln w="47526" cap="flat">
                <a:solidFill>
                  <a:srgbClr val="171717"/>
                </a:solidFill>
                <a:prstDash val="solid"/>
                <a:miter/>
              </a:ln>
            </p:spPr>
            <p:txBody>
              <a:bodyPr/>
              <a:lstStyle/>
              <a:p>
                <a:endParaRPr lang="en-AS"/>
              </a:p>
            </p:txBody>
          </p:sp>
          <p:cxnSp>
            <p:nvCxnSpPr>
              <p:cNvPr id="83" name="Straight Connector 82">
                <a:extLst>
                  <a:ext uri="{FF2B5EF4-FFF2-40B4-BE49-F238E27FC236}">
                    <a16:creationId xmlns:a16="http://schemas.microsoft.com/office/drawing/2014/main" id="{E0DD260C-FD41-7AC4-4772-DFBE0F24747A}"/>
                  </a:ext>
                </a:extLst>
              </p:cNvPr>
              <p:cNvCxnSpPr/>
              <p:nvPr/>
            </p:nvCxnSpPr>
            <p:spPr>
              <a:xfrm>
                <a:off x="4822032" y="2458508"/>
                <a:ext cx="278606" cy="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84" name="TextBox 83">
                <a:extLst>
                  <a:ext uri="{FF2B5EF4-FFF2-40B4-BE49-F238E27FC236}">
                    <a16:creationId xmlns:a16="http://schemas.microsoft.com/office/drawing/2014/main" id="{D192F559-FB6B-5454-5EA9-724102019FD6}"/>
                  </a:ext>
                </a:extLst>
              </p:cNvPr>
              <p:cNvSpPr txBox="1"/>
              <p:nvPr/>
            </p:nvSpPr>
            <p:spPr>
              <a:xfrm>
                <a:off x="4727211" y="2438401"/>
                <a:ext cx="301686" cy="138499"/>
              </a:xfrm>
              <a:prstGeom prst="rect">
                <a:avLst/>
              </a:prstGeom>
              <a:noFill/>
            </p:spPr>
            <p:txBody>
              <a:bodyPr wrap="none" rtlCol="0">
                <a:spAutoFit/>
              </a:bodyPr>
              <a:lstStyle/>
              <a:p>
                <a:pPr algn="ctr"/>
                <a:r>
                  <a:rPr lang="en-US" sz="300" dirty="0">
                    <a:solidFill>
                      <a:srgbClr val="FFFF00"/>
                    </a:solidFill>
                  </a:rPr>
                  <a:t>ABVCS</a:t>
                </a:r>
                <a:endParaRPr lang="en-AS" sz="300" dirty="0">
                  <a:solidFill>
                    <a:srgbClr val="FFFF00"/>
                  </a:solidFill>
                </a:endParaRPr>
              </a:p>
            </p:txBody>
          </p:sp>
        </p:grpSp>
      </p:grpSp>
    </p:spTree>
    <p:extLst>
      <p:ext uri="{BB962C8B-B14F-4D97-AF65-F5344CB8AC3E}">
        <p14:creationId xmlns:p14="http://schemas.microsoft.com/office/powerpoint/2010/main" val="325722883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8">
                                            <p:txEl>
                                              <p:pRg st="0" end="0"/>
                                            </p:txEl>
                                          </p:spTgt>
                                        </p:tgtEl>
                                        <p:attrNameLst>
                                          <p:attrName>style.visibility</p:attrName>
                                        </p:attrNameLst>
                                      </p:cBhvr>
                                      <p:to>
                                        <p:strVal val="visible"/>
                                      </p:to>
                                    </p:set>
                                    <p:animEffect transition="in" filter="wipe(left)">
                                      <p:cBhvr>
                                        <p:cTn id="7" dur="250"/>
                                        <p:tgtEl>
                                          <p:spTgt spid="18">
                                            <p:txEl>
                                              <p:pRg st="0" end="0"/>
                                            </p:txEl>
                                          </p:spTgt>
                                        </p:tgtEl>
                                      </p:cBhvr>
                                    </p:animEffect>
                                  </p:childTnLst>
                                </p:cTn>
                              </p:par>
                            </p:childTnLst>
                          </p:cTn>
                        </p:par>
                        <p:par>
                          <p:cTn id="8" fill="hold">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8">
                                            <p:txEl>
                                              <p:pRg st="2" end="2"/>
                                            </p:txEl>
                                          </p:spTgt>
                                        </p:tgtEl>
                                        <p:attrNameLst>
                                          <p:attrName>style.visibility</p:attrName>
                                        </p:attrNameLst>
                                      </p:cBhvr>
                                      <p:to>
                                        <p:strVal val="visible"/>
                                      </p:to>
                                    </p:set>
                                    <p:animEffect transition="in" filter="wipe(left)">
                                      <p:cBhvr>
                                        <p:cTn id="11" dur="250"/>
                                        <p:tgtEl>
                                          <p:spTgt spid="18">
                                            <p:txEl>
                                              <p:pRg st="2" end="2"/>
                                            </p:txEl>
                                          </p:spTgt>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8">
                                            <p:txEl>
                                              <p:pRg st="3" end="3"/>
                                            </p:txEl>
                                          </p:spTgt>
                                        </p:tgtEl>
                                        <p:attrNameLst>
                                          <p:attrName>style.visibility</p:attrName>
                                        </p:attrNameLst>
                                      </p:cBhvr>
                                      <p:to>
                                        <p:strVal val="visible"/>
                                      </p:to>
                                    </p:set>
                                    <p:animEffect transition="in" filter="wipe(left)">
                                      <p:cBhvr>
                                        <p:cTn id="15" dur="250"/>
                                        <p:tgtEl>
                                          <p:spTgt spid="18">
                                            <p:txEl>
                                              <p:pRg st="3" end="3"/>
                                            </p:txEl>
                                          </p:spTgt>
                                        </p:tgtEl>
                                      </p:cBhvr>
                                    </p:animEffect>
                                  </p:childTnLst>
                                </p:cTn>
                              </p:par>
                            </p:childTnLst>
                          </p:cTn>
                        </p:par>
                        <p:par>
                          <p:cTn id="16" fill="hold">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8">
                                            <p:txEl>
                                              <p:pRg st="5" end="5"/>
                                            </p:txEl>
                                          </p:spTgt>
                                        </p:tgtEl>
                                        <p:attrNameLst>
                                          <p:attrName>style.visibility</p:attrName>
                                        </p:attrNameLst>
                                      </p:cBhvr>
                                      <p:to>
                                        <p:strVal val="visible"/>
                                      </p:to>
                                    </p:set>
                                    <p:animEffect transition="in" filter="wipe(left)">
                                      <p:cBhvr>
                                        <p:cTn id="19" dur="250"/>
                                        <p:tgtEl>
                                          <p:spTgt spid="18">
                                            <p:txEl>
                                              <p:pRg st="5" end="5"/>
                                            </p:txEl>
                                          </p:spTgt>
                                        </p:tgtEl>
                                      </p:cBhvr>
                                    </p:animEffect>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8">
                                            <p:txEl>
                                              <p:pRg st="6" end="6"/>
                                            </p:txEl>
                                          </p:spTgt>
                                        </p:tgtEl>
                                        <p:attrNameLst>
                                          <p:attrName>style.visibility</p:attrName>
                                        </p:attrNameLst>
                                      </p:cBhvr>
                                      <p:to>
                                        <p:strVal val="visible"/>
                                      </p:to>
                                    </p:set>
                                    <p:animEffect transition="in" filter="wipe(left)">
                                      <p:cBhvr>
                                        <p:cTn id="23" dur="250"/>
                                        <p:tgtEl>
                                          <p:spTgt spid="18">
                                            <p:txEl>
                                              <p:pRg st="6" end="6"/>
                                            </p:txEl>
                                          </p:spTgt>
                                        </p:tgtEl>
                                      </p:cBhvr>
                                    </p:animEffect>
                                  </p:childTnLst>
                                </p:cTn>
                              </p:par>
                            </p:childTnLst>
                          </p:cTn>
                        </p:par>
                        <p:par>
                          <p:cTn id="24" fill="hold">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8">
                                            <p:txEl>
                                              <p:pRg st="7" end="7"/>
                                            </p:txEl>
                                          </p:spTgt>
                                        </p:tgtEl>
                                        <p:attrNameLst>
                                          <p:attrName>style.visibility</p:attrName>
                                        </p:attrNameLst>
                                      </p:cBhvr>
                                      <p:to>
                                        <p:strVal val="visible"/>
                                      </p:to>
                                    </p:set>
                                    <p:animEffect transition="in" filter="wipe(left)">
                                      <p:cBhvr>
                                        <p:cTn id="27" dur="250"/>
                                        <p:tgtEl>
                                          <p:spTgt spid="18">
                                            <p:txEl>
                                              <p:pRg st="7" end="7"/>
                                            </p:txEl>
                                          </p:spTgt>
                                        </p:tgtEl>
                                      </p:cBhvr>
                                    </p:animEffect>
                                  </p:childTnLst>
                                </p:cTn>
                              </p:par>
                            </p:childTnLst>
                          </p:cTn>
                        </p:par>
                        <p:par>
                          <p:cTn id="28" fill="hold">
                            <p:stCondLst>
                              <p:cond delay="1500"/>
                            </p:stCondLst>
                            <p:childTnLst>
                              <p:par>
                                <p:cTn id="29" presetID="22" presetClass="entr" presetSubtype="8" fill="hold" grpId="0" nodeType="afterEffect">
                                  <p:stCondLst>
                                    <p:cond delay="0"/>
                                  </p:stCondLst>
                                  <p:childTnLst>
                                    <p:set>
                                      <p:cBhvr>
                                        <p:cTn id="30" dur="1" fill="hold">
                                          <p:stCondLst>
                                            <p:cond delay="0"/>
                                          </p:stCondLst>
                                        </p:cTn>
                                        <p:tgtEl>
                                          <p:spTgt spid="18">
                                            <p:txEl>
                                              <p:pRg st="8" end="8"/>
                                            </p:txEl>
                                          </p:spTgt>
                                        </p:tgtEl>
                                        <p:attrNameLst>
                                          <p:attrName>style.visibility</p:attrName>
                                        </p:attrNameLst>
                                      </p:cBhvr>
                                      <p:to>
                                        <p:strVal val="visible"/>
                                      </p:to>
                                    </p:set>
                                    <p:animEffect transition="in" filter="wipe(left)">
                                      <p:cBhvr>
                                        <p:cTn id="31" dur="250"/>
                                        <p:tgtEl>
                                          <p:spTgt spid="18">
                                            <p:txEl>
                                              <p:pRg st="8" end="8"/>
                                            </p:txEl>
                                          </p:spTgt>
                                        </p:tgtEl>
                                      </p:cBhvr>
                                    </p:animEffect>
                                  </p:childTnLst>
                                </p:cTn>
                              </p:par>
                            </p:childTnLst>
                          </p:cTn>
                        </p:par>
                        <p:par>
                          <p:cTn id="32" fill="hold">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8">
                                            <p:txEl>
                                              <p:pRg st="9" end="9"/>
                                            </p:txEl>
                                          </p:spTgt>
                                        </p:tgtEl>
                                        <p:attrNameLst>
                                          <p:attrName>style.visibility</p:attrName>
                                        </p:attrNameLst>
                                      </p:cBhvr>
                                      <p:to>
                                        <p:strVal val="visible"/>
                                      </p:to>
                                    </p:set>
                                    <p:animEffect transition="in" filter="wipe(left)">
                                      <p:cBhvr>
                                        <p:cTn id="35" dur="250"/>
                                        <p:tgtEl>
                                          <p:spTgt spid="18">
                                            <p:txEl>
                                              <p:pRg st="9" end="9"/>
                                            </p:txEl>
                                          </p:spTgt>
                                        </p:tgtEl>
                                      </p:cBhvr>
                                    </p:animEffect>
                                  </p:childTnLst>
                                </p:cTn>
                              </p:par>
                            </p:childTnLst>
                          </p:cTn>
                        </p:par>
                        <p:par>
                          <p:cTn id="36" fill="hold">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8">
                                            <p:txEl>
                                              <p:pRg st="10" end="10"/>
                                            </p:txEl>
                                          </p:spTgt>
                                        </p:tgtEl>
                                        <p:attrNameLst>
                                          <p:attrName>style.visibility</p:attrName>
                                        </p:attrNameLst>
                                      </p:cBhvr>
                                      <p:to>
                                        <p:strVal val="visible"/>
                                      </p:to>
                                    </p:set>
                                    <p:animEffect transition="in" filter="wipe(left)">
                                      <p:cBhvr>
                                        <p:cTn id="39" dur="250"/>
                                        <p:tgtEl>
                                          <p:spTgt spid="18">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uiExpand="1" build="p"/>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webextensions/_rels/taskpanes.xml.rels><?xml version="1.0" encoding="UTF-8" standalone="yes"?>
<Relationships xmlns="http://schemas.openxmlformats.org/package/2006/relationships"><Relationship Id="rId2" Type="http://schemas.microsoft.com/office/2011/relationships/webextension" Target="webextension2.xml"/><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2">
    <wetp:webextensionref xmlns:r="http://schemas.openxmlformats.org/officeDocument/2006/relationships" r:id="rId1"/>
  </wetp:taskpane>
  <wetp:taskpane dockstate="right" visibility="0" width="350" row="1">
    <wetp:webextensionref xmlns:r="http://schemas.openxmlformats.org/officeDocument/2006/relationships" r:id="rId2"/>
  </wetp:taskpane>
</wetp:taskpanes>
</file>

<file path=ppt/webextensions/webextension1.xml><?xml version="1.0" encoding="utf-8"?>
<we:webextension xmlns:we="http://schemas.microsoft.com/office/webextensions/webextension/2010/11" id="{678F1E14-B2D3-4593-8674-8D6167D99A6C}">
  <we:reference id="WA200000729" version="4.13.31.0" store="Omex" storeType="OMEX"/>
  <we:alternateReferences>
    <we:reference id="WA200000729" version="4.13.31.0" store="WA200000729" storeType="OMEX"/>
  </we:alternateReferences>
  <we:properties/>
  <we:bindings/>
  <we:snapshot xmlns:r="http://schemas.openxmlformats.org/officeDocument/2006/relationships"/>
</we:webextension>
</file>

<file path=ppt/webextensions/webextension2.xml><?xml version="1.0" encoding="utf-8"?>
<we:webextension xmlns:we="http://schemas.microsoft.com/office/webextensions/webextension/2010/11" id="{E47899DA-C31F-47EB-9383-30AA49EF9D97}">
  <we:reference id="WA104379997" version="3.0.0.0" store="Omex" storeType="OMEX"/>
  <we:alternateReferences>
    <we:reference id="WA104379997" version="3.0.0.0" store="WA104379997"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4725</TotalTime>
  <Words>5740</Words>
  <Application>Microsoft Office PowerPoint</Application>
  <PresentationFormat>Widescreen</PresentationFormat>
  <Paragraphs>2171</Paragraphs>
  <Slides>57</Slides>
  <Notes>18</Notes>
  <HiddenSlides>2</HiddenSlides>
  <MMClips>0</MMClips>
  <ScaleCrop>false</ScaleCrop>
  <HeadingPairs>
    <vt:vector size="8" baseType="variant">
      <vt:variant>
        <vt:lpstr>Fonts Used</vt:lpstr>
      </vt:variant>
      <vt:variant>
        <vt:i4>10</vt:i4>
      </vt:variant>
      <vt:variant>
        <vt:lpstr>Theme</vt:lpstr>
      </vt:variant>
      <vt:variant>
        <vt:i4>1</vt:i4>
      </vt:variant>
      <vt:variant>
        <vt:lpstr>Links</vt:lpstr>
      </vt:variant>
      <vt:variant>
        <vt:i4>1</vt:i4>
      </vt:variant>
      <vt:variant>
        <vt:lpstr>Slide Titles</vt:lpstr>
      </vt:variant>
      <vt:variant>
        <vt:i4>57</vt:i4>
      </vt:variant>
    </vt:vector>
  </HeadingPairs>
  <TitlesOfParts>
    <vt:vector size="69" baseType="lpstr">
      <vt:lpstr>Aptos</vt:lpstr>
      <vt:lpstr>Aptos Display</vt:lpstr>
      <vt:lpstr>Aptos Narrow</vt:lpstr>
      <vt:lpstr>Arial</vt:lpstr>
      <vt:lpstr>Calibri</vt:lpstr>
      <vt:lpstr>Cambria Math</vt:lpstr>
      <vt:lpstr>Courier New</vt:lpstr>
      <vt:lpstr>Oswald</vt:lpstr>
      <vt:lpstr>Times New Roman</vt:lpstr>
      <vt:lpstr>Wingdings</vt:lpstr>
      <vt:lpstr>Office Theme</vt:lpstr>
      <vt:lpstr>file:///D:\Study\Microsoft\Power%20Point\Film\Main%20Data.xlsx!Task%20Sheet!R5C3:R15C8</vt:lpstr>
      <vt:lpstr>AI-Based  Video Compression System (ABVCS)</vt:lpstr>
      <vt:lpstr>AI-Based  Video Compression System (ABVCS)</vt:lpstr>
      <vt:lpstr>AGENDA</vt:lpstr>
      <vt:lpstr>Project Introduction </vt:lpstr>
      <vt:lpstr>Traditional Video Codecs</vt:lpstr>
      <vt:lpstr>Key words </vt:lpstr>
      <vt:lpstr>AGENDA</vt:lpstr>
      <vt:lpstr>PowerPoint Presentation</vt:lpstr>
      <vt:lpstr>PowerPoint Presentation</vt:lpstr>
      <vt:lpstr>PowerPoint Presentation</vt:lpstr>
      <vt:lpstr>AGENDA</vt:lpstr>
      <vt:lpstr>DVC (Deep Video Compression) – 2019 CVPR (Conference on Computer Vision and Pattern Recognition)</vt:lpstr>
      <vt:lpstr>Scale-Space Flow – 2020 CVPR (Conference on Computer Vision and Pattern Recognition)</vt:lpstr>
      <vt:lpstr>FVC (Feature-space Video Compression) – 2021 CVPR (Conference on Computer Vision and Pattern Recognition)</vt:lpstr>
      <vt:lpstr>Alpha VC (High-Performance and Efficient Learned Video Compression) – 2022, ECCV (European Conference on Computer Vision)</vt:lpstr>
      <vt:lpstr>Sandwiched Video Compression – 2023  ICIP (International Conference on Image Processing)</vt:lpstr>
      <vt:lpstr>HVFVC (High Visual-Fidelity Video Compression) – 2023</vt:lpstr>
      <vt:lpstr>Two-Stage Learning-Based Compression – 2024</vt:lpstr>
      <vt:lpstr>PowerPoint Presentation</vt:lpstr>
      <vt:lpstr>Summary of scientific papers</vt:lpstr>
      <vt:lpstr>PowerPoint Presentation</vt:lpstr>
      <vt:lpstr>PowerPoint Presentation</vt:lpstr>
      <vt:lpstr>Combined Rate-Distortion Tradeoff </vt:lpstr>
      <vt:lpstr>AGENDA</vt:lpstr>
      <vt:lpstr>PowerPoint Presentation</vt:lpstr>
      <vt:lpstr>PowerPoint Presentation</vt:lpstr>
      <vt:lpstr>PowerPoint Presentation</vt:lpstr>
      <vt:lpstr>PowerPoint Presentation</vt:lpstr>
      <vt:lpstr>AGENDA</vt:lpstr>
      <vt:lpstr>PowerPoint Presentation</vt:lpstr>
      <vt:lpstr>What is CNN?</vt:lpstr>
      <vt:lpstr>CNN Architecture </vt:lpstr>
      <vt:lpstr>AI Models</vt:lpstr>
      <vt:lpstr>AI Models</vt:lpstr>
      <vt:lpstr>Architecture Overview</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AGENDA</vt:lpstr>
      <vt:lpstr>PowerPoint Presentation</vt:lpstr>
      <vt:lpstr>PowerPoint Presentation</vt:lpstr>
      <vt:lpstr>PowerPoint Presentation</vt:lpstr>
      <vt:lpstr>PowerPoint Presentation</vt:lpstr>
      <vt:lpstr>PowerPoint Presentation</vt:lpstr>
      <vt:lpstr>PowerPoint Presentation</vt:lpstr>
      <vt:lpstr>AGENDA</vt:lpstr>
      <vt:lpstr>PowerPoint Presentation</vt:lpstr>
      <vt:lpstr>PowerPoint Presentation</vt:lpstr>
      <vt:lpstr>Thank You Team ABVCS</vt:lpstr>
      <vt:lpstr>Project Introduction </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Youssef Abdelrhman Noaman</dc:creator>
  <cp:lastModifiedBy>micheal perty</cp:lastModifiedBy>
  <cp:revision>419</cp:revision>
  <dcterms:created xsi:type="dcterms:W3CDTF">2026-02-13T20:25:47Z</dcterms:created>
  <dcterms:modified xsi:type="dcterms:W3CDTF">2026-06-20T18:44:37Z</dcterms:modified>
</cp:coreProperties>
</file>